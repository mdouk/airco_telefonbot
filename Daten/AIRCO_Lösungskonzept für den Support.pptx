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5.xml" ContentType="application/vnd.openxmlformats-officedocument.theme+xml"/>
  <Override PartName="/ppt/theme/themeOverride1.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omments/modernComment_107_BA271C16.xml" ContentType="application/vnd.ms-powerpoint.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8_332FC0FF.xml" ContentType="application/vnd.ms-powerpoint.comments+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44" r:id="rId4"/>
    <p:sldMasterId id="2147483936" r:id="rId5"/>
    <p:sldMasterId id="2147483893" r:id="rId6"/>
    <p:sldMasterId id="2147483908" r:id="rId7"/>
    <p:sldMasterId id="2147483957" r:id="rId8"/>
  </p:sldMasterIdLst>
  <p:notesMasterIdLst>
    <p:notesMasterId r:id="rId42"/>
  </p:notesMasterIdLst>
  <p:sldIdLst>
    <p:sldId id="2147483596" r:id="rId9"/>
    <p:sldId id="2147483625" r:id="rId10"/>
    <p:sldId id="258" r:id="rId11"/>
    <p:sldId id="280" r:id="rId12"/>
    <p:sldId id="263" r:id="rId13"/>
    <p:sldId id="262" r:id="rId14"/>
    <p:sldId id="275" r:id="rId15"/>
    <p:sldId id="284" r:id="rId16"/>
    <p:sldId id="285" r:id="rId17"/>
    <p:sldId id="259" r:id="rId18"/>
    <p:sldId id="278" r:id="rId19"/>
    <p:sldId id="267" r:id="rId20"/>
    <p:sldId id="277" r:id="rId21"/>
    <p:sldId id="271" r:id="rId22"/>
    <p:sldId id="272" r:id="rId23"/>
    <p:sldId id="265" r:id="rId24"/>
    <p:sldId id="260" r:id="rId25"/>
    <p:sldId id="266" r:id="rId26"/>
    <p:sldId id="268" r:id="rId27"/>
    <p:sldId id="270" r:id="rId28"/>
    <p:sldId id="281" r:id="rId29"/>
    <p:sldId id="282" r:id="rId30"/>
    <p:sldId id="283" r:id="rId31"/>
    <p:sldId id="264" r:id="rId32"/>
    <p:sldId id="273" r:id="rId33"/>
    <p:sldId id="269" r:id="rId34"/>
    <p:sldId id="279" r:id="rId35"/>
    <p:sldId id="274" r:id="rId36"/>
    <p:sldId id="276" r:id="rId37"/>
    <p:sldId id="2147483647" r:id="rId38"/>
    <p:sldId id="256" r:id="rId39"/>
    <p:sldId id="261" r:id="rId40"/>
    <p:sldId id="257" r:id="rId41"/>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Technologie" id="{23E1C484-09CA-48B9-80BA-3FD6FF415719}">
          <p14:sldIdLst>
            <p14:sldId id="2147483596"/>
            <p14:sldId id="2147483625"/>
            <p14:sldId id="258"/>
            <p14:sldId id="280"/>
            <p14:sldId id="263"/>
            <p14:sldId id="262"/>
            <p14:sldId id="275"/>
          </p14:sldIdLst>
        </p14:section>
        <p14:section name="Ablaufdiagrame - Stufe slim" id="{6C448F90-671D-4856-859C-E1F59D0B212F}">
          <p14:sldIdLst>
            <p14:sldId id="284"/>
            <p14:sldId id="285"/>
          </p14:sldIdLst>
        </p14:section>
        <p14:section name="Ablaufdiagamme - Stufe 1" id="{09074445-81A2-4720-BCAE-4979AE14FB96}">
          <p14:sldIdLst>
            <p14:sldId id="259"/>
            <p14:sldId id="278"/>
          </p14:sldIdLst>
        </p14:section>
        <p14:section name="Setup Copilot Studio Voice-Agent" id="{5851871E-3FA0-4712-AE9C-97046A41226B}">
          <p14:sldIdLst>
            <p14:sldId id="267"/>
            <p14:sldId id="277"/>
            <p14:sldId id="271"/>
            <p14:sldId id="272"/>
            <p14:sldId id="265"/>
          </p14:sldIdLst>
        </p14:section>
        <p14:section name="Setup Power Automate Cloud Flow" id="{C77D1BFD-823E-4EF1-8805-1D4672BF7010}">
          <p14:sldIdLst>
            <p14:sldId id="260"/>
            <p14:sldId id="266"/>
            <p14:sldId id="268"/>
          </p14:sldIdLst>
        </p14:section>
        <p14:section name="Setup Power Teams Admin Center" id="{2C76AEDC-85CC-4204-B180-625BB502DF9A}">
          <p14:sldIdLst>
            <p14:sldId id="270"/>
            <p14:sldId id="281"/>
          </p14:sldIdLst>
        </p14:section>
        <p14:section name="Setup Power Platform" id="{47C4E15F-79C2-4E7D-93E0-245BF747A450}">
          <p14:sldIdLst>
            <p14:sldId id="282"/>
          </p14:sldIdLst>
        </p14:section>
        <p14:section name="Setup M365 Admin Center" id="{003722E0-D5EC-4436-8A62-9E6228C387D9}">
          <p14:sldIdLst>
            <p14:sldId id="283"/>
          </p14:sldIdLst>
        </p14:section>
        <p14:section name="Ablaufdiagramme - Stufe 2 ff." id="{5E19E524-EE8C-4442-BB09-C0B98EADF80F}">
          <p14:sldIdLst>
            <p14:sldId id="264"/>
            <p14:sldId id="273"/>
          </p14:sldIdLst>
        </p14:section>
        <p14:section name="Backup Dynamics Contact Center" id="{F7364A44-019D-441F-9436-8653DFFE33E3}">
          <p14:sldIdLst>
            <p14:sldId id="269"/>
          </p14:sldIdLst>
        </p14:section>
        <p14:section name="Backup" id="{727C3994-2F05-4B1F-94A4-290F345DD24C}">
          <p14:sldIdLst>
            <p14:sldId id="279"/>
            <p14:sldId id="274"/>
            <p14:sldId id="276"/>
            <p14:sldId id="2147483647"/>
            <p14:sldId id="256"/>
            <p14:sldId id="261"/>
            <p14:sldId id="25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9857828-CD2D-ECAA-1060-BF6479895B4F}" name="Buehler, Adrienne (I/EV-Z4, extern)" initials="AB" userId="S::Adrienne.Buehler@mosaiic.de::7e402702-d5be-4699-99e0-8cd3dc426dc0" providerId="AD"/>
  <p188:author id="{1744F248-8969-8755-6BCA-76E973FB80EF}" name="Lyn Solka" initials="LS" userId="S::Lyn.Solka@mosaiic.com::10edd731-6d7c-4eaf-9373-67699fd91864" providerId="AD"/>
  <p188:author id="{43DDC273-C33C-3E33-A762-BC6DCFEC1026}" name="Michael Doukas" initials="MD" userId="S::Michael.Doukas@mosaiic.de::4a1df873-0ce1-40d0-ad09-7c60eec0f3dc" providerId="AD"/>
  <p188:author id="{83157CA7-2DB2-7F9E-E6BD-25B09BAA8374}" name="Anette Schötz" initials="AS" userId="S::Anette.Schoetz@mosaiic.de::f7df14e6-4eb3-432c-86eb-f3502a1d279a"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E7A96"/>
    <a:srgbClr val="53565A"/>
    <a:srgbClr val="0B2147"/>
    <a:srgbClr val="C4D6F5"/>
    <a:srgbClr val="CCCCCC"/>
    <a:srgbClr val="94D300"/>
    <a:srgbClr val="662988"/>
    <a:srgbClr val="D53015"/>
    <a:srgbClr val="EC6503"/>
    <a:srgbClr val="F8C17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440E3A-D7F3-4D20-96FB-4DF0F9118002}" v="1" dt="2026-08-18T11:01:38.673"/>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Mittlere Formatvorlage 1 - Akz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83" autoAdjust="0"/>
    <p:restoredTop sz="89638" autoAdjust="0"/>
  </p:normalViewPr>
  <p:slideViewPr>
    <p:cSldViewPr snapToGrid="0">
      <p:cViewPr varScale="1">
        <p:scale>
          <a:sx n="144" d="100"/>
          <a:sy n="144" d="100"/>
        </p:scale>
        <p:origin x="444"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microsoft.com/office/2018/10/relationships/authors" Targe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presProps" Target="presProps.xml"/><Relationship Id="rId48" Type="http://schemas.microsoft.com/office/2015/10/relationships/revisionInfo" Target="revisionInfo.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tableStyles" Target="tableStyles.xml"/><Relationship Id="rId20" Type="http://schemas.openxmlformats.org/officeDocument/2006/relationships/slide" Target="slides/slide12.xml"/><Relationship Id="rId41" Type="http://schemas.openxmlformats.org/officeDocument/2006/relationships/slide" Target="slides/slide33.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Doukas" userId="4a1df873-0ce1-40d0-ad09-7c60eec0f3dc" providerId="ADAL" clId="{FDDDE0EA-B627-46C1-B400-96D6D29A8B45}"/>
    <pc:docChg chg="undo redo custSel addSld delSld modSld sldOrd addSection modSection">
      <pc:chgData name="Michael Doukas" userId="4a1df873-0ce1-40d0-ad09-7c60eec0f3dc" providerId="ADAL" clId="{FDDDE0EA-B627-46C1-B400-96D6D29A8B45}" dt="2026-08-18T11:04:23.938" v="8613" actId="1076"/>
      <pc:docMkLst>
        <pc:docMk/>
      </pc:docMkLst>
      <pc:sldChg chg="addSp delSp modSp add mod modNotesTx">
        <pc:chgData name="Michael Doukas" userId="4a1df873-0ce1-40d0-ad09-7c60eec0f3dc" providerId="ADAL" clId="{FDDDE0EA-B627-46C1-B400-96D6D29A8B45}" dt="2026-07-22T08:06:14.974" v="2853" actId="14100"/>
        <pc:sldMkLst>
          <pc:docMk/>
          <pc:sldMk cId="2408719913" sldId="259"/>
        </pc:sldMkLst>
        <pc:spChg chg="mod">
          <ac:chgData name="Michael Doukas" userId="4a1df873-0ce1-40d0-ad09-7c60eec0f3dc" providerId="ADAL" clId="{FDDDE0EA-B627-46C1-B400-96D6D29A8B45}" dt="2026-07-22T07:46:29.186" v="2235" actId="20577"/>
          <ac:spMkLst>
            <pc:docMk/>
            <pc:sldMk cId="2408719913" sldId="259"/>
            <ac:spMk id="4" creationId="{9B19E466-27E8-29B5-CE67-99E59EF3DC11}"/>
          </ac:spMkLst>
        </pc:spChg>
        <pc:spChg chg="add mod">
          <ac:chgData name="Michael Doukas" userId="4a1df873-0ce1-40d0-ad09-7c60eec0f3dc" providerId="ADAL" clId="{FDDDE0EA-B627-46C1-B400-96D6D29A8B45}" dt="2026-07-22T07:47:35.372" v="2259" actId="1076"/>
          <ac:spMkLst>
            <pc:docMk/>
            <pc:sldMk cId="2408719913" sldId="259"/>
            <ac:spMk id="13" creationId="{66BD1594-7D89-0C8E-4698-BE12AF24F66F}"/>
          </ac:spMkLst>
        </pc:spChg>
        <pc:spChg chg="mod">
          <ac:chgData name="Michael Doukas" userId="4a1df873-0ce1-40d0-ad09-7c60eec0f3dc" providerId="ADAL" clId="{FDDDE0EA-B627-46C1-B400-96D6D29A8B45}" dt="2026-07-22T07:43:04.204" v="1947" actId="20577"/>
          <ac:spMkLst>
            <pc:docMk/>
            <pc:sldMk cId="2408719913" sldId="259"/>
            <ac:spMk id="16" creationId="{0CA071EE-270C-1730-0493-E7DE11A76B0E}"/>
          </ac:spMkLst>
        </pc:spChg>
        <pc:spChg chg="mod">
          <ac:chgData name="Michael Doukas" userId="4a1df873-0ce1-40d0-ad09-7c60eec0f3dc" providerId="ADAL" clId="{FDDDE0EA-B627-46C1-B400-96D6D29A8B45}" dt="2026-07-22T07:38:03.688" v="1539" actId="207"/>
          <ac:spMkLst>
            <pc:docMk/>
            <pc:sldMk cId="2408719913" sldId="259"/>
            <ac:spMk id="21" creationId="{558421CE-591B-843D-AB3A-7F6F52EAA378}"/>
          </ac:spMkLst>
        </pc:spChg>
        <pc:spChg chg="add del mod">
          <ac:chgData name="Michael Doukas" userId="4a1df873-0ce1-40d0-ad09-7c60eec0f3dc" providerId="ADAL" clId="{FDDDE0EA-B627-46C1-B400-96D6D29A8B45}" dt="2026-07-22T07:43:39.200" v="1951" actId="108"/>
          <ac:spMkLst>
            <pc:docMk/>
            <pc:sldMk cId="2408719913" sldId="259"/>
            <ac:spMk id="23" creationId="{757F1ED9-FEA7-B722-C26E-6EBA8609B9FC}"/>
          </ac:spMkLst>
        </pc:spChg>
        <pc:spChg chg="mod">
          <ac:chgData name="Michael Doukas" userId="4a1df873-0ce1-40d0-ad09-7c60eec0f3dc" providerId="ADAL" clId="{FDDDE0EA-B627-46C1-B400-96D6D29A8B45}" dt="2026-07-22T07:43:08.847" v="1949"/>
          <ac:spMkLst>
            <pc:docMk/>
            <pc:sldMk cId="2408719913" sldId="259"/>
            <ac:spMk id="28" creationId="{BAA5DE8F-0F11-DFCD-E8CF-D8A58D834649}"/>
          </ac:spMkLst>
        </pc:spChg>
        <pc:spChg chg="mod">
          <ac:chgData name="Michael Doukas" userId="4a1df873-0ce1-40d0-ad09-7c60eec0f3dc" providerId="ADAL" clId="{FDDDE0EA-B627-46C1-B400-96D6D29A8B45}" dt="2026-07-22T07:46:09.075" v="2230" actId="6549"/>
          <ac:spMkLst>
            <pc:docMk/>
            <pc:sldMk cId="2408719913" sldId="259"/>
            <ac:spMk id="37" creationId="{AFBA52E2-3845-F548-18F0-53DAFB5080EA}"/>
          </ac:spMkLst>
        </pc:spChg>
        <pc:spChg chg="mod">
          <ac:chgData name="Michael Doukas" userId="4a1df873-0ce1-40d0-ad09-7c60eec0f3dc" providerId="ADAL" clId="{FDDDE0EA-B627-46C1-B400-96D6D29A8B45}" dt="2026-07-22T08:00:57.065" v="2848" actId="14100"/>
          <ac:spMkLst>
            <pc:docMk/>
            <pc:sldMk cId="2408719913" sldId="259"/>
            <ac:spMk id="45" creationId="{85069C66-51A1-384A-DA04-2516EC666B86}"/>
          </ac:spMkLst>
        </pc:spChg>
        <pc:spChg chg="mod">
          <ac:chgData name="Michael Doukas" userId="4a1df873-0ce1-40d0-ad09-7c60eec0f3dc" providerId="ADAL" clId="{FDDDE0EA-B627-46C1-B400-96D6D29A8B45}" dt="2026-07-22T08:02:12.574" v="2852" actId="14100"/>
          <ac:spMkLst>
            <pc:docMk/>
            <pc:sldMk cId="2408719913" sldId="259"/>
            <ac:spMk id="46" creationId="{20CCCC8A-9A7C-6D8F-E937-CB0CED4AE875}"/>
          </ac:spMkLst>
        </pc:spChg>
        <pc:spChg chg="mod">
          <ac:chgData name="Michael Doukas" userId="4a1df873-0ce1-40d0-ad09-7c60eec0f3dc" providerId="ADAL" clId="{FDDDE0EA-B627-46C1-B400-96D6D29A8B45}" dt="2026-07-22T07:40:54.069" v="1725" actId="20577"/>
          <ac:spMkLst>
            <pc:docMk/>
            <pc:sldMk cId="2408719913" sldId="259"/>
            <ac:spMk id="49" creationId="{D7778334-FA2A-9366-741A-B7E8F4AF9856}"/>
          </ac:spMkLst>
        </pc:spChg>
        <pc:spChg chg="mod">
          <ac:chgData name="Michael Doukas" userId="4a1df873-0ce1-40d0-ad09-7c60eec0f3dc" providerId="ADAL" clId="{FDDDE0EA-B627-46C1-B400-96D6D29A8B45}" dt="2026-07-22T07:46:50.112" v="2240" actId="14100"/>
          <ac:spMkLst>
            <pc:docMk/>
            <pc:sldMk cId="2408719913" sldId="259"/>
            <ac:spMk id="52" creationId="{6E1A3B30-C09D-F2B5-237A-7181E4849E34}"/>
          </ac:spMkLst>
        </pc:spChg>
        <pc:spChg chg="mod">
          <ac:chgData name="Michael Doukas" userId="4a1df873-0ce1-40d0-ad09-7c60eec0f3dc" providerId="ADAL" clId="{FDDDE0EA-B627-46C1-B400-96D6D29A8B45}" dt="2026-07-22T07:46:54.528" v="2242" actId="14100"/>
          <ac:spMkLst>
            <pc:docMk/>
            <pc:sldMk cId="2408719913" sldId="259"/>
            <ac:spMk id="54" creationId="{D7B56EA1-A9D3-F2A0-F04F-5D99BA5EEF5F}"/>
          </ac:spMkLst>
        </pc:spChg>
        <pc:spChg chg="mod">
          <ac:chgData name="Michael Doukas" userId="4a1df873-0ce1-40d0-ad09-7c60eec0f3dc" providerId="ADAL" clId="{FDDDE0EA-B627-46C1-B400-96D6D29A8B45}" dt="2026-07-22T07:33:43.180" v="1462" actId="465"/>
          <ac:spMkLst>
            <pc:docMk/>
            <pc:sldMk cId="2408719913" sldId="259"/>
            <ac:spMk id="65" creationId="{A710B801-B4F4-A14A-ABBC-C0F0B67C4892}"/>
          </ac:spMkLst>
        </pc:spChg>
        <pc:spChg chg="add mod">
          <ac:chgData name="Michael Doukas" userId="4a1df873-0ce1-40d0-ad09-7c60eec0f3dc" providerId="ADAL" clId="{FDDDE0EA-B627-46C1-B400-96D6D29A8B45}" dt="2026-07-22T07:46:31.394" v="2239" actId="20577"/>
          <ac:spMkLst>
            <pc:docMk/>
            <pc:sldMk cId="2408719913" sldId="259"/>
            <ac:spMk id="88" creationId="{69EFF9BB-A077-1D46-46C2-FFB438583D35}"/>
          </ac:spMkLst>
        </pc:spChg>
        <pc:spChg chg="mod">
          <ac:chgData name="Michael Doukas" userId="4a1df873-0ce1-40d0-ad09-7c60eec0f3dc" providerId="ADAL" clId="{FDDDE0EA-B627-46C1-B400-96D6D29A8B45}" dt="2026-07-22T08:06:14.974" v="2853" actId="14100"/>
          <ac:spMkLst>
            <pc:docMk/>
            <pc:sldMk cId="2408719913" sldId="259"/>
            <ac:spMk id="96" creationId="{085D258B-23B1-B0E6-E734-1F8257CF080A}"/>
          </ac:spMkLst>
        </pc:spChg>
        <pc:spChg chg="mod">
          <ac:chgData name="Michael Doukas" userId="4a1df873-0ce1-40d0-ad09-7c60eec0f3dc" providerId="ADAL" clId="{FDDDE0EA-B627-46C1-B400-96D6D29A8B45}" dt="2026-07-22T07:40:34.188" v="1723" actId="108"/>
          <ac:spMkLst>
            <pc:docMk/>
            <pc:sldMk cId="2408719913" sldId="259"/>
            <ac:spMk id="102" creationId="{881E945D-579C-F892-3C7E-C894DB97981D}"/>
          </ac:spMkLst>
        </pc:spChg>
        <pc:spChg chg="mod">
          <ac:chgData name="Michael Doukas" userId="4a1df873-0ce1-40d0-ad09-7c60eec0f3dc" providerId="ADAL" clId="{FDDDE0EA-B627-46C1-B400-96D6D29A8B45}" dt="2026-07-22T08:01:04.523" v="2851" actId="2085"/>
          <ac:spMkLst>
            <pc:docMk/>
            <pc:sldMk cId="2408719913" sldId="259"/>
            <ac:spMk id="115" creationId="{60F68C63-C2E3-191A-9583-FE05DF069711}"/>
          </ac:spMkLst>
        </pc:spChg>
        <pc:spChg chg="mod">
          <ac:chgData name="Michael Doukas" userId="4a1df873-0ce1-40d0-ad09-7c60eec0f3dc" providerId="ADAL" clId="{FDDDE0EA-B627-46C1-B400-96D6D29A8B45}" dt="2026-07-22T07:36:21.978" v="1532" actId="113"/>
          <ac:spMkLst>
            <pc:docMk/>
            <pc:sldMk cId="2408719913" sldId="259"/>
            <ac:spMk id="117" creationId="{0CB33B4B-3090-1287-B951-B9FF2D059A76}"/>
          </ac:spMkLst>
        </pc:spChg>
        <pc:spChg chg="mod">
          <ac:chgData name="Michael Doukas" userId="4a1df873-0ce1-40d0-ad09-7c60eec0f3dc" providerId="ADAL" clId="{FDDDE0EA-B627-46C1-B400-96D6D29A8B45}" dt="2026-07-22T07:40:58.022" v="1726" actId="20577"/>
          <ac:spMkLst>
            <pc:docMk/>
            <pc:sldMk cId="2408719913" sldId="259"/>
            <ac:spMk id="131" creationId="{902BBB92-9DAF-CC91-4471-5D71BD8233C6}"/>
          </ac:spMkLst>
        </pc:spChg>
        <pc:spChg chg="mod">
          <ac:chgData name="Michael Doukas" userId="4a1df873-0ce1-40d0-ad09-7c60eec0f3dc" providerId="ADAL" clId="{FDDDE0EA-B627-46C1-B400-96D6D29A8B45}" dt="2026-07-22T07:47:22.285" v="2254" actId="1076"/>
          <ac:spMkLst>
            <pc:docMk/>
            <pc:sldMk cId="2408719913" sldId="259"/>
            <ac:spMk id="168" creationId="{7A6E95C4-1048-0147-0339-B3B84B8ABD75}"/>
          </ac:spMkLst>
        </pc:spChg>
        <pc:spChg chg="mod">
          <ac:chgData name="Michael Doukas" userId="4a1df873-0ce1-40d0-ad09-7c60eec0f3dc" providerId="ADAL" clId="{FDDDE0EA-B627-46C1-B400-96D6D29A8B45}" dt="2026-07-22T07:33:53.975" v="1466" actId="14100"/>
          <ac:spMkLst>
            <pc:docMk/>
            <pc:sldMk cId="2408719913" sldId="259"/>
            <ac:spMk id="169" creationId="{AB095684-1E63-DCEC-4F14-EDC9B16EE30D}"/>
          </ac:spMkLst>
        </pc:spChg>
        <pc:picChg chg="mod">
          <ac:chgData name="Michael Doukas" userId="4a1df873-0ce1-40d0-ad09-7c60eec0f3dc" providerId="ADAL" clId="{FDDDE0EA-B627-46C1-B400-96D6D29A8B45}" dt="2026-07-22T07:36:25.768" v="1533" actId="1076"/>
          <ac:picMkLst>
            <pc:docMk/>
            <pc:sldMk cId="2408719913" sldId="259"/>
            <ac:picMk id="17" creationId="{3D4564CD-7553-4B9F-92B4-0236F8B4CD86}"/>
          </ac:picMkLst>
        </pc:picChg>
        <pc:picChg chg="add mod">
          <ac:chgData name="Michael Doukas" userId="4a1df873-0ce1-40d0-ad09-7c60eec0f3dc" providerId="ADAL" clId="{FDDDE0EA-B627-46C1-B400-96D6D29A8B45}" dt="2026-07-22T07:35:26.740" v="1510" actId="12789"/>
          <ac:picMkLst>
            <pc:docMk/>
            <pc:sldMk cId="2408719913" sldId="259"/>
            <ac:picMk id="31" creationId="{4FB43BD4-EEC2-A3EC-3314-7140337DFE3C}"/>
          </ac:picMkLst>
        </pc:picChg>
        <pc:picChg chg="add mod">
          <ac:chgData name="Michael Doukas" userId="4a1df873-0ce1-40d0-ad09-7c60eec0f3dc" providerId="ADAL" clId="{FDDDE0EA-B627-46C1-B400-96D6D29A8B45}" dt="2026-07-22T07:26:24.020" v="1293" actId="1076"/>
          <ac:picMkLst>
            <pc:docMk/>
            <pc:sldMk cId="2408719913" sldId="259"/>
            <ac:picMk id="32" creationId="{9C0E9AED-F9C6-48CB-E603-D55C42F0ECD6}"/>
          </ac:picMkLst>
        </pc:picChg>
        <pc:picChg chg="add mod">
          <ac:chgData name="Michael Doukas" userId="4a1df873-0ce1-40d0-ad09-7c60eec0f3dc" providerId="ADAL" clId="{FDDDE0EA-B627-46C1-B400-96D6D29A8B45}" dt="2026-07-22T07:42:19.135" v="1930" actId="1076"/>
          <ac:picMkLst>
            <pc:docMk/>
            <pc:sldMk cId="2408719913" sldId="259"/>
            <ac:picMk id="33" creationId="{30FB1FD9-F8E7-3BD2-F3AE-B1FD33BC7181}"/>
          </ac:picMkLst>
        </pc:picChg>
        <pc:picChg chg="add mod">
          <ac:chgData name="Michael Doukas" userId="4a1df873-0ce1-40d0-ad09-7c60eec0f3dc" providerId="ADAL" clId="{FDDDE0EA-B627-46C1-B400-96D6D29A8B45}" dt="2026-07-22T07:35:26.740" v="1510" actId="12789"/>
          <ac:picMkLst>
            <pc:docMk/>
            <pc:sldMk cId="2408719913" sldId="259"/>
            <ac:picMk id="106" creationId="{6BBD4FEA-4A95-E77B-3630-9E6267CC923B}"/>
          </ac:picMkLst>
        </pc:picChg>
        <pc:cxnChg chg="mod">
          <ac:chgData name="Michael Doukas" userId="4a1df873-0ce1-40d0-ad09-7c60eec0f3dc" providerId="ADAL" clId="{FDDDE0EA-B627-46C1-B400-96D6D29A8B45}" dt="2026-07-22T07:33:43.180" v="1462" actId="465"/>
          <ac:cxnSpMkLst>
            <pc:docMk/>
            <pc:sldMk cId="2408719913" sldId="259"/>
            <ac:cxnSpMk id="8" creationId="{704B94F6-BA6E-ECC4-5F8F-B71D0608C8A1}"/>
          </ac:cxnSpMkLst>
        </pc:cxnChg>
        <pc:cxnChg chg="mod">
          <ac:chgData name="Michael Doukas" userId="4a1df873-0ce1-40d0-ad09-7c60eec0f3dc" providerId="ADAL" clId="{FDDDE0EA-B627-46C1-B400-96D6D29A8B45}" dt="2026-07-22T07:30:02.832" v="1350" actId="12789"/>
          <ac:cxnSpMkLst>
            <pc:docMk/>
            <pc:sldMk cId="2408719913" sldId="259"/>
            <ac:cxnSpMk id="10" creationId="{E6C6B753-C497-7EC7-D692-006F208F489B}"/>
          </ac:cxnSpMkLst>
        </pc:cxnChg>
        <pc:cxnChg chg="mod">
          <ac:chgData name="Michael Doukas" userId="4a1df873-0ce1-40d0-ad09-7c60eec0f3dc" providerId="ADAL" clId="{FDDDE0EA-B627-46C1-B400-96D6D29A8B45}" dt="2026-07-22T07:30:02.832" v="1350" actId="12789"/>
          <ac:cxnSpMkLst>
            <pc:docMk/>
            <pc:sldMk cId="2408719913" sldId="259"/>
            <ac:cxnSpMk id="24" creationId="{4092E242-41F2-72D2-8DD9-24445406908D}"/>
          </ac:cxnSpMkLst>
        </pc:cxnChg>
        <pc:cxnChg chg="mod">
          <ac:chgData name="Michael Doukas" userId="4a1df873-0ce1-40d0-ad09-7c60eec0f3dc" providerId="ADAL" clId="{FDDDE0EA-B627-46C1-B400-96D6D29A8B45}" dt="2026-07-22T07:33:43.180" v="1462" actId="465"/>
          <ac:cxnSpMkLst>
            <pc:docMk/>
            <pc:sldMk cId="2408719913" sldId="259"/>
            <ac:cxnSpMk id="29" creationId="{403158B3-938A-B02F-2DDE-53C535A794A9}"/>
          </ac:cxnSpMkLst>
        </pc:cxnChg>
        <pc:cxnChg chg="add mod">
          <ac:chgData name="Michael Doukas" userId="4a1df873-0ce1-40d0-ad09-7c60eec0f3dc" providerId="ADAL" clId="{FDDDE0EA-B627-46C1-B400-96D6D29A8B45}" dt="2026-07-22T07:30:24.292" v="1353" actId="465"/>
          <ac:cxnSpMkLst>
            <pc:docMk/>
            <pc:sldMk cId="2408719913" sldId="259"/>
            <ac:cxnSpMk id="41" creationId="{56F196CF-3B89-AAF1-1CEB-A4D2F5B9FA57}"/>
          </ac:cxnSpMkLst>
        </pc:cxnChg>
        <pc:cxnChg chg="mod">
          <ac:chgData name="Michael Doukas" userId="4a1df873-0ce1-40d0-ad09-7c60eec0f3dc" providerId="ADAL" clId="{FDDDE0EA-B627-46C1-B400-96D6D29A8B45}" dt="2026-07-22T07:30:02.832" v="1350" actId="12789"/>
          <ac:cxnSpMkLst>
            <pc:docMk/>
            <pc:sldMk cId="2408719913" sldId="259"/>
            <ac:cxnSpMk id="50" creationId="{35BB552B-D7A7-9F9F-C482-E98BD46BABD3}"/>
          </ac:cxnSpMkLst>
        </pc:cxnChg>
        <pc:cxnChg chg="mod">
          <ac:chgData name="Michael Doukas" userId="4a1df873-0ce1-40d0-ad09-7c60eec0f3dc" providerId="ADAL" clId="{FDDDE0EA-B627-46C1-B400-96D6D29A8B45}" dt="2026-07-22T07:34:07.829" v="1469" actId="14100"/>
          <ac:cxnSpMkLst>
            <pc:docMk/>
            <pc:sldMk cId="2408719913" sldId="259"/>
            <ac:cxnSpMk id="55" creationId="{7FB262D9-E868-3620-F75C-65EEEE27E3CE}"/>
          </ac:cxnSpMkLst>
        </pc:cxnChg>
        <pc:cxnChg chg="add mod">
          <ac:chgData name="Michael Doukas" userId="4a1df873-0ce1-40d0-ad09-7c60eec0f3dc" providerId="ADAL" clId="{FDDDE0EA-B627-46C1-B400-96D6D29A8B45}" dt="2026-07-22T07:42:45.802" v="1938" actId="14100"/>
          <ac:cxnSpMkLst>
            <pc:docMk/>
            <pc:sldMk cId="2408719913" sldId="259"/>
            <ac:cxnSpMk id="64" creationId="{E9DABB6E-4326-E675-7A84-0A2DB1C42710}"/>
          </ac:cxnSpMkLst>
        </pc:cxnChg>
        <pc:cxnChg chg="add mod">
          <ac:chgData name="Michael Doukas" userId="4a1df873-0ce1-40d0-ad09-7c60eec0f3dc" providerId="ADAL" clId="{FDDDE0EA-B627-46C1-B400-96D6D29A8B45}" dt="2026-07-22T07:42:50.195" v="1940" actId="14100"/>
          <ac:cxnSpMkLst>
            <pc:docMk/>
            <pc:sldMk cId="2408719913" sldId="259"/>
            <ac:cxnSpMk id="69" creationId="{4DB60FE9-D7D4-8E38-96CA-FB9E433CAF02}"/>
          </ac:cxnSpMkLst>
        </pc:cxnChg>
        <pc:cxnChg chg="add mod">
          <ac:chgData name="Michael Doukas" userId="4a1df873-0ce1-40d0-ad09-7c60eec0f3dc" providerId="ADAL" clId="{FDDDE0EA-B627-46C1-B400-96D6D29A8B45}" dt="2026-07-22T07:42:52.004" v="1941" actId="14100"/>
          <ac:cxnSpMkLst>
            <pc:docMk/>
            <pc:sldMk cId="2408719913" sldId="259"/>
            <ac:cxnSpMk id="70" creationId="{7CC6590C-9AD4-C21D-B5CC-1C09D17BCB3C}"/>
          </ac:cxnSpMkLst>
        </pc:cxnChg>
        <pc:cxnChg chg="add mod">
          <ac:chgData name="Michael Doukas" userId="4a1df873-0ce1-40d0-ad09-7c60eec0f3dc" providerId="ADAL" clId="{FDDDE0EA-B627-46C1-B400-96D6D29A8B45}" dt="2026-07-22T07:42:43.414" v="1937" actId="14100"/>
          <ac:cxnSpMkLst>
            <pc:docMk/>
            <pc:sldMk cId="2408719913" sldId="259"/>
            <ac:cxnSpMk id="80" creationId="{B26B1B5F-C89B-E2A3-23FA-70BB7C91CB32}"/>
          </ac:cxnSpMkLst>
        </pc:cxnChg>
        <pc:cxnChg chg="mod">
          <ac:chgData name="Michael Doukas" userId="4a1df873-0ce1-40d0-ad09-7c60eec0f3dc" providerId="ADAL" clId="{FDDDE0EA-B627-46C1-B400-96D6D29A8B45}" dt="2026-07-22T07:42:48.071" v="1939" actId="14100"/>
          <ac:cxnSpMkLst>
            <pc:docMk/>
            <pc:sldMk cId="2408719913" sldId="259"/>
            <ac:cxnSpMk id="93" creationId="{03CF615C-BB89-F742-3075-4B066B35B834}"/>
          </ac:cxnSpMkLst>
        </pc:cxnChg>
        <pc:cxnChg chg="add mod">
          <ac:chgData name="Michael Doukas" userId="4a1df873-0ce1-40d0-ad09-7c60eec0f3dc" providerId="ADAL" clId="{FDDDE0EA-B627-46C1-B400-96D6D29A8B45}" dt="2026-07-22T07:33:43.180" v="1462" actId="465"/>
          <ac:cxnSpMkLst>
            <pc:docMk/>
            <pc:sldMk cId="2408719913" sldId="259"/>
            <ac:cxnSpMk id="95" creationId="{31D4C73B-9886-CE61-D53A-AAC79C538780}"/>
          </ac:cxnSpMkLst>
        </pc:cxnChg>
        <pc:cxnChg chg="add mod">
          <ac:chgData name="Michael Doukas" userId="4a1df873-0ce1-40d0-ad09-7c60eec0f3dc" providerId="ADAL" clId="{FDDDE0EA-B627-46C1-B400-96D6D29A8B45}" dt="2026-07-22T07:33:43.180" v="1462" actId="465"/>
          <ac:cxnSpMkLst>
            <pc:docMk/>
            <pc:sldMk cId="2408719913" sldId="259"/>
            <ac:cxnSpMk id="99" creationId="{7E42F340-9E66-DDAB-8C38-160574AC9629}"/>
          </ac:cxnSpMkLst>
        </pc:cxnChg>
        <pc:cxnChg chg="mod">
          <ac:chgData name="Michael Doukas" userId="4a1df873-0ce1-40d0-ad09-7c60eec0f3dc" providerId="ADAL" clId="{FDDDE0EA-B627-46C1-B400-96D6D29A8B45}" dt="2026-07-22T07:35:58.061" v="1513" actId="14100"/>
          <ac:cxnSpMkLst>
            <pc:docMk/>
            <pc:sldMk cId="2408719913" sldId="259"/>
            <ac:cxnSpMk id="162" creationId="{F6D5397B-25C2-D926-E6E3-7D963C8B42BF}"/>
          </ac:cxnSpMkLst>
        </pc:cxnChg>
      </pc:sldChg>
      <pc:sldChg chg="addSp delSp modSp add mod ord">
        <pc:chgData name="Michael Doukas" userId="4a1df873-0ce1-40d0-ad09-7c60eec0f3dc" providerId="ADAL" clId="{FDDDE0EA-B627-46C1-B400-96D6D29A8B45}" dt="2026-07-23T10:10:14.950" v="5132" actId="20577"/>
        <pc:sldMkLst>
          <pc:docMk/>
          <pc:sldMk cId="292726412" sldId="260"/>
        </pc:sldMkLst>
        <pc:spChg chg="mod">
          <ac:chgData name="Michael Doukas" userId="4a1df873-0ce1-40d0-ad09-7c60eec0f3dc" providerId="ADAL" clId="{FDDDE0EA-B627-46C1-B400-96D6D29A8B45}" dt="2026-07-22T07:51:35.111" v="2462" actId="20577"/>
          <ac:spMkLst>
            <pc:docMk/>
            <pc:sldMk cId="292726412" sldId="260"/>
            <ac:spMk id="2" creationId="{FD6CF286-BA41-6E57-941A-F97E0A3863A7}"/>
          </ac:spMkLst>
        </pc:spChg>
        <pc:spChg chg="mod">
          <ac:chgData name="Michael Doukas" userId="4a1df873-0ce1-40d0-ad09-7c60eec0f3dc" providerId="ADAL" clId="{FDDDE0EA-B627-46C1-B400-96D6D29A8B45}" dt="2026-07-23T10:10:14.950" v="5132" actId="20577"/>
          <ac:spMkLst>
            <pc:docMk/>
            <pc:sldMk cId="292726412" sldId="260"/>
            <ac:spMk id="10" creationId="{1AA1470F-A378-89CA-3DC4-39A32D5535CB}"/>
          </ac:spMkLst>
        </pc:spChg>
        <pc:picChg chg="add mod ord">
          <ac:chgData name="Michael Doukas" userId="4a1df873-0ce1-40d0-ad09-7c60eec0f3dc" providerId="ADAL" clId="{FDDDE0EA-B627-46C1-B400-96D6D29A8B45}" dt="2026-07-22T07:52:11.406" v="2476" actId="167"/>
          <ac:picMkLst>
            <pc:docMk/>
            <pc:sldMk cId="292726412" sldId="260"/>
            <ac:picMk id="8" creationId="{02ABA724-DC71-C66F-2A67-14B616C67D5D}"/>
          </ac:picMkLst>
        </pc:picChg>
      </pc:sldChg>
      <pc:sldChg chg="addSp delSp modSp new mod ord modCm">
        <pc:chgData name="Michael Doukas" userId="4a1df873-0ce1-40d0-ad09-7c60eec0f3dc" providerId="ADAL" clId="{FDDDE0EA-B627-46C1-B400-96D6D29A8B45}" dt="2026-07-22T08:00:07.491" v="2847" actId="20577"/>
        <pc:sldMkLst>
          <pc:docMk/>
          <pc:sldMk cId="3123125270" sldId="263"/>
        </pc:sldMkLst>
        <pc:spChg chg="mod">
          <ac:chgData name="Michael Doukas" userId="4a1df873-0ce1-40d0-ad09-7c60eec0f3dc" providerId="ADAL" clId="{FDDDE0EA-B627-46C1-B400-96D6D29A8B45}" dt="2026-07-22T08:00:07.491" v="2847" actId="20577"/>
          <ac:spMkLst>
            <pc:docMk/>
            <pc:sldMk cId="3123125270" sldId="263"/>
            <ac:spMk id="4" creationId="{1F7B4B5C-E682-F00E-4ECB-A9A444716613}"/>
          </ac:spMkLst>
        </pc:spChg>
        <pc:extLst>
          <p:ext xmlns:p="http://schemas.openxmlformats.org/presentationml/2006/main" uri="{D6D511B9-2390-475A-947B-AFAB55BFBCF1}">
            <pc226:cmChg xmlns:pc226="http://schemas.microsoft.com/office/powerpoint/2022/06/main/command" chg="mod">
              <pc226:chgData name="Michael Doukas" userId="4a1df873-0ce1-40d0-ad09-7c60eec0f3dc" providerId="ADAL" clId="{FDDDE0EA-B627-46C1-B400-96D6D29A8B45}" dt="2026-07-22T08:00:07.491" v="2847" actId="20577"/>
              <pc2:cmMkLst xmlns:pc2="http://schemas.microsoft.com/office/powerpoint/2019/9/main/command">
                <pc:docMk/>
                <pc:sldMk cId="3123125270" sldId="263"/>
                <pc2:cmMk id="{D0635540-0CF3-4A10-8012-4AEA6514FEF5}"/>
              </pc2:cmMkLst>
            </pc226:cmChg>
          </p:ext>
        </pc:extLst>
      </pc:sldChg>
      <pc:sldChg chg="addSp delSp modSp add mod">
        <pc:chgData name="Michael Doukas" userId="4a1df873-0ce1-40d0-ad09-7c60eec0f3dc" providerId="ADAL" clId="{FDDDE0EA-B627-46C1-B400-96D6D29A8B45}" dt="2026-07-22T07:56:19.160" v="2685" actId="1076"/>
        <pc:sldMkLst>
          <pc:docMk/>
          <pc:sldMk cId="3448479991" sldId="265"/>
        </pc:sldMkLst>
        <pc:spChg chg="mod">
          <ac:chgData name="Michael Doukas" userId="4a1df873-0ce1-40d0-ad09-7c60eec0f3dc" providerId="ADAL" clId="{FDDDE0EA-B627-46C1-B400-96D6D29A8B45}" dt="2026-07-22T07:55:26.669" v="2681" actId="20577"/>
          <ac:spMkLst>
            <pc:docMk/>
            <pc:sldMk cId="3448479991" sldId="265"/>
            <ac:spMk id="2" creationId="{881B0959-CAFF-3D3D-2B77-5821730A8D20}"/>
          </ac:spMkLst>
        </pc:spChg>
        <pc:picChg chg="add mod">
          <ac:chgData name="Michael Doukas" userId="4a1df873-0ce1-40d0-ad09-7c60eec0f3dc" providerId="ADAL" clId="{FDDDE0EA-B627-46C1-B400-96D6D29A8B45}" dt="2026-07-22T07:56:19.160" v="2685" actId="1076"/>
          <ac:picMkLst>
            <pc:docMk/>
            <pc:sldMk cId="3448479991" sldId="265"/>
            <ac:picMk id="12" creationId="{BB11FBDE-03EC-61A0-EA19-3FBC5D56A425}"/>
          </ac:picMkLst>
        </pc:picChg>
      </pc:sldChg>
      <pc:sldChg chg="addSp delSp modSp add mod">
        <pc:chgData name="Michael Doukas" userId="4a1df873-0ce1-40d0-ad09-7c60eec0f3dc" providerId="ADAL" clId="{FDDDE0EA-B627-46C1-B400-96D6D29A8B45}" dt="2026-07-23T10:09:17.863" v="5009" actId="20577"/>
        <pc:sldMkLst>
          <pc:docMk/>
          <pc:sldMk cId="275209282" sldId="266"/>
        </pc:sldMkLst>
        <pc:spChg chg="mod">
          <ac:chgData name="Michael Doukas" userId="4a1df873-0ce1-40d0-ad09-7c60eec0f3dc" providerId="ADAL" clId="{FDDDE0EA-B627-46C1-B400-96D6D29A8B45}" dt="2026-07-22T07:52:58.996" v="2482"/>
          <ac:spMkLst>
            <pc:docMk/>
            <pc:sldMk cId="275209282" sldId="266"/>
            <ac:spMk id="2" creationId="{B91EBB51-817E-1351-88C3-A9122D272669}"/>
          </ac:spMkLst>
        </pc:spChg>
        <pc:graphicFrameChg chg="add mod modGraphic">
          <ac:chgData name="Michael Doukas" userId="4a1df873-0ce1-40d0-ad09-7c60eec0f3dc" providerId="ADAL" clId="{FDDDE0EA-B627-46C1-B400-96D6D29A8B45}" dt="2026-07-23T10:09:17.863" v="5009" actId="20577"/>
          <ac:graphicFrameMkLst>
            <pc:docMk/>
            <pc:sldMk cId="275209282" sldId="266"/>
            <ac:graphicFrameMk id="4" creationId="{49548E42-0324-E061-4138-2EDD427D1569}"/>
          </ac:graphicFrameMkLst>
        </pc:graphicFrameChg>
      </pc:sldChg>
      <pc:sldChg chg="addSp delSp modSp add mod ord modNotesTx">
        <pc:chgData name="Michael Doukas" userId="4a1df873-0ce1-40d0-ad09-7c60eec0f3dc" providerId="ADAL" clId="{FDDDE0EA-B627-46C1-B400-96D6D29A8B45}" dt="2026-07-23T10:29:33.155" v="6883" actId="20577"/>
        <pc:sldMkLst>
          <pc:docMk/>
          <pc:sldMk cId="3099954911" sldId="267"/>
        </pc:sldMkLst>
        <pc:spChg chg="mod">
          <ac:chgData name="Michael Doukas" userId="4a1df873-0ce1-40d0-ad09-7c60eec0f3dc" providerId="ADAL" clId="{FDDDE0EA-B627-46C1-B400-96D6D29A8B45}" dt="2026-07-23T09:48:20.914" v="2881" actId="20577"/>
          <ac:spMkLst>
            <pc:docMk/>
            <pc:sldMk cId="3099954911" sldId="267"/>
            <ac:spMk id="2" creationId="{3D40AABF-1D51-F61E-6DE9-5692305B83B0}"/>
          </ac:spMkLst>
        </pc:spChg>
        <pc:spChg chg="mod">
          <ac:chgData name="Michael Doukas" userId="4a1df873-0ce1-40d0-ad09-7c60eec0f3dc" providerId="ADAL" clId="{FDDDE0EA-B627-46C1-B400-96D6D29A8B45}" dt="2026-07-23T10:29:33.155" v="6883" actId="20577"/>
          <ac:spMkLst>
            <pc:docMk/>
            <pc:sldMk cId="3099954911" sldId="267"/>
            <ac:spMk id="10" creationId="{AC6FA5E2-DC80-CEDB-E46A-21AD960FB1B4}"/>
          </ac:spMkLst>
        </pc:spChg>
        <pc:picChg chg="add mod">
          <ac:chgData name="Michael Doukas" userId="4a1df873-0ce1-40d0-ad09-7c60eec0f3dc" providerId="ADAL" clId="{FDDDE0EA-B627-46C1-B400-96D6D29A8B45}" dt="2026-07-22T07:51:01.634" v="2419" actId="1076"/>
          <ac:picMkLst>
            <pc:docMk/>
            <pc:sldMk cId="3099954911" sldId="267"/>
            <ac:picMk id="8" creationId="{489B01A4-17F5-3AD4-03C5-32DE35959D80}"/>
          </ac:picMkLst>
        </pc:picChg>
      </pc:sldChg>
      <pc:sldChg chg="addSp delSp modSp add mod">
        <pc:chgData name="Michael Doukas" userId="4a1df873-0ce1-40d0-ad09-7c60eec0f3dc" providerId="ADAL" clId="{FDDDE0EA-B627-46C1-B400-96D6D29A8B45}" dt="2026-07-23T10:14:16.727" v="5203" actId="208"/>
        <pc:sldMkLst>
          <pc:docMk/>
          <pc:sldMk cId="3907092804" sldId="268"/>
        </pc:sldMkLst>
        <pc:spChg chg="mod">
          <ac:chgData name="Michael Doukas" userId="4a1df873-0ce1-40d0-ad09-7c60eec0f3dc" providerId="ADAL" clId="{FDDDE0EA-B627-46C1-B400-96D6D29A8B45}" dt="2026-07-22T07:53:26.886" v="2501" actId="20577"/>
          <ac:spMkLst>
            <pc:docMk/>
            <pc:sldMk cId="3907092804" sldId="268"/>
            <ac:spMk id="2" creationId="{B2A70A56-0AF9-0EB4-57FB-169E928DEED1}"/>
          </ac:spMkLst>
        </pc:spChg>
        <pc:picChg chg="add mod">
          <ac:chgData name="Michael Doukas" userId="4a1df873-0ce1-40d0-ad09-7c60eec0f3dc" providerId="ADAL" clId="{FDDDE0EA-B627-46C1-B400-96D6D29A8B45}" dt="2026-07-23T10:13:15.855" v="5180" actId="14100"/>
          <ac:picMkLst>
            <pc:docMk/>
            <pc:sldMk cId="3907092804" sldId="268"/>
            <ac:picMk id="9" creationId="{A1C51698-FC5D-7D18-373F-FC5F5A4F0A27}"/>
          </ac:picMkLst>
        </pc:picChg>
        <pc:picChg chg="add mod">
          <ac:chgData name="Michael Doukas" userId="4a1df873-0ce1-40d0-ad09-7c60eec0f3dc" providerId="ADAL" clId="{FDDDE0EA-B627-46C1-B400-96D6D29A8B45}" dt="2026-07-23T10:14:16.727" v="5203" actId="208"/>
          <ac:picMkLst>
            <pc:docMk/>
            <pc:sldMk cId="3907092804" sldId="268"/>
            <ac:picMk id="12" creationId="{A448355D-7833-759C-AB3B-420492FD35BD}"/>
          </ac:picMkLst>
        </pc:picChg>
        <pc:picChg chg="add mod">
          <ac:chgData name="Michael Doukas" userId="4a1df873-0ce1-40d0-ad09-7c60eec0f3dc" providerId="ADAL" clId="{FDDDE0EA-B627-46C1-B400-96D6D29A8B45}" dt="2026-07-23T10:13:40.488" v="5197" actId="14100"/>
          <ac:picMkLst>
            <pc:docMk/>
            <pc:sldMk cId="3907092804" sldId="268"/>
            <ac:picMk id="19" creationId="{FF0E1640-4AB3-2499-F263-9D37317A6D2E}"/>
          </ac:picMkLst>
        </pc:picChg>
        <pc:picChg chg="add mod">
          <ac:chgData name="Michael Doukas" userId="4a1df873-0ce1-40d0-ad09-7c60eec0f3dc" providerId="ADAL" clId="{FDDDE0EA-B627-46C1-B400-96D6D29A8B45}" dt="2026-07-23T10:13:17.153" v="5181" actId="1076"/>
          <ac:picMkLst>
            <pc:docMk/>
            <pc:sldMk cId="3907092804" sldId="268"/>
            <ac:picMk id="24" creationId="{16DFA832-BA65-0870-F271-C8CC30734373}"/>
          </ac:picMkLst>
        </pc:picChg>
        <pc:picChg chg="add mod">
          <ac:chgData name="Michael Doukas" userId="4a1df873-0ce1-40d0-ad09-7c60eec0f3dc" providerId="ADAL" clId="{FDDDE0EA-B627-46C1-B400-96D6D29A8B45}" dt="2026-07-23T10:13:38.206" v="5196" actId="14100"/>
          <ac:picMkLst>
            <pc:docMk/>
            <pc:sldMk cId="3907092804" sldId="268"/>
            <ac:picMk id="27" creationId="{CA83AF7E-6FC4-3F44-0BB8-64C25E51F9D9}"/>
          </ac:picMkLst>
        </pc:picChg>
        <pc:cxnChg chg="add mod">
          <ac:chgData name="Michael Doukas" userId="4a1df873-0ce1-40d0-ad09-7c60eec0f3dc" providerId="ADAL" clId="{FDDDE0EA-B627-46C1-B400-96D6D29A8B45}" dt="2026-07-23T10:14:16.727" v="5203" actId="208"/>
          <ac:cxnSpMkLst>
            <pc:docMk/>
            <pc:sldMk cId="3907092804" sldId="268"/>
            <ac:cxnSpMk id="10" creationId="{19833BA2-0C62-5CA0-224F-106CA9A72185}"/>
          </ac:cxnSpMkLst>
        </pc:cxnChg>
        <pc:cxnChg chg="add mod">
          <ac:chgData name="Michael Doukas" userId="4a1df873-0ce1-40d0-ad09-7c60eec0f3dc" providerId="ADAL" clId="{FDDDE0EA-B627-46C1-B400-96D6D29A8B45}" dt="2026-07-23T10:14:16.727" v="5203" actId="208"/>
          <ac:cxnSpMkLst>
            <pc:docMk/>
            <pc:sldMk cId="3907092804" sldId="268"/>
            <ac:cxnSpMk id="14" creationId="{64E89777-1932-514C-6DB7-C8A44A171EEA}"/>
          </ac:cxnSpMkLst>
        </pc:cxnChg>
        <pc:cxnChg chg="add mod">
          <ac:chgData name="Michael Doukas" userId="4a1df873-0ce1-40d0-ad09-7c60eec0f3dc" providerId="ADAL" clId="{FDDDE0EA-B627-46C1-B400-96D6D29A8B45}" dt="2026-07-23T10:14:16.727" v="5203" actId="208"/>
          <ac:cxnSpMkLst>
            <pc:docMk/>
            <pc:sldMk cId="3907092804" sldId="268"/>
            <ac:cxnSpMk id="21" creationId="{DD12672F-C2ED-16C6-D152-002B3306D463}"/>
          </ac:cxnSpMkLst>
        </pc:cxnChg>
        <pc:cxnChg chg="add mod">
          <ac:chgData name="Michael Doukas" userId="4a1df873-0ce1-40d0-ad09-7c60eec0f3dc" providerId="ADAL" clId="{FDDDE0EA-B627-46C1-B400-96D6D29A8B45}" dt="2026-07-23T10:14:16.727" v="5203" actId="208"/>
          <ac:cxnSpMkLst>
            <pc:docMk/>
            <pc:sldMk cId="3907092804" sldId="268"/>
            <ac:cxnSpMk id="29" creationId="{05133050-42E5-465A-3A9A-DBAD5DF8B915}"/>
          </ac:cxnSpMkLst>
        </pc:cxnChg>
      </pc:sldChg>
      <pc:sldChg chg="addSp delSp modSp add mod ord">
        <pc:chgData name="Michael Doukas" userId="4a1df873-0ce1-40d0-ad09-7c60eec0f3dc" providerId="ADAL" clId="{FDDDE0EA-B627-46C1-B400-96D6D29A8B45}" dt="2026-07-23T10:21:58.056" v="6005" actId="20577"/>
        <pc:sldMkLst>
          <pc:docMk/>
          <pc:sldMk cId="4057107764" sldId="270"/>
        </pc:sldMkLst>
        <pc:spChg chg="mod">
          <ac:chgData name="Michael Doukas" userId="4a1df873-0ce1-40d0-ad09-7c60eec0f3dc" providerId="ADAL" clId="{FDDDE0EA-B627-46C1-B400-96D6D29A8B45}" dt="2026-07-22T07:58:13.836" v="2801" actId="20577"/>
          <ac:spMkLst>
            <pc:docMk/>
            <pc:sldMk cId="4057107764" sldId="270"/>
            <ac:spMk id="2" creationId="{55A93E7B-8270-5F24-2367-5DB01B1E858C}"/>
          </ac:spMkLst>
        </pc:spChg>
        <pc:spChg chg="mod">
          <ac:chgData name="Michael Doukas" userId="4a1df873-0ce1-40d0-ad09-7c60eec0f3dc" providerId="ADAL" clId="{FDDDE0EA-B627-46C1-B400-96D6D29A8B45}" dt="2026-07-23T10:21:58.056" v="6005" actId="20577"/>
          <ac:spMkLst>
            <pc:docMk/>
            <pc:sldMk cId="4057107764" sldId="270"/>
            <ac:spMk id="10" creationId="{E8E89031-E014-7A65-2C79-74D649DE1B72}"/>
          </ac:spMkLst>
        </pc:spChg>
        <pc:picChg chg="add mod ord">
          <ac:chgData name="Michael Doukas" userId="4a1df873-0ce1-40d0-ad09-7c60eec0f3dc" providerId="ADAL" clId="{FDDDE0EA-B627-46C1-B400-96D6D29A8B45}" dt="2026-07-22T07:58:50.214" v="2815" actId="167"/>
          <ac:picMkLst>
            <pc:docMk/>
            <pc:sldMk cId="4057107764" sldId="270"/>
            <ac:picMk id="9" creationId="{C97EECA7-45A5-C1E2-ADD4-015A937E516E}"/>
          </ac:picMkLst>
        </pc:picChg>
      </pc:sldChg>
      <pc:sldChg chg="addSp modSp mod ord">
        <pc:chgData name="Michael Doukas" userId="4a1df873-0ce1-40d0-ad09-7c60eec0f3dc" providerId="ADAL" clId="{FDDDE0EA-B627-46C1-B400-96D6D29A8B45}" dt="2026-07-22T07:51:20.135" v="2424"/>
        <pc:sldMkLst>
          <pc:docMk/>
          <pc:sldMk cId="1626402719" sldId="271"/>
        </pc:sldMkLst>
        <pc:spChg chg="mod">
          <ac:chgData name="Michael Doukas" userId="4a1df873-0ce1-40d0-ad09-7c60eec0f3dc" providerId="ADAL" clId="{FDDDE0EA-B627-46C1-B400-96D6D29A8B45}" dt="2026-07-22T07:51:20.135" v="2424"/>
          <ac:spMkLst>
            <pc:docMk/>
            <pc:sldMk cId="1626402719" sldId="271"/>
            <ac:spMk id="2" creationId="{5E1CE71A-0C07-5A07-13CF-25FDD38A4BEF}"/>
          </ac:spMkLst>
        </pc:spChg>
        <pc:graphicFrameChg chg="modGraphic">
          <ac:chgData name="Michael Doukas" userId="4a1df873-0ce1-40d0-ad09-7c60eec0f3dc" providerId="ADAL" clId="{FDDDE0EA-B627-46C1-B400-96D6D29A8B45}" dt="2026-07-22T07:51:06.193" v="2421" actId="14100"/>
          <ac:graphicFrameMkLst>
            <pc:docMk/>
            <pc:sldMk cId="1626402719" sldId="271"/>
            <ac:graphicFrameMk id="8" creationId="{D79780F4-6A8C-8A28-18F6-2ABFF711C58C}"/>
          </ac:graphicFrameMkLst>
        </pc:graphicFrameChg>
        <pc:picChg chg="add">
          <ac:chgData name="Michael Doukas" userId="4a1df873-0ce1-40d0-ad09-7c60eec0f3dc" providerId="ADAL" clId="{FDDDE0EA-B627-46C1-B400-96D6D29A8B45}" dt="2026-07-22T07:51:03.877" v="2420" actId="22"/>
          <ac:picMkLst>
            <pc:docMk/>
            <pc:sldMk cId="1626402719" sldId="271"/>
            <ac:picMk id="9" creationId="{1BB1CF8F-6FC3-48F0-3083-53C33A33C82E}"/>
          </ac:picMkLst>
        </pc:picChg>
      </pc:sldChg>
      <pc:sldChg chg="addSp modSp mod ord">
        <pc:chgData name="Michael Doukas" userId="4a1df873-0ce1-40d0-ad09-7c60eec0f3dc" providerId="ADAL" clId="{FDDDE0EA-B627-46C1-B400-96D6D29A8B45}" dt="2026-07-23T10:01:58.671" v="4253" actId="14734"/>
        <pc:sldMkLst>
          <pc:docMk/>
          <pc:sldMk cId="364966126" sldId="272"/>
        </pc:sldMkLst>
        <pc:spChg chg="mod">
          <ac:chgData name="Michael Doukas" userId="4a1df873-0ce1-40d0-ad09-7c60eec0f3dc" providerId="ADAL" clId="{FDDDE0EA-B627-46C1-B400-96D6D29A8B45}" dt="2026-07-22T07:51:22.430" v="2425"/>
          <ac:spMkLst>
            <pc:docMk/>
            <pc:sldMk cId="364966126" sldId="272"/>
            <ac:spMk id="2" creationId="{38CE1709-E4ED-2BCA-1BB7-FCB8C02C4DFC}"/>
          </ac:spMkLst>
        </pc:spChg>
        <pc:graphicFrameChg chg="mod modGraphic">
          <ac:chgData name="Michael Doukas" userId="4a1df873-0ce1-40d0-ad09-7c60eec0f3dc" providerId="ADAL" clId="{FDDDE0EA-B627-46C1-B400-96D6D29A8B45}" dt="2026-07-23T10:01:58.671" v="4253" actId="14734"/>
          <ac:graphicFrameMkLst>
            <pc:docMk/>
            <pc:sldMk cId="364966126" sldId="272"/>
            <ac:graphicFrameMk id="8" creationId="{E0244132-820D-62DB-5EA5-0E8F04D4E026}"/>
          </ac:graphicFrameMkLst>
        </pc:graphicFrameChg>
        <pc:picChg chg="add">
          <ac:chgData name="Michael Doukas" userId="4a1df873-0ce1-40d0-ad09-7c60eec0f3dc" providerId="ADAL" clId="{FDDDE0EA-B627-46C1-B400-96D6D29A8B45}" dt="2026-07-22T07:51:08.749" v="2422" actId="22"/>
          <ac:picMkLst>
            <pc:docMk/>
            <pc:sldMk cId="364966126" sldId="272"/>
            <ac:picMk id="9" creationId="{3271285F-5C8A-38CB-5C46-795D7114E1DD}"/>
          </ac:picMkLst>
        </pc:picChg>
      </pc:sldChg>
      <pc:sldChg chg="modSp mod ord">
        <pc:chgData name="Michael Doukas" userId="4a1df873-0ce1-40d0-ad09-7c60eec0f3dc" providerId="ADAL" clId="{FDDDE0EA-B627-46C1-B400-96D6D29A8B45}" dt="2026-07-22T07:48:27.702" v="2262"/>
        <pc:sldMkLst>
          <pc:docMk/>
          <pc:sldMk cId="1525903129" sldId="273"/>
        </pc:sldMkLst>
        <pc:graphicFrameChg chg="modGraphic">
          <ac:chgData name="Michael Doukas" userId="4a1df873-0ce1-40d0-ad09-7c60eec0f3dc" providerId="ADAL" clId="{FDDDE0EA-B627-46C1-B400-96D6D29A8B45}" dt="2026-07-22T07:48:17.941" v="2260" actId="14734"/>
          <ac:graphicFrameMkLst>
            <pc:docMk/>
            <pc:sldMk cId="1525903129" sldId="273"/>
            <ac:graphicFrameMk id="8" creationId="{36AD2CB8-087C-A76B-7949-B978DC1FEA76}"/>
          </ac:graphicFrameMkLst>
        </pc:graphicFrameChg>
      </pc:sldChg>
      <pc:sldChg chg="ord">
        <pc:chgData name="Michael Doukas" userId="4a1df873-0ce1-40d0-ad09-7c60eec0f3dc" providerId="ADAL" clId="{FDDDE0EA-B627-46C1-B400-96D6D29A8B45}" dt="2026-07-22T07:48:47.037" v="2264"/>
        <pc:sldMkLst>
          <pc:docMk/>
          <pc:sldMk cId="139290391" sldId="274"/>
        </pc:sldMkLst>
      </pc:sldChg>
      <pc:sldChg chg="addSp modSp mod ord">
        <pc:chgData name="Michael Doukas" userId="4a1df873-0ce1-40d0-ad09-7c60eec0f3dc" providerId="ADAL" clId="{FDDDE0EA-B627-46C1-B400-96D6D29A8B45}" dt="2026-07-22T07:38:17.296" v="1541"/>
        <pc:sldMkLst>
          <pc:docMk/>
          <pc:sldMk cId="3461897777" sldId="276"/>
        </pc:sldMkLst>
        <pc:spChg chg="add mod">
          <ac:chgData name="Michael Doukas" userId="4a1df873-0ce1-40d0-ad09-7c60eec0f3dc" providerId="ADAL" clId="{FDDDE0EA-B627-46C1-B400-96D6D29A8B45}" dt="2026-07-22T07:22:54.009" v="1175" actId="1076"/>
          <ac:spMkLst>
            <pc:docMk/>
            <pc:sldMk cId="3461897777" sldId="276"/>
            <ac:spMk id="14" creationId="{EBB6B20F-3402-E5D2-D3F3-59F451B74917}"/>
          </ac:spMkLst>
        </pc:spChg>
      </pc:sldChg>
      <pc:sldChg chg="modSp add mod">
        <pc:chgData name="Michael Doukas" userId="4a1df873-0ce1-40d0-ad09-7c60eec0f3dc" providerId="ADAL" clId="{FDDDE0EA-B627-46C1-B400-96D6D29A8B45}" dt="2026-07-24T08:41:30.893" v="8211" actId="6549"/>
        <pc:sldMkLst>
          <pc:docMk/>
          <pc:sldMk cId="1638933619" sldId="277"/>
        </pc:sldMkLst>
        <pc:spChg chg="mod">
          <ac:chgData name="Michael Doukas" userId="4a1df873-0ce1-40d0-ad09-7c60eec0f3dc" providerId="ADAL" clId="{FDDDE0EA-B627-46C1-B400-96D6D29A8B45}" dt="2026-07-23T09:50:49.256" v="3084" actId="20577"/>
          <ac:spMkLst>
            <pc:docMk/>
            <pc:sldMk cId="1638933619" sldId="277"/>
            <ac:spMk id="2" creationId="{601BFF16-0DB9-7F2F-8C0E-0D83043A1CB9}"/>
          </ac:spMkLst>
        </pc:spChg>
        <pc:spChg chg="mod">
          <ac:chgData name="Michael Doukas" userId="4a1df873-0ce1-40d0-ad09-7c60eec0f3dc" providerId="ADAL" clId="{FDDDE0EA-B627-46C1-B400-96D6D29A8B45}" dt="2026-07-24T08:41:30.893" v="8211" actId="6549"/>
          <ac:spMkLst>
            <pc:docMk/>
            <pc:sldMk cId="1638933619" sldId="277"/>
            <ac:spMk id="10" creationId="{C1083BBB-4491-A098-B03D-4DC9FDFE746B}"/>
          </ac:spMkLst>
        </pc:spChg>
      </pc:sldChg>
      <pc:sldChg chg="modSp mod">
        <pc:chgData name="Michael Doukas" userId="4a1df873-0ce1-40d0-ad09-7c60eec0f3dc" providerId="ADAL" clId="{FDDDE0EA-B627-46C1-B400-96D6D29A8B45}" dt="2026-07-22T07:40:05.661" v="1720" actId="20577"/>
        <pc:sldMkLst>
          <pc:docMk/>
          <pc:sldMk cId="4065600414" sldId="278"/>
        </pc:sldMkLst>
        <pc:graphicFrameChg chg="modGraphic">
          <ac:chgData name="Michael Doukas" userId="4a1df873-0ce1-40d0-ad09-7c60eec0f3dc" providerId="ADAL" clId="{FDDDE0EA-B627-46C1-B400-96D6D29A8B45}" dt="2026-07-22T07:40:05.661" v="1720" actId="20577"/>
          <ac:graphicFrameMkLst>
            <pc:docMk/>
            <pc:sldMk cId="4065600414" sldId="278"/>
            <ac:graphicFrameMk id="8" creationId="{A943E203-EB8E-6116-36A7-2290B283999C}"/>
          </ac:graphicFrameMkLst>
        </pc:graphicFrameChg>
      </pc:sldChg>
      <pc:sldChg chg="ord">
        <pc:chgData name="Michael Doukas" userId="4a1df873-0ce1-40d0-ad09-7c60eec0f3dc" providerId="ADAL" clId="{FDDDE0EA-B627-46C1-B400-96D6D29A8B45}" dt="2026-07-22T07:48:59.575" v="2266"/>
        <pc:sldMkLst>
          <pc:docMk/>
          <pc:sldMk cId="3794693745" sldId="279"/>
        </pc:sldMkLst>
      </pc:sldChg>
      <pc:sldChg chg="addSp delSp modSp add mod">
        <pc:chgData name="Michael Doukas" userId="4a1df873-0ce1-40d0-ad09-7c60eec0f3dc" providerId="ADAL" clId="{FDDDE0EA-B627-46C1-B400-96D6D29A8B45}" dt="2026-07-23T10:42:44.276" v="7612" actId="6549"/>
        <pc:sldMkLst>
          <pc:docMk/>
          <pc:sldMk cId="2430235868" sldId="281"/>
        </pc:sldMkLst>
        <pc:spChg chg="mod">
          <ac:chgData name="Michael Doukas" userId="4a1df873-0ce1-40d0-ad09-7c60eec0f3dc" providerId="ADAL" clId="{FDDDE0EA-B627-46C1-B400-96D6D29A8B45}" dt="2026-07-23T10:20:52.041" v="5882" actId="20577"/>
          <ac:spMkLst>
            <pc:docMk/>
            <pc:sldMk cId="2430235868" sldId="281"/>
            <ac:spMk id="2" creationId="{69AEF1EA-2F6D-EAA0-994E-776177F40541}"/>
          </ac:spMkLst>
        </pc:spChg>
        <pc:spChg chg="add mod">
          <ac:chgData name="Michael Doukas" userId="4a1df873-0ce1-40d0-ad09-7c60eec0f3dc" providerId="ADAL" clId="{FDDDE0EA-B627-46C1-B400-96D6D29A8B45}" dt="2026-07-23T10:42:44.276" v="7612" actId="6549"/>
          <ac:spMkLst>
            <pc:docMk/>
            <pc:sldMk cId="2430235868" sldId="281"/>
            <ac:spMk id="4" creationId="{F86D3EEB-6B04-61A4-8A1A-39CB68F7ED3A}"/>
          </ac:spMkLst>
        </pc:spChg>
        <pc:picChg chg="mod">
          <ac:chgData name="Michael Doukas" userId="4a1df873-0ce1-40d0-ad09-7c60eec0f3dc" providerId="ADAL" clId="{FDDDE0EA-B627-46C1-B400-96D6D29A8B45}" dt="2026-07-23T10:23:19.162" v="6082" actId="1076"/>
          <ac:picMkLst>
            <pc:docMk/>
            <pc:sldMk cId="2430235868" sldId="281"/>
            <ac:picMk id="8" creationId="{0226FE54-66F0-1AC9-50A8-8DD52DB50C61}"/>
          </ac:picMkLst>
        </pc:picChg>
      </pc:sldChg>
      <pc:sldChg chg="modSp add mod ord">
        <pc:chgData name="Michael Doukas" userId="4a1df873-0ce1-40d0-ad09-7c60eec0f3dc" providerId="ADAL" clId="{FDDDE0EA-B627-46C1-B400-96D6D29A8B45}" dt="2026-07-24T08:45:47.704" v="8472" actId="20577"/>
        <pc:sldMkLst>
          <pc:docMk/>
          <pc:sldMk cId="1758672884" sldId="282"/>
        </pc:sldMkLst>
        <pc:spChg chg="mod">
          <ac:chgData name="Michael Doukas" userId="4a1df873-0ce1-40d0-ad09-7c60eec0f3dc" providerId="ADAL" clId="{FDDDE0EA-B627-46C1-B400-96D6D29A8B45}" dt="2026-07-23T10:24:45.894" v="6249" actId="20577"/>
          <ac:spMkLst>
            <pc:docMk/>
            <pc:sldMk cId="1758672884" sldId="282"/>
            <ac:spMk id="2" creationId="{663FFEE3-1893-1869-935F-2E23A20A5CE7}"/>
          </ac:spMkLst>
        </pc:spChg>
        <pc:spChg chg="mod">
          <ac:chgData name="Michael Doukas" userId="4a1df873-0ce1-40d0-ad09-7c60eec0f3dc" providerId="ADAL" clId="{FDDDE0EA-B627-46C1-B400-96D6D29A8B45}" dt="2026-07-24T08:45:47.704" v="8472" actId="20577"/>
          <ac:spMkLst>
            <pc:docMk/>
            <pc:sldMk cId="1758672884" sldId="282"/>
            <ac:spMk id="10" creationId="{3F8ADAD9-91F2-E9F0-9C9A-4B04DD7B762F}"/>
          </ac:spMkLst>
        </pc:spChg>
      </pc:sldChg>
      <pc:sldChg chg="modSp add mod ord">
        <pc:chgData name="Michael Doukas" userId="4a1df873-0ce1-40d0-ad09-7c60eec0f3dc" providerId="ADAL" clId="{FDDDE0EA-B627-46C1-B400-96D6D29A8B45}" dt="2026-07-24T08:46:08.418" v="8484" actId="255"/>
        <pc:sldMkLst>
          <pc:docMk/>
          <pc:sldMk cId="2292356301" sldId="283"/>
        </pc:sldMkLst>
        <pc:spChg chg="mod">
          <ac:chgData name="Michael Doukas" userId="4a1df873-0ce1-40d0-ad09-7c60eec0f3dc" providerId="ADAL" clId="{FDDDE0EA-B627-46C1-B400-96D6D29A8B45}" dt="2026-07-23T10:40:59.397" v="7396" actId="6549"/>
          <ac:spMkLst>
            <pc:docMk/>
            <pc:sldMk cId="2292356301" sldId="283"/>
            <ac:spMk id="2" creationId="{2B954BD4-E5BC-F1B2-8679-81723F6D7435}"/>
          </ac:spMkLst>
        </pc:spChg>
        <pc:spChg chg="mod">
          <ac:chgData name="Michael Doukas" userId="4a1df873-0ce1-40d0-ad09-7c60eec0f3dc" providerId="ADAL" clId="{FDDDE0EA-B627-46C1-B400-96D6D29A8B45}" dt="2026-07-24T08:46:08.418" v="8484" actId="255"/>
          <ac:spMkLst>
            <pc:docMk/>
            <pc:sldMk cId="2292356301" sldId="283"/>
            <ac:spMk id="10" creationId="{C4A61E2B-51B6-B190-52AD-5E8A245FD7A0}"/>
          </ac:spMkLst>
        </pc:spChg>
      </pc:sldChg>
      <pc:sldChg chg="delSp modSp add mod ord">
        <pc:chgData name="Michael Doukas" userId="4a1df873-0ce1-40d0-ad09-7c60eec0f3dc" providerId="ADAL" clId="{FDDDE0EA-B627-46C1-B400-96D6D29A8B45}" dt="2026-08-18T11:04:23.938" v="8613" actId="1076"/>
        <pc:sldMkLst>
          <pc:docMk/>
          <pc:sldMk cId="70179464" sldId="284"/>
        </pc:sldMkLst>
        <pc:spChg chg="mod">
          <ac:chgData name="Michael Doukas" userId="4a1df873-0ce1-40d0-ad09-7c60eec0f3dc" providerId="ADAL" clId="{FDDDE0EA-B627-46C1-B400-96D6D29A8B45}" dt="2026-08-18T11:02:57.505" v="8606" actId="20577"/>
          <ac:spMkLst>
            <pc:docMk/>
            <pc:sldMk cId="70179464" sldId="284"/>
            <ac:spMk id="2" creationId="{9E4FFDA4-882F-B1BD-5670-FA3557024797}"/>
          </ac:spMkLst>
        </pc:spChg>
        <pc:spChg chg="mod">
          <ac:chgData name="Michael Doukas" userId="4a1df873-0ce1-40d0-ad09-7c60eec0f3dc" providerId="ADAL" clId="{FDDDE0EA-B627-46C1-B400-96D6D29A8B45}" dt="2026-08-18T11:03:58.801" v="8607" actId="465"/>
          <ac:spMkLst>
            <pc:docMk/>
            <pc:sldMk cId="70179464" sldId="284"/>
            <ac:spMk id="16" creationId="{35144E8E-BB57-6740-1992-B897AB046220}"/>
          </ac:spMkLst>
        </pc:spChg>
        <pc:spChg chg="mod">
          <ac:chgData name="Michael Doukas" userId="4a1df873-0ce1-40d0-ad09-7c60eec0f3dc" providerId="ADAL" clId="{FDDDE0EA-B627-46C1-B400-96D6D29A8B45}" dt="2026-08-18T11:04:14.396" v="8610" actId="14100"/>
          <ac:spMkLst>
            <pc:docMk/>
            <pc:sldMk cId="70179464" sldId="284"/>
            <ac:spMk id="23" creationId="{70AA587D-DF99-2CAA-1331-A39E8CBF845B}"/>
          </ac:spMkLst>
        </pc:spChg>
        <pc:spChg chg="del">
          <ac:chgData name="Michael Doukas" userId="4a1df873-0ce1-40d0-ad09-7c60eec0f3dc" providerId="ADAL" clId="{FDDDE0EA-B627-46C1-B400-96D6D29A8B45}" dt="2026-08-18T11:02:48.738" v="8604" actId="478"/>
          <ac:spMkLst>
            <pc:docMk/>
            <pc:sldMk cId="70179464" sldId="284"/>
            <ac:spMk id="28" creationId="{148EFB78-C046-2420-F718-F31CD5532C12}"/>
          </ac:spMkLst>
        </pc:spChg>
        <pc:spChg chg="mod">
          <ac:chgData name="Michael Doukas" userId="4a1df873-0ce1-40d0-ad09-7c60eec0f3dc" providerId="ADAL" clId="{FDDDE0EA-B627-46C1-B400-96D6D29A8B45}" dt="2026-08-18T11:02:31.749" v="8601" actId="179"/>
          <ac:spMkLst>
            <pc:docMk/>
            <pc:sldMk cId="70179464" sldId="284"/>
            <ac:spMk id="49" creationId="{39AAC2EC-81BC-DFA1-9291-3AC6A589E10B}"/>
          </ac:spMkLst>
        </pc:spChg>
        <pc:spChg chg="mod">
          <ac:chgData name="Michael Doukas" userId="4a1df873-0ce1-40d0-ad09-7c60eec0f3dc" providerId="ADAL" clId="{FDDDE0EA-B627-46C1-B400-96D6D29A8B45}" dt="2026-08-18T11:04:20.812" v="8612" actId="14100"/>
          <ac:spMkLst>
            <pc:docMk/>
            <pc:sldMk cId="70179464" sldId="284"/>
            <ac:spMk id="52" creationId="{EF98AC07-565D-3059-76C4-795E89CAC675}"/>
          </ac:spMkLst>
        </pc:spChg>
        <pc:spChg chg="mod">
          <ac:chgData name="Michael Doukas" userId="4a1df873-0ce1-40d0-ad09-7c60eec0f3dc" providerId="ADAL" clId="{FDDDE0EA-B627-46C1-B400-96D6D29A8B45}" dt="2026-08-18T11:04:18.017" v="8611" actId="14100"/>
          <ac:spMkLst>
            <pc:docMk/>
            <pc:sldMk cId="70179464" sldId="284"/>
            <ac:spMk id="54" creationId="{564D4C7A-433E-D26B-DCAB-DDDAF540A94A}"/>
          </ac:spMkLst>
        </pc:spChg>
        <pc:spChg chg="mod">
          <ac:chgData name="Michael Doukas" userId="4a1df873-0ce1-40d0-ad09-7c60eec0f3dc" providerId="ADAL" clId="{FDDDE0EA-B627-46C1-B400-96D6D29A8B45}" dt="2026-08-18T11:03:58.801" v="8607" actId="465"/>
          <ac:spMkLst>
            <pc:docMk/>
            <pc:sldMk cId="70179464" sldId="284"/>
            <ac:spMk id="65" creationId="{28AE61D3-79FC-A2DB-1F34-CAA825C3E3D2}"/>
          </ac:spMkLst>
        </pc:spChg>
        <pc:spChg chg="mod">
          <ac:chgData name="Michael Doukas" userId="4a1df873-0ce1-40d0-ad09-7c60eec0f3dc" providerId="ADAL" clId="{FDDDE0EA-B627-46C1-B400-96D6D29A8B45}" dt="2026-08-18T11:03:58.801" v="8607" actId="465"/>
          <ac:spMkLst>
            <pc:docMk/>
            <pc:sldMk cId="70179464" sldId="284"/>
            <ac:spMk id="131" creationId="{346A4CE4-DF24-A58F-83E2-27BE1BD4AD46}"/>
          </ac:spMkLst>
        </pc:spChg>
        <pc:spChg chg="mod">
          <ac:chgData name="Michael Doukas" userId="4a1df873-0ce1-40d0-ad09-7c60eec0f3dc" providerId="ADAL" clId="{FDDDE0EA-B627-46C1-B400-96D6D29A8B45}" dt="2026-08-18T11:04:23.938" v="8613" actId="1076"/>
          <ac:spMkLst>
            <pc:docMk/>
            <pc:sldMk cId="70179464" sldId="284"/>
            <ac:spMk id="168" creationId="{B435856E-3E52-A4FE-46A3-0ACE60DE5715}"/>
          </ac:spMkLst>
        </pc:spChg>
        <pc:cxnChg chg="mod">
          <ac:chgData name="Michael Doukas" userId="4a1df873-0ce1-40d0-ad09-7c60eec0f3dc" providerId="ADAL" clId="{FDDDE0EA-B627-46C1-B400-96D6D29A8B45}" dt="2026-08-18T11:03:58.801" v="8607" actId="465"/>
          <ac:cxnSpMkLst>
            <pc:docMk/>
            <pc:sldMk cId="70179464" sldId="284"/>
            <ac:cxnSpMk id="8" creationId="{BB48AA5F-C8DF-754F-A260-639E0E0AE222}"/>
          </ac:cxnSpMkLst>
        </pc:cxnChg>
        <pc:cxnChg chg="mod">
          <ac:chgData name="Michael Doukas" userId="4a1df873-0ce1-40d0-ad09-7c60eec0f3dc" providerId="ADAL" clId="{FDDDE0EA-B627-46C1-B400-96D6D29A8B45}" dt="2026-08-18T11:04:02.474" v="8608" actId="14100"/>
          <ac:cxnSpMkLst>
            <pc:docMk/>
            <pc:sldMk cId="70179464" sldId="284"/>
            <ac:cxnSpMk id="29" creationId="{53489D9D-88CB-3EDA-AB6C-C6664514471A}"/>
          </ac:cxnSpMkLst>
        </pc:cxnChg>
        <pc:cxnChg chg="del mod">
          <ac:chgData name="Michael Doukas" userId="4a1df873-0ce1-40d0-ad09-7c60eec0f3dc" providerId="ADAL" clId="{FDDDE0EA-B627-46C1-B400-96D6D29A8B45}" dt="2026-08-18T11:04:08.176" v="8609" actId="478"/>
          <ac:cxnSpMkLst>
            <pc:docMk/>
            <pc:sldMk cId="70179464" sldId="284"/>
            <ac:cxnSpMk id="41" creationId="{38127726-E141-F295-503F-A4D758F2A783}"/>
          </ac:cxnSpMkLst>
        </pc:cxnChg>
        <pc:cxnChg chg="mod">
          <ac:chgData name="Michael Doukas" userId="4a1df873-0ce1-40d0-ad09-7c60eec0f3dc" providerId="ADAL" clId="{FDDDE0EA-B627-46C1-B400-96D6D29A8B45}" dt="2026-08-18T11:02:48.738" v="8604" actId="478"/>
          <ac:cxnSpMkLst>
            <pc:docMk/>
            <pc:sldMk cId="70179464" sldId="284"/>
            <ac:cxnSpMk id="69" creationId="{6D1B8BE3-5B22-EA34-D537-CBE8B8441D02}"/>
          </ac:cxnSpMkLst>
        </pc:cxnChg>
        <pc:cxnChg chg="mod">
          <ac:chgData name="Michael Doukas" userId="4a1df873-0ce1-40d0-ad09-7c60eec0f3dc" providerId="ADAL" clId="{FDDDE0EA-B627-46C1-B400-96D6D29A8B45}" dt="2026-08-18T11:03:58.801" v="8607" actId="465"/>
          <ac:cxnSpMkLst>
            <pc:docMk/>
            <pc:sldMk cId="70179464" sldId="284"/>
            <ac:cxnSpMk id="70" creationId="{958C2716-86A6-A2B5-415F-BCAD8CF93511}"/>
          </ac:cxnSpMkLst>
        </pc:cxnChg>
        <pc:cxnChg chg="mod">
          <ac:chgData name="Michael Doukas" userId="4a1df873-0ce1-40d0-ad09-7c60eec0f3dc" providerId="ADAL" clId="{FDDDE0EA-B627-46C1-B400-96D6D29A8B45}" dt="2026-08-18T11:03:58.801" v="8607" actId="465"/>
          <ac:cxnSpMkLst>
            <pc:docMk/>
            <pc:sldMk cId="70179464" sldId="284"/>
            <ac:cxnSpMk id="93" creationId="{3EA67F2C-31D3-4D0D-BEE2-B21E211F465E}"/>
          </ac:cxnSpMkLst>
        </pc:cxnChg>
        <pc:cxnChg chg="mod">
          <ac:chgData name="Michael Doukas" userId="4a1df873-0ce1-40d0-ad09-7c60eec0f3dc" providerId="ADAL" clId="{FDDDE0EA-B627-46C1-B400-96D6D29A8B45}" dt="2026-08-18T11:03:58.801" v="8607" actId="465"/>
          <ac:cxnSpMkLst>
            <pc:docMk/>
            <pc:sldMk cId="70179464" sldId="284"/>
            <ac:cxnSpMk id="95" creationId="{B9705174-2469-B6BB-7E74-44A1C856CA5B}"/>
          </ac:cxnSpMkLst>
        </pc:cxnChg>
        <pc:cxnChg chg="mod">
          <ac:chgData name="Michael Doukas" userId="4a1df873-0ce1-40d0-ad09-7c60eec0f3dc" providerId="ADAL" clId="{FDDDE0EA-B627-46C1-B400-96D6D29A8B45}" dt="2026-08-18T11:03:58.801" v="8607" actId="465"/>
          <ac:cxnSpMkLst>
            <pc:docMk/>
            <pc:sldMk cId="70179464" sldId="284"/>
            <ac:cxnSpMk id="99" creationId="{790719FE-54D6-9884-8883-CC11E0D45DB2}"/>
          </ac:cxnSpMkLst>
        </pc:cxnChg>
      </pc:sldChg>
      <pc:sldChg chg="modSp add mod ord replId">
        <pc:chgData name="Michael Doukas" userId="4a1df873-0ce1-40d0-ad09-7c60eec0f3dc" providerId="ADAL" clId="{FDDDE0EA-B627-46C1-B400-96D6D29A8B45}" dt="2026-08-18T11:01:42.874" v="8504" actId="20577"/>
        <pc:sldMkLst>
          <pc:docMk/>
          <pc:sldMk cId="3354594171" sldId="285"/>
        </pc:sldMkLst>
        <pc:graphicFrameChg chg="mod modGraphic">
          <ac:chgData name="Michael Doukas" userId="4a1df873-0ce1-40d0-ad09-7c60eec0f3dc" providerId="ADAL" clId="{FDDDE0EA-B627-46C1-B400-96D6D29A8B45}" dt="2026-08-18T11:01:42.874" v="8504" actId="20577"/>
          <ac:graphicFrameMkLst>
            <pc:docMk/>
            <pc:sldMk cId="3354594171" sldId="285"/>
            <ac:graphicFrameMk id="8" creationId="{5049B09C-484C-DAD5-CDED-E79AD766F943}"/>
          </ac:graphicFrameMkLst>
        </pc:graphicFrameChg>
      </pc:sldChg>
    </pc:docChg>
  </pc:docChgLst>
</pc:chgInfo>
</file>

<file path=ppt/comments/modernComment_107_BA271C16.xml><?xml version="1.0" encoding="utf-8"?>
<p188:cmLst xmlns:a="http://schemas.openxmlformats.org/drawingml/2006/main" xmlns:r="http://schemas.openxmlformats.org/officeDocument/2006/relationships" xmlns:p188="http://schemas.microsoft.com/office/powerpoint/2018/8/main">
  <p188:cm id="{D0635540-0CF3-4A10-8012-4AEA6514FEF5}" authorId="{43DDC273-C33C-3E33-A762-BC6DCFEC1026}" created="2026-07-10T18:19:32.919">
    <ac:txMkLst xmlns:ac="http://schemas.microsoft.com/office/drawing/2013/main/command">
      <pc:docMk xmlns:pc="http://schemas.microsoft.com/office/powerpoint/2013/main/command"/>
      <pc:sldMk xmlns:pc="http://schemas.microsoft.com/office/powerpoint/2013/main/command" cId="3123125270" sldId="263"/>
      <ac:spMk id="4" creationId="{1F7B4B5C-E682-F00E-4ECB-A9A444716613}"/>
      <ac:txMk cp="381" len="3">
        <ac:context len="490" hash="2356278747"/>
      </ac:txMk>
    </ac:txMkLst>
    <p188:pos x="1682881" y="3714340"/>
    <p188:txBody>
      <a:bodyPr/>
      <a:lstStyle/>
      <a:p>
        <a:r>
          <a:rPr lang="de-DE"/>
          <a:t>Prüfen, da auch Copilot benötigt wird</a:t>
        </a:r>
      </a:p>
    </p188:txBody>
  </p188:cm>
</p188:cmLst>
</file>

<file path=ppt/comments/modernComment_108_332FC0FF.xml><?xml version="1.0" encoding="utf-8"?>
<p188:cmLst xmlns:a="http://schemas.openxmlformats.org/drawingml/2006/main" xmlns:r="http://schemas.openxmlformats.org/officeDocument/2006/relationships" xmlns:p188="http://schemas.microsoft.com/office/powerpoint/2018/8/main">
  <p188:cm id="{EA5CB140-3982-473E-B1FF-2A0E3C33F602}" authorId="{43DDC273-C33C-3E33-A762-BC6DCFEC1026}" created="2026-07-09T15:04:11.908">
    <ac:deMkLst xmlns:ac="http://schemas.microsoft.com/office/drawing/2013/main/command">
      <pc:docMk xmlns:pc="http://schemas.microsoft.com/office/powerpoint/2013/main/command"/>
      <pc:sldMk xmlns:pc="http://schemas.microsoft.com/office/powerpoint/2013/main/command" cId="858767615" sldId="264"/>
      <ac:spMk id="46" creationId="{DA6278CA-F216-8B6B-AAED-BFC2B164DFEE}"/>
    </ac:deMkLst>
    <p188:txBody>
      <a:bodyPr/>
      <a:lstStyle/>
      <a:p>
        <a:r>
          <a:rPr lang="de-DE"/>
          <a:t>Außerhalb der Geschäftszeiten wird an eine Mobilnummer weitergeleitet</a:t>
        </a:r>
      </a:p>
    </p188:txBody>
  </p188:cm>
</p188:cmLst>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1CB020-5C44-4D38-8539-D956EEA3307C}" type="doc">
      <dgm:prSet loTypeId="urn:microsoft.com/office/officeart/2005/8/layout/process1" loCatId="process" qsTypeId="urn:microsoft.com/office/officeart/2005/8/quickstyle/simple1" qsCatId="simple" csTypeId="urn:microsoft.com/office/officeart/2005/8/colors/accent1_3" csCatId="accent1" phldr="1"/>
      <dgm:spPr/>
      <dgm:t>
        <a:bodyPr/>
        <a:lstStyle/>
        <a:p>
          <a:endParaRPr lang="de-DE"/>
        </a:p>
      </dgm:t>
    </dgm:pt>
    <dgm:pt modelId="{28B5902B-3F17-4B08-941C-7D48ED669E45}">
      <dgm:prSet phldrT="[Text]" phldr="0"/>
      <dgm:spPr/>
      <dgm:t>
        <a:bodyPr/>
        <a:lstStyle/>
        <a:p>
          <a:r>
            <a:rPr lang="de-DE"/>
            <a:t>Kunde ruft Hotline an</a:t>
          </a:r>
        </a:p>
      </dgm:t>
    </dgm:pt>
    <dgm:pt modelId="{3EF12696-4BEA-48E1-9D45-DE9FAA40CEC8}" type="parTrans" cxnId="{204CA425-C237-4D2D-BB4B-83517689BFC4}">
      <dgm:prSet/>
      <dgm:spPr/>
      <dgm:t>
        <a:bodyPr/>
        <a:lstStyle/>
        <a:p>
          <a:endParaRPr lang="de-DE"/>
        </a:p>
      </dgm:t>
    </dgm:pt>
    <dgm:pt modelId="{CB5AC38F-C01B-416A-AD2B-72E2EAC69C43}" type="sibTrans" cxnId="{204CA425-C237-4D2D-BB4B-83517689BFC4}">
      <dgm:prSet/>
      <dgm:spPr/>
      <dgm:t>
        <a:bodyPr/>
        <a:lstStyle/>
        <a:p>
          <a:endParaRPr lang="de-DE"/>
        </a:p>
      </dgm:t>
    </dgm:pt>
    <dgm:pt modelId="{42968CAF-A911-4E5C-BC9E-8D54E37D3AAC}">
      <dgm:prSet phldrT="[Text]" phldr="0"/>
      <dgm:spPr/>
      <dgm:t>
        <a:bodyPr/>
        <a:lstStyle/>
        <a:p>
          <a:r>
            <a:rPr lang="de-DE"/>
            <a:t>MS Teams Phone</a:t>
          </a:r>
        </a:p>
      </dgm:t>
    </dgm:pt>
    <dgm:pt modelId="{5AC67DFB-7AA6-4F8B-9AC7-F0111FB3A1EE}" type="parTrans" cxnId="{E06D7A22-7F27-4332-A1D6-FFDEA9441EEA}">
      <dgm:prSet/>
      <dgm:spPr/>
      <dgm:t>
        <a:bodyPr/>
        <a:lstStyle/>
        <a:p>
          <a:endParaRPr lang="de-DE"/>
        </a:p>
      </dgm:t>
    </dgm:pt>
    <dgm:pt modelId="{5588E5E7-247D-4450-919C-61BD1F67CCA0}" type="sibTrans" cxnId="{E06D7A22-7F27-4332-A1D6-FFDEA9441EEA}">
      <dgm:prSet/>
      <dgm:spPr/>
      <dgm:t>
        <a:bodyPr/>
        <a:lstStyle/>
        <a:p>
          <a:endParaRPr lang="de-DE"/>
        </a:p>
      </dgm:t>
    </dgm:pt>
    <dgm:pt modelId="{6702AEAA-FD1B-4E51-B38D-3CD7DD062F9E}">
      <dgm:prSet phldrT="[Text]" phldr="0"/>
      <dgm:spPr/>
      <dgm:t>
        <a:bodyPr/>
        <a:lstStyle/>
        <a:p>
          <a:r>
            <a:rPr lang="de-DE"/>
            <a:t>Copilot Voice-Agent</a:t>
          </a:r>
        </a:p>
      </dgm:t>
    </dgm:pt>
    <dgm:pt modelId="{5495E7F9-2BDF-4A25-9230-2B52148DE962}" type="parTrans" cxnId="{23583BD1-583F-4AFA-85DB-763509FA6B89}">
      <dgm:prSet/>
      <dgm:spPr/>
      <dgm:t>
        <a:bodyPr/>
        <a:lstStyle/>
        <a:p>
          <a:endParaRPr lang="de-DE"/>
        </a:p>
      </dgm:t>
    </dgm:pt>
    <dgm:pt modelId="{AFF3C2DB-F667-4CDD-9A84-3392BFF34669}" type="sibTrans" cxnId="{23583BD1-583F-4AFA-85DB-763509FA6B89}">
      <dgm:prSet/>
      <dgm:spPr/>
      <dgm:t>
        <a:bodyPr/>
        <a:lstStyle/>
        <a:p>
          <a:endParaRPr lang="de-DE"/>
        </a:p>
      </dgm:t>
    </dgm:pt>
    <dgm:pt modelId="{F5A17EE1-58C9-49B1-B1B2-B27EE4A3EBF9}">
      <dgm:prSet phldrT="[Text]" phldr="0"/>
      <dgm:spPr/>
      <dgm:t>
        <a:bodyPr/>
        <a:lstStyle/>
        <a:p>
          <a:r>
            <a:rPr lang="de-DE"/>
            <a:t>Power Automate Flow</a:t>
          </a:r>
        </a:p>
      </dgm:t>
    </dgm:pt>
    <dgm:pt modelId="{B8B81D9B-05CF-4C47-ADD9-D9349C869FD2}" type="parTrans" cxnId="{2C118A30-646C-4C2E-B3AD-3612D5EBBB97}">
      <dgm:prSet/>
      <dgm:spPr/>
      <dgm:t>
        <a:bodyPr/>
        <a:lstStyle/>
        <a:p>
          <a:endParaRPr lang="de-DE"/>
        </a:p>
      </dgm:t>
    </dgm:pt>
    <dgm:pt modelId="{D35E6153-7D43-4C19-BA0D-CFD2AAEC3CE0}" type="sibTrans" cxnId="{2C118A30-646C-4C2E-B3AD-3612D5EBBB97}">
      <dgm:prSet/>
      <dgm:spPr/>
      <dgm:t>
        <a:bodyPr/>
        <a:lstStyle/>
        <a:p>
          <a:endParaRPr lang="de-DE"/>
        </a:p>
      </dgm:t>
    </dgm:pt>
    <dgm:pt modelId="{AEE42C20-4E3E-4ECD-9C7B-054522163AA2}">
      <dgm:prSet phldrT="[Text]" phldr="0"/>
      <dgm:spPr/>
      <dgm:t>
        <a:bodyPr/>
        <a:lstStyle/>
        <a:p>
          <a:r>
            <a:rPr lang="de-DE"/>
            <a:t>AIRCO Experte</a:t>
          </a:r>
        </a:p>
      </dgm:t>
    </dgm:pt>
    <dgm:pt modelId="{C8AAC828-DE9D-4107-A29A-A1F04F7744CB}" type="parTrans" cxnId="{547353A9-91B7-41D6-AC24-7C0FE97461B9}">
      <dgm:prSet/>
      <dgm:spPr/>
      <dgm:t>
        <a:bodyPr/>
        <a:lstStyle/>
        <a:p>
          <a:endParaRPr lang="de-DE"/>
        </a:p>
      </dgm:t>
    </dgm:pt>
    <dgm:pt modelId="{645F77D1-D11D-4CFB-8CBF-1C70379DFE7F}" type="sibTrans" cxnId="{547353A9-91B7-41D6-AC24-7C0FE97461B9}">
      <dgm:prSet/>
      <dgm:spPr/>
      <dgm:t>
        <a:bodyPr/>
        <a:lstStyle/>
        <a:p>
          <a:endParaRPr lang="de-DE"/>
        </a:p>
      </dgm:t>
    </dgm:pt>
    <dgm:pt modelId="{211CDCB9-8023-400E-B3C9-A716F5BBB1AF}" type="pres">
      <dgm:prSet presAssocID="{A01CB020-5C44-4D38-8539-D956EEA3307C}" presName="Name0" presStyleCnt="0">
        <dgm:presLayoutVars>
          <dgm:dir/>
          <dgm:resizeHandles val="exact"/>
        </dgm:presLayoutVars>
      </dgm:prSet>
      <dgm:spPr/>
    </dgm:pt>
    <dgm:pt modelId="{D9A16EF1-3120-4DBE-8D82-83BDC95D65EC}" type="pres">
      <dgm:prSet presAssocID="{28B5902B-3F17-4B08-941C-7D48ED669E45}" presName="node" presStyleLbl="node1" presStyleIdx="0" presStyleCnt="5">
        <dgm:presLayoutVars>
          <dgm:bulletEnabled val="1"/>
        </dgm:presLayoutVars>
      </dgm:prSet>
      <dgm:spPr/>
    </dgm:pt>
    <dgm:pt modelId="{D60A9ED2-7C9F-4FAB-97FB-4E208DA9ADD4}" type="pres">
      <dgm:prSet presAssocID="{CB5AC38F-C01B-416A-AD2B-72E2EAC69C43}" presName="sibTrans" presStyleLbl="sibTrans2D1" presStyleIdx="0" presStyleCnt="4"/>
      <dgm:spPr/>
    </dgm:pt>
    <dgm:pt modelId="{17814DE1-2D05-461A-8695-F0A0AAA4D446}" type="pres">
      <dgm:prSet presAssocID="{CB5AC38F-C01B-416A-AD2B-72E2EAC69C43}" presName="connectorText" presStyleLbl="sibTrans2D1" presStyleIdx="0" presStyleCnt="4"/>
      <dgm:spPr/>
    </dgm:pt>
    <dgm:pt modelId="{ED819BFC-2271-4DEE-BE88-3E72F4CE4114}" type="pres">
      <dgm:prSet presAssocID="{42968CAF-A911-4E5C-BC9E-8D54E37D3AAC}" presName="node" presStyleLbl="node1" presStyleIdx="1" presStyleCnt="5">
        <dgm:presLayoutVars>
          <dgm:bulletEnabled val="1"/>
        </dgm:presLayoutVars>
      </dgm:prSet>
      <dgm:spPr/>
    </dgm:pt>
    <dgm:pt modelId="{91B277A4-CF94-447F-BAF1-67CC1464610A}" type="pres">
      <dgm:prSet presAssocID="{5588E5E7-247D-4450-919C-61BD1F67CCA0}" presName="sibTrans" presStyleLbl="sibTrans2D1" presStyleIdx="1" presStyleCnt="4"/>
      <dgm:spPr/>
    </dgm:pt>
    <dgm:pt modelId="{E557AAFC-DFAD-4C64-8958-EF4554438462}" type="pres">
      <dgm:prSet presAssocID="{5588E5E7-247D-4450-919C-61BD1F67CCA0}" presName="connectorText" presStyleLbl="sibTrans2D1" presStyleIdx="1" presStyleCnt="4"/>
      <dgm:spPr/>
    </dgm:pt>
    <dgm:pt modelId="{51AFB155-D4BC-44B8-8E7E-F504AF7EABD7}" type="pres">
      <dgm:prSet presAssocID="{6702AEAA-FD1B-4E51-B38D-3CD7DD062F9E}" presName="node" presStyleLbl="node1" presStyleIdx="2" presStyleCnt="5" custLinFactNeighborX="466" custLinFactNeighborY="-895">
        <dgm:presLayoutVars>
          <dgm:bulletEnabled val="1"/>
        </dgm:presLayoutVars>
      </dgm:prSet>
      <dgm:spPr/>
    </dgm:pt>
    <dgm:pt modelId="{25CD4F30-BCC4-468B-8523-D7B91C829044}" type="pres">
      <dgm:prSet presAssocID="{AFF3C2DB-F667-4CDD-9A84-3392BFF34669}" presName="sibTrans" presStyleLbl="sibTrans2D1" presStyleIdx="2" presStyleCnt="4"/>
      <dgm:spPr/>
    </dgm:pt>
    <dgm:pt modelId="{A7D4A547-E46B-4A09-B8E9-E3275ACFDAF5}" type="pres">
      <dgm:prSet presAssocID="{AFF3C2DB-F667-4CDD-9A84-3392BFF34669}" presName="connectorText" presStyleLbl="sibTrans2D1" presStyleIdx="2" presStyleCnt="4"/>
      <dgm:spPr/>
    </dgm:pt>
    <dgm:pt modelId="{45000E74-D5A2-47DD-B1C9-B681509BEC26}" type="pres">
      <dgm:prSet presAssocID="{F5A17EE1-58C9-49B1-B1B2-B27EE4A3EBF9}" presName="node" presStyleLbl="node1" presStyleIdx="3" presStyleCnt="5">
        <dgm:presLayoutVars>
          <dgm:bulletEnabled val="1"/>
        </dgm:presLayoutVars>
      </dgm:prSet>
      <dgm:spPr/>
    </dgm:pt>
    <dgm:pt modelId="{67893327-9E25-42F6-A4E0-B315914D7AC5}" type="pres">
      <dgm:prSet presAssocID="{D35E6153-7D43-4C19-BA0D-CFD2AAEC3CE0}" presName="sibTrans" presStyleLbl="sibTrans2D1" presStyleIdx="3" presStyleCnt="4"/>
      <dgm:spPr/>
    </dgm:pt>
    <dgm:pt modelId="{DA2470C8-7EC6-4D1F-9836-B391FCF64191}" type="pres">
      <dgm:prSet presAssocID="{D35E6153-7D43-4C19-BA0D-CFD2AAEC3CE0}" presName="connectorText" presStyleLbl="sibTrans2D1" presStyleIdx="3" presStyleCnt="4"/>
      <dgm:spPr/>
    </dgm:pt>
    <dgm:pt modelId="{9119BE61-12E0-4F05-8E25-59B9AE32D9F0}" type="pres">
      <dgm:prSet presAssocID="{AEE42C20-4E3E-4ECD-9C7B-054522163AA2}" presName="node" presStyleLbl="node1" presStyleIdx="4" presStyleCnt="5">
        <dgm:presLayoutVars>
          <dgm:bulletEnabled val="1"/>
        </dgm:presLayoutVars>
      </dgm:prSet>
      <dgm:spPr/>
    </dgm:pt>
  </dgm:ptLst>
  <dgm:cxnLst>
    <dgm:cxn modelId="{86846714-7D81-4219-83CA-E4DD231E996E}" type="presOf" srcId="{6702AEAA-FD1B-4E51-B38D-3CD7DD062F9E}" destId="{51AFB155-D4BC-44B8-8E7E-F504AF7EABD7}" srcOrd="0" destOrd="0" presId="urn:microsoft.com/office/officeart/2005/8/layout/process1"/>
    <dgm:cxn modelId="{02A74F16-CA1F-470B-8752-84F7701819F9}" type="presOf" srcId="{AFF3C2DB-F667-4CDD-9A84-3392BFF34669}" destId="{25CD4F30-BCC4-468B-8523-D7B91C829044}" srcOrd="0" destOrd="0" presId="urn:microsoft.com/office/officeart/2005/8/layout/process1"/>
    <dgm:cxn modelId="{D321D917-0C24-4E27-AC68-744D38B93F8A}" type="presOf" srcId="{CB5AC38F-C01B-416A-AD2B-72E2EAC69C43}" destId="{D60A9ED2-7C9F-4FAB-97FB-4E208DA9ADD4}" srcOrd="0" destOrd="0" presId="urn:microsoft.com/office/officeart/2005/8/layout/process1"/>
    <dgm:cxn modelId="{F634241D-1097-48F2-B672-0B615513E21D}" type="presOf" srcId="{5588E5E7-247D-4450-919C-61BD1F67CCA0}" destId="{91B277A4-CF94-447F-BAF1-67CC1464610A}" srcOrd="0" destOrd="0" presId="urn:microsoft.com/office/officeart/2005/8/layout/process1"/>
    <dgm:cxn modelId="{E06D7A22-7F27-4332-A1D6-FFDEA9441EEA}" srcId="{A01CB020-5C44-4D38-8539-D956EEA3307C}" destId="{42968CAF-A911-4E5C-BC9E-8D54E37D3AAC}" srcOrd="1" destOrd="0" parTransId="{5AC67DFB-7AA6-4F8B-9AC7-F0111FB3A1EE}" sibTransId="{5588E5E7-247D-4450-919C-61BD1F67CCA0}"/>
    <dgm:cxn modelId="{204CA425-C237-4D2D-BB4B-83517689BFC4}" srcId="{A01CB020-5C44-4D38-8539-D956EEA3307C}" destId="{28B5902B-3F17-4B08-941C-7D48ED669E45}" srcOrd="0" destOrd="0" parTransId="{3EF12696-4BEA-48E1-9D45-DE9FAA40CEC8}" sibTransId="{CB5AC38F-C01B-416A-AD2B-72E2EAC69C43}"/>
    <dgm:cxn modelId="{2C118A30-646C-4C2E-B3AD-3612D5EBBB97}" srcId="{A01CB020-5C44-4D38-8539-D956EEA3307C}" destId="{F5A17EE1-58C9-49B1-B1B2-B27EE4A3EBF9}" srcOrd="3" destOrd="0" parTransId="{B8B81D9B-05CF-4C47-ADD9-D9349C869FD2}" sibTransId="{D35E6153-7D43-4C19-BA0D-CFD2AAEC3CE0}"/>
    <dgm:cxn modelId="{4D50B444-5BCF-4AD3-8D05-8A8757EC267D}" type="presOf" srcId="{D35E6153-7D43-4C19-BA0D-CFD2AAEC3CE0}" destId="{67893327-9E25-42F6-A4E0-B315914D7AC5}" srcOrd="0" destOrd="0" presId="urn:microsoft.com/office/officeart/2005/8/layout/process1"/>
    <dgm:cxn modelId="{C1B38967-F193-405B-B4DB-3EC7CCD09623}" type="presOf" srcId="{5588E5E7-247D-4450-919C-61BD1F67CCA0}" destId="{E557AAFC-DFAD-4C64-8958-EF4554438462}" srcOrd="1" destOrd="0" presId="urn:microsoft.com/office/officeart/2005/8/layout/process1"/>
    <dgm:cxn modelId="{89DB9283-19CD-4EC4-9718-6265F5550A2B}" type="presOf" srcId="{D35E6153-7D43-4C19-BA0D-CFD2AAEC3CE0}" destId="{DA2470C8-7EC6-4D1F-9836-B391FCF64191}" srcOrd="1" destOrd="0" presId="urn:microsoft.com/office/officeart/2005/8/layout/process1"/>
    <dgm:cxn modelId="{D1E3EA9F-2111-481F-82BD-EA477E2E789C}" type="presOf" srcId="{A01CB020-5C44-4D38-8539-D956EEA3307C}" destId="{211CDCB9-8023-400E-B3C9-A716F5BBB1AF}" srcOrd="0" destOrd="0" presId="urn:microsoft.com/office/officeart/2005/8/layout/process1"/>
    <dgm:cxn modelId="{02B85DA4-150E-4167-9628-614EFB1259B8}" type="presOf" srcId="{28B5902B-3F17-4B08-941C-7D48ED669E45}" destId="{D9A16EF1-3120-4DBE-8D82-83BDC95D65EC}" srcOrd="0" destOrd="0" presId="urn:microsoft.com/office/officeart/2005/8/layout/process1"/>
    <dgm:cxn modelId="{547353A9-91B7-41D6-AC24-7C0FE97461B9}" srcId="{A01CB020-5C44-4D38-8539-D956EEA3307C}" destId="{AEE42C20-4E3E-4ECD-9C7B-054522163AA2}" srcOrd="4" destOrd="0" parTransId="{C8AAC828-DE9D-4107-A29A-A1F04F7744CB}" sibTransId="{645F77D1-D11D-4CFB-8CBF-1C70379DFE7F}"/>
    <dgm:cxn modelId="{5216C1BE-9907-45C7-A1F2-B2321B6D8E12}" type="presOf" srcId="{AEE42C20-4E3E-4ECD-9C7B-054522163AA2}" destId="{9119BE61-12E0-4F05-8E25-59B9AE32D9F0}" srcOrd="0" destOrd="0" presId="urn:microsoft.com/office/officeart/2005/8/layout/process1"/>
    <dgm:cxn modelId="{23583BD1-583F-4AFA-85DB-763509FA6B89}" srcId="{A01CB020-5C44-4D38-8539-D956EEA3307C}" destId="{6702AEAA-FD1B-4E51-B38D-3CD7DD062F9E}" srcOrd="2" destOrd="0" parTransId="{5495E7F9-2BDF-4A25-9230-2B52148DE962}" sibTransId="{AFF3C2DB-F667-4CDD-9A84-3392BFF34669}"/>
    <dgm:cxn modelId="{6D9C22D4-E374-4679-8DA7-992AD232C045}" type="presOf" srcId="{F5A17EE1-58C9-49B1-B1B2-B27EE4A3EBF9}" destId="{45000E74-D5A2-47DD-B1C9-B681509BEC26}" srcOrd="0" destOrd="0" presId="urn:microsoft.com/office/officeart/2005/8/layout/process1"/>
    <dgm:cxn modelId="{4B62C0DB-2CE7-4170-871A-11354B603487}" type="presOf" srcId="{CB5AC38F-C01B-416A-AD2B-72E2EAC69C43}" destId="{17814DE1-2D05-461A-8695-F0A0AAA4D446}" srcOrd="1" destOrd="0" presId="urn:microsoft.com/office/officeart/2005/8/layout/process1"/>
    <dgm:cxn modelId="{545BB5E7-40E7-4548-94A5-F098B05A52F8}" type="presOf" srcId="{42968CAF-A911-4E5C-BC9E-8D54E37D3AAC}" destId="{ED819BFC-2271-4DEE-BE88-3E72F4CE4114}" srcOrd="0" destOrd="0" presId="urn:microsoft.com/office/officeart/2005/8/layout/process1"/>
    <dgm:cxn modelId="{2E9E82F4-43C8-4EAF-8C46-3BC98F06EB85}" type="presOf" srcId="{AFF3C2DB-F667-4CDD-9A84-3392BFF34669}" destId="{A7D4A547-E46B-4A09-B8E9-E3275ACFDAF5}" srcOrd="1" destOrd="0" presId="urn:microsoft.com/office/officeart/2005/8/layout/process1"/>
    <dgm:cxn modelId="{A2F71018-0243-4296-8F13-05730C58E01E}" type="presParOf" srcId="{211CDCB9-8023-400E-B3C9-A716F5BBB1AF}" destId="{D9A16EF1-3120-4DBE-8D82-83BDC95D65EC}" srcOrd="0" destOrd="0" presId="urn:microsoft.com/office/officeart/2005/8/layout/process1"/>
    <dgm:cxn modelId="{42444BA5-CEF9-4DE1-92E3-011357ED2AD6}" type="presParOf" srcId="{211CDCB9-8023-400E-B3C9-A716F5BBB1AF}" destId="{D60A9ED2-7C9F-4FAB-97FB-4E208DA9ADD4}" srcOrd="1" destOrd="0" presId="urn:microsoft.com/office/officeart/2005/8/layout/process1"/>
    <dgm:cxn modelId="{DEA3D6E2-90C1-4240-9170-4A16260E879C}" type="presParOf" srcId="{D60A9ED2-7C9F-4FAB-97FB-4E208DA9ADD4}" destId="{17814DE1-2D05-461A-8695-F0A0AAA4D446}" srcOrd="0" destOrd="0" presId="urn:microsoft.com/office/officeart/2005/8/layout/process1"/>
    <dgm:cxn modelId="{1EE85DFD-4CC4-407B-B873-225E554E9841}" type="presParOf" srcId="{211CDCB9-8023-400E-B3C9-A716F5BBB1AF}" destId="{ED819BFC-2271-4DEE-BE88-3E72F4CE4114}" srcOrd="2" destOrd="0" presId="urn:microsoft.com/office/officeart/2005/8/layout/process1"/>
    <dgm:cxn modelId="{32BE4375-BF15-4EA2-9CF2-B48EA33DEF73}" type="presParOf" srcId="{211CDCB9-8023-400E-B3C9-A716F5BBB1AF}" destId="{91B277A4-CF94-447F-BAF1-67CC1464610A}" srcOrd="3" destOrd="0" presId="urn:microsoft.com/office/officeart/2005/8/layout/process1"/>
    <dgm:cxn modelId="{1E69ACA1-75D5-416E-863F-A469DA3966E7}" type="presParOf" srcId="{91B277A4-CF94-447F-BAF1-67CC1464610A}" destId="{E557AAFC-DFAD-4C64-8958-EF4554438462}" srcOrd="0" destOrd="0" presId="urn:microsoft.com/office/officeart/2005/8/layout/process1"/>
    <dgm:cxn modelId="{EEDA3C70-F8E3-4D6E-8EC5-ABC2F8A6217D}" type="presParOf" srcId="{211CDCB9-8023-400E-B3C9-A716F5BBB1AF}" destId="{51AFB155-D4BC-44B8-8E7E-F504AF7EABD7}" srcOrd="4" destOrd="0" presId="urn:microsoft.com/office/officeart/2005/8/layout/process1"/>
    <dgm:cxn modelId="{8CE3C4E2-1BF8-4A4D-B698-E758CCDF65FD}" type="presParOf" srcId="{211CDCB9-8023-400E-B3C9-A716F5BBB1AF}" destId="{25CD4F30-BCC4-468B-8523-D7B91C829044}" srcOrd="5" destOrd="0" presId="urn:microsoft.com/office/officeart/2005/8/layout/process1"/>
    <dgm:cxn modelId="{F09C09AF-82A5-4FE2-B01B-17CA6FE52C1C}" type="presParOf" srcId="{25CD4F30-BCC4-468B-8523-D7B91C829044}" destId="{A7D4A547-E46B-4A09-B8E9-E3275ACFDAF5}" srcOrd="0" destOrd="0" presId="urn:microsoft.com/office/officeart/2005/8/layout/process1"/>
    <dgm:cxn modelId="{01AC0F7E-B1AD-42C3-B74F-CA23E8F47478}" type="presParOf" srcId="{211CDCB9-8023-400E-B3C9-A716F5BBB1AF}" destId="{45000E74-D5A2-47DD-B1C9-B681509BEC26}" srcOrd="6" destOrd="0" presId="urn:microsoft.com/office/officeart/2005/8/layout/process1"/>
    <dgm:cxn modelId="{2C113D37-DA51-4AAB-9817-0995DDCC265F}" type="presParOf" srcId="{211CDCB9-8023-400E-B3C9-A716F5BBB1AF}" destId="{67893327-9E25-42F6-A4E0-B315914D7AC5}" srcOrd="7" destOrd="0" presId="urn:microsoft.com/office/officeart/2005/8/layout/process1"/>
    <dgm:cxn modelId="{46F2EDB7-631D-4FA2-95AF-A4C961D0C9A3}" type="presParOf" srcId="{67893327-9E25-42F6-A4E0-B315914D7AC5}" destId="{DA2470C8-7EC6-4D1F-9836-B391FCF64191}" srcOrd="0" destOrd="0" presId="urn:microsoft.com/office/officeart/2005/8/layout/process1"/>
    <dgm:cxn modelId="{92978960-2DE4-426A-B49A-4EBC2C1FA565}" type="presParOf" srcId="{211CDCB9-8023-400E-B3C9-A716F5BBB1AF}" destId="{9119BE61-12E0-4F05-8E25-59B9AE32D9F0}"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A16EF1-3120-4DBE-8D82-83BDC95D65EC}">
      <dsp:nvSpPr>
        <dsp:cNvPr id="0" name=""/>
        <dsp:cNvSpPr/>
      </dsp:nvSpPr>
      <dsp:spPr>
        <a:xfrm>
          <a:off x="5583" y="1999314"/>
          <a:ext cx="1730847" cy="1038508"/>
        </a:xfrm>
        <a:prstGeom prst="roundRect">
          <a:avLst>
            <a:gd name="adj" fmla="val 10000"/>
          </a:avLst>
        </a:prstGeom>
        <a:solidFill>
          <a:schemeClr val="accent1">
            <a:shade val="80000"/>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a:t>Kunde ruft Hotline an</a:t>
          </a:r>
        </a:p>
      </dsp:txBody>
      <dsp:txXfrm>
        <a:off x="36000" y="2029731"/>
        <a:ext cx="1670013" cy="977674"/>
      </dsp:txXfrm>
    </dsp:sp>
    <dsp:sp modelId="{D60A9ED2-7C9F-4FAB-97FB-4E208DA9ADD4}">
      <dsp:nvSpPr>
        <dsp:cNvPr id="0" name=""/>
        <dsp:cNvSpPr/>
      </dsp:nvSpPr>
      <dsp:spPr>
        <a:xfrm>
          <a:off x="1909515" y="2303943"/>
          <a:ext cx="366939" cy="429250"/>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DE" sz="1600" kern="1200"/>
        </a:p>
      </dsp:txBody>
      <dsp:txXfrm>
        <a:off x="1909515" y="2389793"/>
        <a:ext cx="256857" cy="257550"/>
      </dsp:txXfrm>
    </dsp:sp>
    <dsp:sp modelId="{ED819BFC-2271-4DEE-BE88-3E72F4CE4114}">
      <dsp:nvSpPr>
        <dsp:cNvPr id="0" name=""/>
        <dsp:cNvSpPr/>
      </dsp:nvSpPr>
      <dsp:spPr>
        <a:xfrm>
          <a:off x="2428770" y="1999314"/>
          <a:ext cx="1730847" cy="1038508"/>
        </a:xfrm>
        <a:prstGeom prst="roundRect">
          <a:avLst>
            <a:gd name="adj" fmla="val 10000"/>
          </a:avLst>
        </a:prstGeom>
        <a:solidFill>
          <a:schemeClr val="accent1">
            <a:shade val="80000"/>
            <a:hueOff val="147867"/>
            <a:satOff val="-13188"/>
            <a:lumOff val="919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a:t>MS Teams Phone</a:t>
          </a:r>
        </a:p>
      </dsp:txBody>
      <dsp:txXfrm>
        <a:off x="2459187" y="2029731"/>
        <a:ext cx="1670013" cy="977674"/>
      </dsp:txXfrm>
    </dsp:sp>
    <dsp:sp modelId="{91B277A4-CF94-447F-BAF1-67CC1464610A}">
      <dsp:nvSpPr>
        <dsp:cNvPr id="0" name=""/>
        <dsp:cNvSpPr/>
      </dsp:nvSpPr>
      <dsp:spPr>
        <a:xfrm rot="21586831">
          <a:off x="4333508" y="2299256"/>
          <a:ext cx="368652" cy="429250"/>
        </a:xfrm>
        <a:prstGeom prst="rightArrow">
          <a:avLst>
            <a:gd name="adj1" fmla="val 60000"/>
            <a:gd name="adj2" fmla="val 50000"/>
          </a:avLst>
        </a:prstGeom>
        <a:solidFill>
          <a:schemeClr val="accent1">
            <a:shade val="90000"/>
            <a:hueOff val="197267"/>
            <a:satOff val="-17370"/>
            <a:lumOff val="1168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DE" sz="1600" kern="1200"/>
        </a:p>
      </dsp:txBody>
      <dsp:txXfrm>
        <a:off x="4333508" y="2385318"/>
        <a:ext cx="258056" cy="257550"/>
      </dsp:txXfrm>
    </dsp:sp>
    <dsp:sp modelId="{51AFB155-D4BC-44B8-8E7E-F504AF7EABD7}">
      <dsp:nvSpPr>
        <dsp:cNvPr id="0" name=""/>
        <dsp:cNvSpPr/>
      </dsp:nvSpPr>
      <dsp:spPr>
        <a:xfrm>
          <a:off x="4855183" y="1990020"/>
          <a:ext cx="1730847" cy="1038508"/>
        </a:xfrm>
        <a:prstGeom prst="roundRect">
          <a:avLst>
            <a:gd name="adj" fmla="val 10000"/>
          </a:avLst>
        </a:prstGeom>
        <a:solidFill>
          <a:schemeClr val="accent1">
            <a:shade val="80000"/>
            <a:hueOff val="295734"/>
            <a:satOff val="-26375"/>
            <a:lumOff val="18398"/>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a:t>Copilot Voice-Agent</a:t>
          </a:r>
        </a:p>
      </dsp:txBody>
      <dsp:txXfrm>
        <a:off x="4885600" y="2020437"/>
        <a:ext cx="1670013" cy="977674"/>
      </dsp:txXfrm>
    </dsp:sp>
    <dsp:sp modelId="{25CD4F30-BCC4-468B-8523-D7B91C829044}">
      <dsp:nvSpPr>
        <dsp:cNvPr id="0" name=""/>
        <dsp:cNvSpPr/>
      </dsp:nvSpPr>
      <dsp:spPr>
        <a:xfrm rot="13204">
          <a:off x="6758308" y="2299336"/>
          <a:ext cx="365232" cy="429250"/>
        </a:xfrm>
        <a:prstGeom prst="rightArrow">
          <a:avLst>
            <a:gd name="adj1" fmla="val 60000"/>
            <a:gd name="adj2" fmla="val 50000"/>
          </a:avLst>
        </a:prstGeom>
        <a:solidFill>
          <a:schemeClr val="accent1">
            <a:shade val="90000"/>
            <a:hueOff val="394533"/>
            <a:satOff val="-34739"/>
            <a:lumOff val="2337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DE" sz="1600" kern="1200"/>
        </a:p>
      </dsp:txBody>
      <dsp:txXfrm>
        <a:off x="6758308" y="2384976"/>
        <a:ext cx="255662" cy="257550"/>
      </dsp:txXfrm>
    </dsp:sp>
    <dsp:sp modelId="{45000E74-D5A2-47DD-B1C9-B681509BEC26}">
      <dsp:nvSpPr>
        <dsp:cNvPr id="0" name=""/>
        <dsp:cNvSpPr/>
      </dsp:nvSpPr>
      <dsp:spPr>
        <a:xfrm>
          <a:off x="7275143" y="1999314"/>
          <a:ext cx="1730847" cy="1038508"/>
        </a:xfrm>
        <a:prstGeom prst="roundRect">
          <a:avLst>
            <a:gd name="adj" fmla="val 10000"/>
          </a:avLst>
        </a:prstGeom>
        <a:solidFill>
          <a:schemeClr val="accent1">
            <a:shade val="80000"/>
            <a:hueOff val="443600"/>
            <a:satOff val="-39563"/>
            <a:lumOff val="2759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a:t>Power Automate Flow</a:t>
          </a:r>
        </a:p>
      </dsp:txBody>
      <dsp:txXfrm>
        <a:off x="7305560" y="2029731"/>
        <a:ext cx="1670013" cy="977674"/>
      </dsp:txXfrm>
    </dsp:sp>
    <dsp:sp modelId="{67893327-9E25-42F6-A4E0-B315914D7AC5}">
      <dsp:nvSpPr>
        <dsp:cNvPr id="0" name=""/>
        <dsp:cNvSpPr/>
      </dsp:nvSpPr>
      <dsp:spPr>
        <a:xfrm>
          <a:off x="9179076" y="2303943"/>
          <a:ext cx="366939" cy="429250"/>
        </a:xfrm>
        <a:prstGeom prst="rightArrow">
          <a:avLst>
            <a:gd name="adj1" fmla="val 60000"/>
            <a:gd name="adj2" fmla="val 50000"/>
          </a:avLst>
        </a:prstGeom>
        <a:solidFill>
          <a:schemeClr val="accent1">
            <a:shade val="90000"/>
            <a:hueOff val="591800"/>
            <a:satOff val="-52109"/>
            <a:lumOff val="3505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de-DE" sz="1600" kern="1200"/>
        </a:p>
      </dsp:txBody>
      <dsp:txXfrm>
        <a:off x="9179076" y="2389793"/>
        <a:ext cx="256857" cy="257550"/>
      </dsp:txXfrm>
    </dsp:sp>
    <dsp:sp modelId="{9119BE61-12E0-4F05-8E25-59B9AE32D9F0}">
      <dsp:nvSpPr>
        <dsp:cNvPr id="0" name=""/>
        <dsp:cNvSpPr/>
      </dsp:nvSpPr>
      <dsp:spPr>
        <a:xfrm>
          <a:off x="9698330" y="1999314"/>
          <a:ext cx="1730847" cy="1038508"/>
        </a:xfrm>
        <a:prstGeom prst="roundRect">
          <a:avLst>
            <a:gd name="adj" fmla="val 10000"/>
          </a:avLst>
        </a:prstGeom>
        <a:solidFill>
          <a:schemeClr val="accent1">
            <a:shade val="80000"/>
            <a:hueOff val="591467"/>
            <a:satOff val="-52751"/>
            <a:lumOff val="3679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de-DE" sz="1900" kern="1200"/>
            <a:t>AIRCO Experte</a:t>
          </a:r>
        </a:p>
      </dsp:txBody>
      <dsp:txXfrm>
        <a:off x="9728747" y="2029731"/>
        <a:ext cx="1670013" cy="97767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7111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izenplatzhalter 2"/>
          <p:cNvSpPr>
            <a:spLocks noGrp="1"/>
          </p:cNvSpPr>
          <p:nvPr>
            <p:ph type="body" idx="1"/>
          </p:nvPr>
        </p:nvSpPr>
        <p:spPr>
          <a:xfrm>
            <a:off x="685800" y="4400550"/>
            <a:ext cx="5486400" cy="3600450"/>
          </a:xfrm>
          <a:prstGeom prst="rect">
            <a:avLst/>
          </a:prstGeom>
        </p:spPr>
        <p:txBody>
          <a:bodyPr/>
          <a:lstStyle/>
          <a:p>
            <a:endParaRPr lang="de-DE"/>
          </a:p>
        </p:txBody>
      </p:sp>
    </p:spTree>
    <p:extLst>
      <p:ext uri="{BB962C8B-B14F-4D97-AF65-F5344CB8AC3E}">
        <p14:creationId xmlns:p14="http://schemas.microsoft.com/office/powerpoint/2010/main" val="25760848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9E6A4-3890-E54C-B4E3-B8EA236D0C9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DDE5490C-823C-84A4-3A16-ECA607636DF1}"/>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9EC2D96E-76E3-4293-7A46-DD8B65E91B2D}"/>
              </a:ext>
            </a:extLst>
          </p:cNvPr>
          <p:cNvSpPr>
            <a:spLocks noGrp="1"/>
          </p:cNvSpPr>
          <p:nvPr>
            <p:ph type="body" idx="1"/>
          </p:nvPr>
        </p:nvSpPr>
        <p:spPr/>
        <p:txBody>
          <a:bodyPr/>
          <a:lstStyle/>
          <a:p>
            <a:r>
              <a:rPr lang="de-DE"/>
              <a:t>Botschaft: „Zusammenfassung: Wir sind kompetent (fachlich/methodisch/technisch/systemisch = ganzheitlich)“</a:t>
            </a:r>
          </a:p>
        </p:txBody>
      </p:sp>
      <p:sp>
        <p:nvSpPr>
          <p:cNvPr id="4" name="Foliennummernplatzhalter 3">
            <a:extLst>
              <a:ext uri="{FF2B5EF4-FFF2-40B4-BE49-F238E27FC236}">
                <a16:creationId xmlns:a16="http://schemas.microsoft.com/office/drawing/2014/main" id="{DB4339E3-3756-B506-FADE-85CDA934BF32}"/>
              </a:ext>
            </a:extLst>
          </p:cNvPr>
          <p:cNvSpPr>
            <a:spLocks noGrp="1"/>
          </p:cNvSpPr>
          <p:nvPr>
            <p:ph type="sldNum" sz="quarter" idx="5"/>
          </p:nvPr>
        </p:nvSpPr>
        <p:spPr/>
        <p:txBody>
          <a:bodyPr/>
          <a:lstStyle/>
          <a:p>
            <a:fld id="{B3D02392-0A63-475F-81E0-2872424A542B}" type="slidenum">
              <a:rPr lang="de-DE" smtClean="0"/>
              <a:t>2</a:t>
            </a:fld>
            <a:endParaRPr lang="de-DE"/>
          </a:p>
        </p:txBody>
      </p:sp>
    </p:spTree>
    <p:extLst>
      <p:ext uri="{BB962C8B-B14F-4D97-AF65-F5344CB8AC3E}">
        <p14:creationId xmlns:p14="http://schemas.microsoft.com/office/powerpoint/2010/main" val="3588799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izenplatzhalter 2"/>
          <p:cNvSpPr>
            <a:spLocks noGrp="1"/>
          </p:cNvSpPr>
          <p:nvPr>
            <p:ph type="body" idx="1"/>
          </p:nvPr>
        </p:nvSpPr>
        <p:spPr>
          <a:xfrm>
            <a:off x="685800" y="4400550"/>
            <a:ext cx="5486400" cy="3600450"/>
          </a:xfrm>
          <a:prstGeom prst="rect">
            <a:avLst/>
          </a:prstGeom>
        </p:spPr>
        <p:txBody>
          <a:bodyPr/>
          <a:lstStyle/>
          <a:p>
            <a:r>
              <a:rPr lang="de-DE"/>
              <a:t>* Es gibt auch die Real-Time Agenten, die normale (generative) Konversationen führen können, aber in unserem deterministischen Fall nicht geeignet sind. </a:t>
            </a:r>
          </a:p>
        </p:txBody>
      </p:sp>
    </p:spTree>
    <p:extLst>
      <p:ext uri="{BB962C8B-B14F-4D97-AF65-F5344CB8AC3E}">
        <p14:creationId xmlns:p14="http://schemas.microsoft.com/office/powerpoint/2010/main" val="13913901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0CC51-E2EF-396C-22B5-0CC019E47E2A}"/>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EF18B06-D731-6EB3-C5FF-62B565D10D69}"/>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18139268-AA12-B86A-DDD9-9958E49561FD}"/>
              </a:ext>
            </a:extLst>
          </p:cNvPr>
          <p:cNvSpPr>
            <a:spLocks noGrp="1"/>
          </p:cNvSpPr>
          <p:nvPr>
            <p:ph type="body" idx="1"/>
          </p:nvPr>
        </p:nvSpPr>
        <p:spPr>
          <a:xfrm>
            <a:off x="685800" y="4400550"/>
            <a:ext cx="5486400" cy="3600450"/>
          </a:xfrm>
          <a:prstGeom prst="rect">
            <a:avLst/>
          </a:prstGeom>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de-DE" dirty="0"/>
              <a:t>Bot-Transparenz in der Begrüßung: „Willkommen beim technischen Service…" verrät nicht,. Rechtlich (EU AI Act) und zwecks Akzeptanz sollte die Begrüßung das offenlegen, dass der Anrufer mit einer KI spricht. Falls das Gespräch verarbeitet/aufgezeichnet wird, gehört auch ein DSGVO-Hinweis hierher.</a:t>
            </a:r>
          </a:p>
          <a:p>
            <a:pPr marL="228600" indent="-228600">
              <a:buAutoNum type="arabicPeriod"/>
            </a:pPr>
            <a:r>
              <a:rPr lang="de-DE" dirty="0"/>
              <a:t>Telefonnummer sollte vom Teams Phone automatisch erkannt und als Variable „Caller-ID“ bereitgestellt werden.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de-DE" sz="1200" dirty="0">
                <a:solidFill>
                  <a:schemeClr val="bg1"/>
                </a:solidFill>
              </a:rPr>
              <a:t>Falls Korrekturversuche &gt; 3 trotzdem weitermachen aber Bescheid geben, dass manche Infos nicht richtige erkannt wurden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de-DE" sz="1200" dirty="0">
                <a:solidFill>
                  <a:schemeClr val="bg1"/>
                </a:solidFill>
              </a:rPr>
              <a:t>Falls die KI hängt / Service nicht erreichbar / down, dann wird der Rohtext und sämtliche bereits erfasste Daten unverarbeitet in die E-Mail geschrieben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de-DE" dirty="0"/>
              <a:t>Der erfasste Rohtext wird von einer KI verarbeitet, damit nur die relevanten und korrekten Kundendaten erfasst werden, z.B. Der Kunde sagt „Ich bin der / ich heiße Max Musterman“</a:t>
            </a:r>
            <a:r>
              <a:rPr lang="de-DE" dirty="0">
                <a:sym typeface="Wingdings" panose="05000000000000000000" pitchFamily="2" charset="2"/>
              </a:rPr>
              <a:t> KI-Verarbeitung  Ansprechpartner: „Max Musterman“</a:t>
            </a:r>
            <a:endParaRPr lang="de-DE" dirty="0"/>
          </a:p>
        </p:txBody>
      </p:sp>
    </p:spTree>
    <p:extLst>
      <p:ext uri="{BB962C8B-B14F-4D97-AF65-F5344CB8AC3E}">
        <p14:creationId xmlns:p14="http://schemas.microsoft.com/office/powerpoint/2010/main" val="2048456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31ADA-2148-C8AB-66A2-EBC9A2CA82E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D712387-4143-F2E6-79E5-6B8CF8BA9B60}"/>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E75E7510-9A5B-C1FD-40F1-0D136A7EB7D4}"/>
              </a:ext>
            </a:extLst>
          </p:cNvPr>
          <p:cNvSpPr>
            <a:spLocks noGrp="1"/>
          </p:cNvSpPr>
          <p:nvPr>
            <p:ph type="body" idx="1"/>
          </p:nvPr>
        </p:nvSpPr>
        <p:spPr>
          <a:xfrm>
            <a:off x="685800" y="4400550"/>
            <a:ext cx="5486400" cy="3600450"/>
          </a:xfrm>
          <a:prstGeom prst="rect">
            <a:avLst/>
          </a:prstGeom>
        </p:spPr>
        <p: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de-DE" dirty="0"/>
              <a:t>Bot-Transparenz in der Begrüßung: „Willkommen beim technischen Service…" verrät nicht,. Rechtlich (EU AI Act) und zwecks Akzeptanz sollte die Begrüßung das offenlegen, dass der Anrufer mit einer KI spricht. Falls das Gespräch verarbeitet/aufgezeichnet wird, gehört auch ein DSGVO-Hinweis hierher.</a:t>
            </a:r>
          </a:p>
          <a:p>
            <a:pPr marL="228600" indent="-228600">
              <a:buAutoNum type="arabicPeriod"/>
            </a:pPr>
            <a:r>
              <a:rPr lang="de-DE" dirty="0"/>
              <a:t>Telefonnummer sollte vom Teams Phone automatisch erkannt und als Variable „Caller-ID“ bereitgestellt werden.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de-DE" sz="1200" dirty="0">
                <a:solidFill>
                  <a:schemeClr val="bg1"/>
                </a:solidFill>
              </a:rPr>
              <a:t>Falls Korrekturversuche &gt; 3 trotzdem weitermachen aber Bescheid geben, dass manche Infos nicht richtige erkannt wurden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de-DE" sz="1200" dirty="0">
                <a:solidFill>
                  <a:schemeClr val="bg1"/>
                </a:solidFill>
              </a:rPr>
              <a:t>Falls die KI hängt / Service nicht erreichbar / down, dann wird der Rohtext und sämtliche bereits erfasste Daten unverarbeitet in die E-Mail geschrieben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de-DE" dirty="0"/>
              <a:t>Der erfasste Rohtext wird von einer KI verarbeitet, damit nur die relevanten und korrekten Kundendaten erfasst werden, z.B. Der Kunde sagt „Ich bin der / ich heiße Max Musterman“</a:t>
            </a:r>
            <a:r>
              <a:rPr lang="de-DE" dirty="0">
                <a:sym typeface="Wingdings" panose="05000000000000000000" pitchFamily="2" charset="2"/>
              </a:rPr>
              <a:t> KI-Verarbeitung  Ansprechpartner: „Max Musterman“</a:t>
            </a:r>
            <a:endParaRPr lang="de-DE" dirty="0"/>
          </a:p>
        </p:txBody>
      </p:sp>
    </p:spTree>
    <p:extLst>
      <p:ext uri="{BB962C8B-B14F-4D97-AF65-F5344CB8AC3E}">
        <p14:creationId xmlns:p14="http://schemas.microsoft.com/office/powerpoint/2010/main" val="772386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izenplatzhalter 2"/>
          <p:cNvSpPr>
            <a:spLocks noGrp="1"/>
          </p:cNvSpPr>
          <p:nvPr>
            <p:ph type="body" idx="1"/>
          </p:nvPr>
        </p:nvSpPr>
        <p:spPr>
          <a:xfrm>
            <a:off x="685800" y="4400550"/>
            <a:ext cx="5486400" cy="3600450"/>
          </a:xfrm>
          <a:prstGeom prst="rect">
            <a:avLst/>
          </a:prstGeom>
        </p:spPr>
        <p:txBody>
          <a:bodyPr/>
          <a:lstStyle/>
          <a:p>
            <a:pPr>
              <a:spcBef>
                <a:spcPts val="600"/>
              </a:spcBef>
              <a:spcAft>
                <a:spcPts val="600"/>
              </a:spcAft>
            </a:pPr>
            <a:r>
              <a:rPr lang="de-DE" dirty="0"/>
              <a:t>1. </a:t>
            </a:r>
            <a:r>
              <a:rPr lang="de-DE" sz="1800" dirty="0">
                <a:sym typeface="Wingdings" panose="05000000000000000000" pitchFamily="2" charset="2"/>
              </a:rPr>
              <a:t>Im Test-Modus „Text“ kann man Variablenwerte wie folgt festlegen: </a:t>
            </a:r>
          </a:p>
          <a:p>
            <a:pPr lvl="1">
              <a:spcBef>
                <a:spcPts val="600"/>
              </a:spcBef>
              <a:spcAft>
                <a:spcPts val="600"/>
              </a:spcAft>
            </a:pPr>
            <a:r>
              <a:rPr lang="de-DE" sz="1600" i="1" dirty="0">
                <a:sym typeface="Wingdings" panose="05000000000000000000" pitchFamily="2" charset="2"/>
              </a:rPr>
              <a:t>/</a:t>
            </a:r>
            <a:r>
              <a:rPr lang="de-DE" sz="1600" i="1" dirty="0" err="1">
                <a:sym typeface="Wingdings" panose="05000000000000000000" pitchFamily="2" charset="2"/>
              </a:rPr>
              <a:t>debug</a:t>
            </a:r>
            <a:r>
              <a:rPr lang="de-DE" sz="1600" i="1" dirty="0">
                <a:sym typeface="Wingdings" panose="05000000000000000000" pitchFamily="2" charset="2"/>
              </a:rPr>
              <a:t> </a:t>
            </a:r>
            <a:r>
              <a:rPr lang="de-DE" sz="1600" i="1" dirty="0" err="1">
                <a:sym typeface="Wingdings" panose="05000000000000000000" pitchFamily="2" charset="2"/>
              </a:rPr>
              <a:t>Global.Telefonnummer</a:t>
            </a:r>
            <a:r>
              <a:rPr lang="de-DE" sz="1600" i="1" dirty="0">
                <a:sym typeface="Wingdings" panose="05000000000000000000" pitchFamily="2" charset="2"/>
              </a:rPr>
              <a:t> = +491234567890</a:t>
            </a:r>
          </a:p>
          <a:p>
            <a:pPr lvl="1">
              <a:spcBef>
                <a:spcPts val="600"/>
              </a:spcBef>
              <a:spcAft>
                <a:spcPts val="600"/>
              </a:spcAft>
            </a:pPr>
            <a:r>
              <a:rPr lang="de-DE" sz="1600" i="1" dirty="0">
                <a:sym typeface="Wingdings" panose="05000000000000000000" pitchFamily="2" charset="2"/>
              </a:rPr>
              <a:t>/</a:t>
            </a:r>
            <a:r>
              <a:rPr lang="de-DE" sz="1600" i="1" dirty="0" err="1">
                <a:sym typeface="Wingdings" panose="05000000000000000000" pitchFamily="2" charset="2"/>
              </a:rPr>
              <a:t>debug</a:t>
            </a:r>
            <a:r>
              <a:rPr lang="de-DE" sz="1600" i="1" dirty="0">
                <a:sym typeface="Wingdings" panose="05000000000000000000" pitchFamily="2" charset="2"/>
              </a:rPr>
              <a:t> </a:t>
            </a:r>
            <a:r>
              <a:rPr lang="de-DE" sz="1600" i="1" dirty="0" err="1">
                <a:sym typeface="Wingdings" panose="05000000000000000000" pitchFamily="2" charset="2"/>
              </a:rPr>
              <a:t>System.Activity.From.Name</a:t>
            </a:r>
            <a:r>
              <a:rPr lang="de-DE" sz="1600" i="1" dirty="0">
                <a:sym typeface="Wingdings" panose="05000000000000000000" pitchFamily="2" charset="2"/>
              </a:rPr>
              <a:t> = +491234567890 (</a:t>
            </a:r>
            <a:r>
              <a:rPr lang="de-DE" sz="1600" dirty="0">
                <a:sym typeface="Wingdings" panose="05000000000000000000" pitchFamily="2" charset="2"/>
              </a:rPr>
              <a:t>für die Caller-ID-Systemvariable)</a:t>
            </a:r>
            <a:endParaRPr lang="de-DE" sz="1600" i="1" dirty="0">
              <a:sym typeface="Wingdings" panose="05000000000000000000" pitchFamily="2" charset="2"/>
            </a:endParaRPr>
          </a:p>
          <a:p>
            <a:endParaRPr lang="de-DE" dirty="0"/>
          </a:p>
        </p:txBody>
      </p:sp>
    </p:spTree>
    <p:extLst>
      <p:ext uri="{BB962C8B-B14F-4D97-AF65-F5344CB8AC3E}">
        <p14:creationId xmlns:p14="http://schemas.microsoft.com/office/powerpoint/2010/main" val="3354468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izenplatzhalter 2"/>
          <p:cNvSpPr>
            <a:spLocks noGrp="1"/>
          </p:cNvSpPr>
          <p:nvPr>
            <p:ph type="body" idx="1"/>
          </p:nvPr>
        </p:nvSpPr>
        <p:spPr>
          <a:xfrm>
            <a:off x="685800" y="4400550"/>
            <a:ext cx="5486400" cy="3600450"/>
          </a:xfrm>
          <a:prstGeom prst="rect">
            <a:avLst/>
          </a:prstGeom>
        </p:spPr>
        <p:txBody>
          <a:bodyPr/>
          <a:lstStyle/>
          <a:p>
            <a:r>
              <a:rPr lang="de-DE"/>
              <a:t>1. Telefonnummer sollte vom Teams Phone automatisch erkannt und als Variable „Caller-ID“ bereitgestellt werden.</a:t>
            </a:r>
          </a:p>
        </p:txBody>
      </p:sp>
    </p:spTree>
    <p:extLst>
      <p:ext uri="{BB962C8B-B14F-4D97-AF65-F5344CB8AC3E}">
        <p14:creationId xmlns:p14="http://schemas.microsoft.com/office/powerpoint/2010/main" val="21638239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7627D-C0C2-5892-2E24-4D57933CBD1B}"/>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D10A86E-4CC4-6546-B5C9-1CFB1797545C}"/>
              </a:ext>
            </a:extLst>
          </p:cNvPr>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izenplatzhalter 2">
            <a:extLst>
              <a:ext uri="{FF2B5EF4-FFF2-40B4-BE49-F238E27FC236}">
                <a16:creationId xmlns:a16="http://schemas.microsoft.com/office/drawing/2014/main" id="{F99D45E6-D866-C71F-2374-C58CE7F8BF51}"/>
              </a:ext>
            </a:extLst>
          </p:cNvPr>
          <p:cNvSpPr>
            <a:spLocks noGrp="1"/>
          </p:cNvSpPr>
          <p:nvPr>
            <p:ph type="body" idx="1"/>
          </p:nvPr>
        </p:nvSpPr>
        <p:spPr>
          <a:xfrm>
            <a:off x="685800" y="4400550"/>
            <a:ext cx="5486400" cy="3600450"/>
          </a:xfrm>
          <a:prstGeom prst="rect">
            <a:avLst/>
          </a:prstGeom>
        </p:spPr>
        <p:txBody>
          <a:bodyPr/>
          <a:lstStyle/>
          <a:p>
            <a:pPr marL="228600" indent="-228600">
              <a:buAutoNum type="arabicPeriod"/>
            </a:pPr>
            <a:r>
              <a:rPr lang="de-DE"/>
              <a:t>Telefonnummer sollte vom Teams Phone automatisch erkannt und als Variable „Caller-ID“ bereitgestellt werden.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de-DE" sz="1200">
                <a:solidFill>
                  <a:schemeClr val="bg1"/>
                </a:solidFill>
              </a:rPr>
              <a:t>Falls Korrekturversuche &gt; 2 trotzdem weitermachen aber Bescheid geben, dass manche Infos nicht richtige erkannt wurden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de-DE"/>
              <a:t>Bot-Transparenz in der Begrüßung: „Willkommen beim technischen Service…" verrät nicht, dass der Anrufer mit einer KI spricht. Rechtlich (EU AI Act) und zwecks Akzeptanz sollte die Begrüßung das offenlegen, z. B. „Sie sprechen mit dem digitalen Service-Assistenten der AIRCO Systems GmbH." Falls das Gespräch verarbeitet/aufgezeichnet wird, gehört auch ein DSGVO-Hinweis hierher.</a:t>
            </a:r>
          </a:p>
        </p:txBody>
      </p:sp>
    </p:spTree>
    <p:extLst>
      <p:ext uri="{BB962C8B-B14F-4D97-AF65-F5344CB8AC3E}">
        <p14:creationId xmlns:p14="http://schemas.microsoft.com/office/powerpoint/2010/main" val="28031203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5.xml"/><Relationship Id="rId1" Type="http://schemas.openxmlformats.org/officeDocument/2006/relationships/tags" Target="../tags/tag1.xml"/><Relationship Id="rId4" Type="http://schemas.openxmlformats.org/officeDocument/2006/relationships/image" Target="../media/image4.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2.xml"/><Relationship Id="rId5" Type="http://schemas.openxmlformats.org/officeDocument/2006/relationships/image" Target="../media/image6.jpeg"/><Relationship Id="rId4" Type="http://schemas.openxmlformats.org/officeDocument/2006/relationships/image" Target="../media/image5.emf"/></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osaiic Folienmaster">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1F33EA71-2719-CC48-E9DE-245765D8BDC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161585" y="1846025"/>
            <a:ext cx="5900181" cy="3071899"/>
          </a:xfrm>
          <a:prstGeom prst="rect">
            <a:avLst/>
          </a:prstGeom>
        </p:spPr>
      </p:pic>
      <p:sp>
        <p:nvSpPr>
          <p:cNvPr id="4" name="Datumsplatzhalter 2">
            <a:extLst>
              <a:ext uri="{FF2B5EF4-FFF2-40B4-BE49-F238E27FC236}">
                <a16:creationId xmlns:a16="http://schemas.microsoft.com/office/drawing/2014/main" id="{DC6C04F0-05BC-3590-23CA-30EE29161FC9}"/>
              </a:ext>
            </a:extLst>
          </p:cNvPr>
          <p:cNvSpPr>
            <a:spLocks noGrp="1"/>
          </p:cNvSpPr>
          <p:nvPr>
            <p:ph type="dt" sz="half" idx="2"/>
          </p:nvPr>
        </p:nvSpPr>
        <p:spPr>
          <a:xfrm>
            <a:off x="383117" y="6634231"/>
            <a:ext cx="3132596" cy="235058"/>
          </a:xfrm>
          <a:prstGeom prst="rect">
            <a:avLst/>
          </a:prstGeom>
        </p:spPr>
        <p:txBody>
          <a:bodyPr lIns="0" tIns="0" rIns="0" bIns="0" anchor="ctr"/>
          <a:lstStyle>
            <a:lvl1pPr>
              <a:defRPr sz="933">
                <a:solidFill>
                  <a:schemeClr val="tx2"/>
                </a:solidFill>
              </a:defRPr>
            </a:lvl1pPr>
          </a:lstStyle>
          <a:p>
            <a:fld id="{F0146615-1629-4414-8C63-834EB6B1C8FB}" type="datetime1">
              <a:rPr lang="de-DE" smtClean="0"/>
              <a:t>18.08.2026</a:t>
            </a:fld>
            <a:endParaRPr lang="de-DE"/>
          </a:p>
        </p:txBody>
      </p:sp>
      <p:sp>
        <p:nvSpPr>
          <p:cNvPr id="5" name="Fußzeilenplatzhalter 3">
            <a:extLst>
              <a:ext uri="{FF2B5EF4-FFF2-40B4-BE49-F238E27FC236}">
                <a16:creationId xmlns:a16="http://schemas.microsoft.com/office/drawing/2014/main" id="{2C7D3DE8-3B12-A8F9-D5FB-232646C01A87}"/>
              </a:ext>
            </a:extLst>
          </p:cNvPr>
          <p:cNvSpPr>
            <a:spLocks noGrp="1"/>
          </p:cNvSpPr>
          <p:nvPr>
            <p:ph type="ftr" sz="quarter" idx="3"/>
          </p:nvPr>
        </p:nvSpPr>
        <p:spPr>
          <a:xfrm>
            <a:off x="3515713" y="6634231"/>
            <a:ext cx="8302062" cy="235057"/>
          </a:xfrm>
          <a:prstGeom prst="rect">
            <a:avLst/>
          </a:prstGeom>
        </p:spPr>
        <p:txBody>
          <a:bodyPr lIns="0" tIns="0" rIns="0" bIns="0" anchor="ctr"/>
          <a:lstStyle>
            <a:lvl1pPr algn="r">
              <a:defRPr sz="933">
                <a:solidFill>
                  <a:schemeClr val="tx2"/>
                </a:solidFill>
              </a:defRPr>
            </a:lvl1pPr>
          </a:lstStyle>
          <a:p>
            <a:r>
              <a:rPr lang="de-DE"/>
              <a:t>AIRCO  |  mosaiic GmbH  |</a:t>
            </a:r>
          </a:p>
        </p:txBody>
      </p:sp>
      <p:sp>
        <p:nvSpPr>
          <p:cNvPr id="6" name="Foliennummernplatzhalter 4">
            <a:extLst>
              <a:ext uri="{FF2B5EF4-FFF2-40B4-BE49-F238E27FC236}">
                <a16:creationId xmlns:a16="http://schemas.microsoft.com/office/drawing/2014/main" id="{F2170230-F340-F263-0D03-EDDFFE271140}"/>
              </a:ext>
            </a:extLst>
          </p:cNvPr>
          <p:cNvSpPr>
            <a:spLocks noGrp="1"/>
          </p:cNvSpPr>
          <p:nvPr>
            <p:ph type="sldNum" sz="quarter" idx="4"/>
          </p:nvPr>
        </p:nvSpPr>
        <p:spPr>
          <a:xfrm>
            <a:off x="11817775" y="6634229"/>
            <a:ext cx="374222" cy="235057"/>
          </a:xfrm>
          <a:prstGeom prst="rect">
            <a:avLst/>
          </a:prstGeom>
        </p:spPr>
        <p:txBody>
          <a:bodyPr lIns="54000" tIns="0" rIns="0" bIns="0" anchor="ctr"/>
          <a:lstStyle>
            <a:lvl1pPr algn="l">
              <a:defRPr sz="933">
                <a:solidFill>
                  <a:schemeClr val="tx2"/>
                </a:solidFill>
              </a:defRPr>
            </a:lvl1pPr>
          </a:lstStyle>
          <a:p>
            <a:fld id="{F4B5F3EB-31C7-4555-828E-971415072856}" type="slidenum">
              <a:rPr lang="de-DE" smtClean="0"/>
              <a:pPr/>
              <a:t>‹Nr.›</a:t>
            </a:fld>
            <a:endParaRPr lang="de-DE"/>
          </a:p>
        </p:txBody>
      </p:sp>
    </p:spTree>
    <p:extLst>
      <p:ext uri="{BB962C8B-B14F-4D97-AF65-F5344CB8AC3E}">
        <p14:creationId xmlns:p14="http://schemas.microsoft.com/office/powerpoint/2010/main" val="5007482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tig_linksbündig_mit Logo">
    <p:spTree>
      <p:nvGrpSpPr>
        <p:cNvPr id="1" name=""/>
        <p:cNvGrpSpPr/>
        <p:nvPr/>
      </p:nvGrpSpPr>
      <p:grpSpPr>
        <a:xfrm>
          <a:off x="0" y="0"/>
          <a:ext cx="0" cy="0"/>
          <a:chOff x="0" y="0"/>
          <a:chExt cx="0" cy="0"/>
        </a:xfrm>
      </p:grpSpPr>
      <p:pic>
        <p:nvPicPr>
          <p:cNvPr id="3" name="Grafik 2">
            <a:extLst>
              <a:ext uri="{FF2B5EF4-FFF2-40B4-BE49-F238E27FC236}">
                <a16:creationId xmlns:a16="http://schemas.microsoft.com/office/drawing/2014/main" id="{16D30B04-54BD-32B9-E036-AD6263DB759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319979" y="53008"/>
            <a:ext cx="1937330" cy="1008661"/>
          </a:xfrm>
          <a:prstGeom prst="rect">
            <a:avLst/>
          </a:prstGeom>
        </p:spPr>
      </p:pic>
      <p:sp>
        <p:nvSpPr>
          <p:cNvPr id="76" name="Textplatzhalter 80">
            <a:extLst>
              <a:ext uri="{FF2B5EF4-FFF2-40B4-BE49-F238E27FC236}">
                <a16:creationId xmlns:a16="http://schemas.microsoft.com/office/drawing/2014/main" id="{EFED5BB8-9EA0-FC84-E74F-E0E376947300}"/>
              </a:ext>
            </a:extLst>
          </p:cNvPr>
          <p:cNvSpPr>
            <a:spLocks noGrp="1"/>
          </p:cNvSpPr>
          <p:nvPr>
            <p:ph type="body" sz="quarter" idx="11"/>
          </p:nvPr>
        </p:nvSpPr>
        <p:spPr>
          <a:xfrm>
            <a:off x="743892" y="1995296"/>
            <a:ext cx="8950109" cy="1329595"/>
          </a:xfrm>
          <a:prstGeom prst="rect">
            <a:avLst/>
          </a:prstGeom>
        </p:spPr>
        <p:txBody>
          <a:bodyPr vert="horz" wrap="square" lIns="0" tIns="0" rIns="0" bIns="0" rtlCol="0" anchor="b">
            <a:spAutoFit/>
          </a:bodyPr>
          <a:lstStyle>
            <a:lvl1pPr marL="0" indent="0">
              <a:buNone/>
              <a:defRPr kumimoji="0" lang="de-DE" sz="4800" b="0" i="0" u="none" strike="noStrike" cap="none" spc="0" normalizeH="0" baseline="0" dirty="0" smtClean="0">
                <a:ln>
                  <a:noFill/>
                </a:ln>
                <a:solidFill>
                  <a:schemeClr val="tx2"/>
                </a:solidFill>
                <a:effectLst/>
                <a:uLnTx/>
                <a:uFillTx/>
                <a:latin typeface="+mj-lt"/>
                <a:ea typeface="+mj-ea"/>
                <a:cs typeface="+mj-cs"/>
              </a:defRPr>
            </a:lvl1pPr>
            <a:lvl2pPr>
              <a:defRPr lang="de-DE" sz="2400" dirty="0" smtClean="0"/>
            </a:lvl2pPr>
            <a:lvl3pPr>
              <a:defRPr lang="de-DE" sz="2400" dirty="0" smtClean="0"/>
            </a:lvl3pPr>
            <a:lvl4pPr>
              <a:defRPr lang="de-DE" dirty="0" smtClean="0"/>
            </a:lvl4pPr>
            <a:lvl5pPr>
              <a:defRPr lang="de-DE" dirty="0"/>
            </a:lvl5pPr>
          </a:lstStyle>
          <a:p>
            <a:pPr marL="228594" marR="0" lvl="0" indent="-228594" defTabSz="575971" fontAlgn="auto">
              <a:spcBef>
                <a:spcPct val="0"/>
              </a:spcBef>
              <a:spcAft>
                <a:spcPts val="0"/>
              </a:spcAft>
              <a:buClrTx/>
              <a:buSzTx/>
              <a:tabLst/>
            </a:pPr>
            <a:r>
              <a:rPr lang="de-DE"/>
              <a:t>Mastertextformat bearbeiten</a:t>
            </a:r>
          </a:p>
          <a:p>
            <a:pPr marL="228594" marR="0" lvl="1" indent="-228594" defTabSz="575971" fontAlgn="auto">
              <a:spcBef>
                <a:spcPct val="0"/>
              </a:spcBef>
              <a:spcAft>
                <a:spcPts val="0"/>
              </a:spcAft>
              <a:buClrTx/>
              <a:buSzTx/>
              <a:tabLst/>
            </a:pPr>
            <a:r>
              <a:rPr lang="de-DE"/>
              <a:t>Zweite Ebene</a:t>
            </a:r>
          </a:p>
        </p:txBody>
      </p:sp>
      <p:sp>
        <p:nvSpPr>
          <p:cNvPr id="77" name="Textplatzhalter 82">
            <a:extLst>
              <a:ext uri="{FF2B5EF4-FFF2-40B4-BE49-F238E27FC236}">
                <a16:creationId xmlns:a16="http://schemas.microsoft.com/office/drawing/2014/main" id="{0766679E-D051-DD50-77BF-D027FA627D66}"/>
              </a:ext>
            </a:extLst>
          </p:cNvPr>
          <p:cNvSpPr>
            <a:spLocks noGrp="1"/>
          </p:cNvSpPr>
          <p:nvPr>
            <p:ph type="body" sz="quarter" idx="12"/>
          </p:nvPr>
        </p:nvSpPr>
        <p:spPr>
          <a:xfrm>
            <a:off x="743892" y="3487534"/>
            <a:ext cx="8950109" cy="246221"/>
          </a:xfrm>
          <a:prstGeom prst="rect">
            <a:avLst/>
          </a:prstGeom>
        </p:spPr>
        <p:txBody>
          <a:bodyPr vert="horz" wrap="square" lIns="0" tIns="0" rIns="0" bIns="0" rtlCol="0">
            <a:spAutoFit/>
          </a:bodyPr>
          <a:lstStyle>
            <a:lvl1pPr marL="0" indent="0">
              <a:buNone/>
              <a:defRPr kumimoji="0" lang="de-DE" sz="1600" b="0" i="0" u="none" strike="noStrike" cap="none" spc="0" normalizeH="0" baseline="0" dirty="0" smtClean="0">
                <a:ln>
                  <a:noFill/>
                </a:ln>
                <a:solidFill>
                  <a:schemeClr val="tx2"/>
                </a:solidFill>
                <a:effectLst/>
                <a:uLnTx/>
                <a:uFillTx/>
                <a:latin typeface="+mn-lt"/>
              </a:defRPr>
            </a:lvl1pPr>
            <a:lvl2pPr>
              <a:defRPr lang="de-DE" sz="2667" dirty="0" smtClean="0">
                <a:solidFill>
                  <a:schemeClr val="tx2"/>
                </a:solidFill>
              </a:defRPr>
            </a:lvl2pPr>
            <a:lvl3pPr>
              <a:defRPr lang="de-DE" sz="2400" dirty="0" smtClean="0">
                <a:solidFill>
                  <a:schemeClr val="tx2"/>
                </a:solidFill>
              </a:defRPr>
            </a:lvl3pPr>
            <a:lvl4pPr>
              <a:defRPr lang="de-DE" sz="2133" dirty="0" smtClean="0">
                <a:solidFill>
                  <a:schemeClr val="tx2"/>
                </a:solidFill>
              </a:defRPr>
            </a:lvl4pPr>
            <a:lvl5pPr>
              <a:defRPr lang="de-DE" sz="2133" dirty="0">
                <a:solidFill>
                  <a:schemeClr val="tx2"/>
                </a:solidFill>
              </a:defRPr>
            </a:lvl5pPr>
          </a:lstStyle>
          <a:p>
            <a:pPr marL="304784" marR="0" lvl="0" indent="-304784" defTabSz="575971" fontAlgn="auto">
              <a:lnSpc>
                <a:spcPct val="100000"/>
              </a:lnSpc>
              <a:spcAft>
                <a:spcPts val="0"/>
              </a:spcAft>
              <a:buClrTx/>
              <a:buSzTx/>
              <a:tabLst/>
            </a:pPr>
            <a:r>
              <a:rPr lang="de-DE"/>
              <a:t>Mastertextformat bearbeiten</a:t>
            </a:r>
          </a:p>
        </p:txBody>
      </p:sp>
      <p:sp>
        <p:nvSpPr>
          <p:cNvPr id="78" name="Textplatzhalter 82">
            <a:extLst>
              <a:ext uri="{FF2B5EF4-FFF2-40B4-BE49-F238E27FC236}">
                <a16:creationId xmlns:a16="http://schemas.microsoft.com/office/drawing/2014/main" id="{D846DAA9-1A2C-CCC9-6751-3DD0D28139EC}"/>
              </a:ext>
            </a:extLst>
          </p:cNvPr>
          <p:cNvSpPr>
            <a:spLocks noGrp="1"/>
          </p:cNvSpPr>
          <p:nvPr>
            <p:ph type="body" sz="quarter" idx="13"/>
          </p:nvPr>
        </p:nvSpPr>
        <p:spPr>
          <a:xfrm>
            <a:off x="743892" y="3803884"/>
            <a:ext cx="8950109" cy="240555"/>
          </a:xfrm>
          <a:prstGeom prst="rect">
            <a:avLst/>
          </a:prstGeom>
        </p:spPr>
        <p:txBody>
          <a:bodyPr vert="horz" wrap="square" lIns="0" tIns="0" rIns="0" bIns="0" rtlCol="0">
            <a:noAutofit/>
          </a:bodyPr>
          <a:lstStyle>
            <a:lvl1pPr marL="0" indent="0">
              <a:buNone/>
              <a:defRPr kumimoji="0" lang="de-DE" sz="1600" b="0" i="0" u="none" strike="noStrike" cap="none" spc="0" normalizeH="0" baseline="0" dirty="0">
                <a:ln>
                  <a:noFill/>
                </a:ln>
                <a:solidFill>
                  <a:schemeClr val="tx2"/>
                </a:solidFill>
                <a:effectLst/>
                <a:uLnTx/>
                <a:uFillTx/>
                <a:latin typeface="Avenir Next LT Pro Light" panose="020B0304020202020204" pitchFamily="34" charset="0"/>
              </a:defRPr>
            </a:lvl1pPr>
          </a:lstStyle>
          <a:p>
            <a:pPr marL="304784" marR="0" lvl="0" indent="-304784" defTabSz="575971" fontAlgn="auto">
              <a:lnSpc>
                <a:spcPct val="100000"/>
              </a:lnSpc>
              <a:spcAft>
                <a:spcPts val="0"/>
              </a:spcAft>
              <a:buClrTx/>
              <a:buSzTx/>
              <a:tabLst/>
            </a:pPr>
            <a:r>
              <a:rPr lang="de-DE"/>
              <a:t>Mastertextformat bearbeiten</a:t>
            </a:r>
          </a:p>
        </p:txBody>
      </p:sp>
      <p:sp>
        <p:nvSpPr>
          <p:cNvPr id="5" name="Datumsplatzhalter 4">
            <a:extLst>
              <a:ext uri="{FF2B5EF4-FFF2-40B4-BE49-F238E27FC236}">
                <a16:creationId xmlns:a16="http://schemas.microsoft.com/office/drawing/2014/main" id="{05334006-7A73-9DB7-A15F-7A103C9DE189}"/>
              </a:ext>
            </a:extLst>
          </p:cNvPr>
          <p:cNvSpPr>
            <a:spLocks noGrp="1"/>
          </p:cNvSpPr>
          <p:nvPr>
            <p:ph type="dt" sz="half" idx="14"/>
          </p:nvPr>
        </p:nvSpPr>
        <p:spPr/>
        <p:txBody>
          <a:bodyPr/>
          <a:lstStyle/>
          <a:p>
            <a:fld id="{9BD2A3FC-193A-4368-B1EA-5DE786902FC7}" type="datetime1">
              <a:rPr lang="de-DE" smtClean="0"/>
              <a:t>18.08.2026</a:t>
            </a:fld>
            <a:endParaRPr lang="de-DE"/>
          </a:p>
        </p:txBody>
      </p:sp>
      <p:sp>
        <p:nvSpPr>
          <p:cNvPr id="10" name="Fußzeilenplatzhalter 9">
            <a:extLst>
              <a:ext uri="{FF2B5EF4-FFF2-40B4-BE49-F238E27FC236}">
                <a16:creationId xmlns:a16="http://schemas.microsoft.com/office/drawing/2014/main" id="{A0994DC3-1ECA-7B1E-9B18-AEFEE2E559C1}"/>
              </a:ext>
            </a:extLst>
          </p:cNvPr>
          <p:cNvSpPr>
            <a:spLocks noGrp="1"/>
          </p:cNvSpPr>
          <p:nvPr>
            <p:ph type="ftr" sz="quarter" idx="15"/>
          </p:nvPr>
        </p:nvSpPr>
        <p:spPr/>
        <p:txBody>
          <a:bodyPr/>
          <a:lstStyle/>
          <a:p>
            <a:r>
              <a:rPr lang="de-DE"/>
              <a:t>AIRCO  |  mosaiic GmbH  |</a:t>
            </a:r>
          </a:p>
        </p:txBody>
      </p:sp>
      <p:sp>
        <p:nvSpPr>
          <p:cNvPr id="11" name="Foliennummernplatzhalter 10">
            <a:extLst>
              <a:ext uri="{FF2B5EF4-FFF2-40B4-BE49-F238E27FC236}">
                <a16:creationId xmlns:a16="http://schemas.microsoft.com/office/drawing/2014/main" id="{17F02F4B-6ABD-3C0B-7855-271A02B1F909}"/>
              </a:ext>
            </a:extLst>
          </p:cNvPr>
          <p:cNvSpPr>
            <a:spLocks noGrp="1"/>
          </p:cNvSpPr>
          <p:nvPr>
            <p:ph type="sldNum" sz="quarter" idx="16"/>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3888097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_unten_linksbündig_mit Logo">
    <p:spTree>
      <p:nvGrpSpPr>
        <p:cNvPr id="1" name=""/>
        <p:cNvGrpSpPr/>
        <p:nvPr/>
      </p:nvGrpSpPr>
      <p:grpSpPr>
        <a:xfrm>
          <a:off x="0" y="0"/>
          <a:ext cx="0" cy="0"/>
          <a:chOff x="0" y="0"/>
          <a:chExt cx="0" cy="0"/>
        </a:xfrm>
      </p:grpSpPr>
      <p:sp>
        <p:nvSpPr>
          <p:cNvPr id="8" name="Textplatzhalter 6">
            <a:extLst>
              <a:ext uri="{FF2B5EF4-FFF2-40B4-BE49-F238E27FC236}">
                <a16:creationId xmlns:a16="http://schemas.microsoft.com/office/drawing/2014/main" id="{17F1106C-DD4F-C7B5-045A-743BB329F0D8}"/>
              </a:ext>
            </a:extLst>
          </p:cNvPr>
          <p:cNvSpPr>
            <a:spLocks noGrp="1"/>
          </p:cNvSpPr>
          <p:nvPr>
            <p:ph type="body" sz="quarter" idx="13" hasCustomPrompt="1"/>
          </p:nvPr>
        </p:nvSpPr>
        <p:spPr>
          <a:xfrm>
            <a:off x="383117" y="5717520"/>
            <a:ext cx="11413147" cy="378481"/>
          </a:xfrm>
          <a:prstGeom prst="rect">
            <a:avLst/>
          </a:prstGeom>
        </p:spPr>
        <p:txBody>
          <a:bodyPr>
            <a:normAutofit/>
          </a:bodyPr>
          <a:lstStyle>
            <a:lvl1pPr marL="0" indent="0">
              <a:buNone/>
              <a:defRPr sz="1867">
                <a:solidFill>
                  <a:schemeClr val="tx2"/>
                </a:solidFill>
              </a:defRPr>
            </a:lvl1pPr>
            <a:lvl2pPr>
              <a:defRPr>
                <a:solidFill>
                  <a:schemeClr val="bg1"/>
                </a:solidFill>
              </a:defRPr>
            </a:lvl2pPr>
            <a:lvl3pPr marL="1219139" indent="0">
              <a:buNone/>
              <a:defRPr>
                <a:solidFill>
                  <a:schemeClr val="bg1"/>
                </a:solidFill>
              </a:defRPr>
            </a:lvl3pPr>
            <a:lvl4pPr>
              <a:defRPr>
                <a:solidFill>
                  <a:schemeClr val="bg1"/>
                </a:solidFill>
              </a:defRPr>
            </a:lvl4pPr>
            <a:lvl5pPr>
              <a:defRPr>
                <a:solidFill>
                  <a:schemeClr val="bg1"/>
                </a:solidFill>
              </a:defRPr>
            </a:lvl5pPr>
          </a:lstStyle>
          <a:p>
            <a:pPr lvl="0"/>
            <a:r>
              <a:rPr lang="de-DE"/>
              <a:t>Thema bearbeiten</a:t>
            </a:r>
          </a:p>
        </p:txBody>
      </p:sp>
      <p:sp>
        <p:nvSpPr>
          <p:cNvPr id="10" name="Titel 1">
            <a:extLst>
              <a:ext uri="{FF2B5EF4-FFF2-40B4-BE49-F238E27FC236}">
                <a16:creationId xmlns:a16="http://schemas.microsoft.com/office/drawing/2014/main" id="{29970973-A04B-D76A-C5DF-02834F1724BF}"/>
              </a:ext>
            </a:extLst>
          </p:cNvPr>
          <p:cNvSpPr>
            <a:spLocks noGrp="1"/>
          </p:cNvSpPr>
          <p:nvPr>
            <p:ph type="title" hasCustomPrompt="1"/>
          </p:nvPr>
        </p:nvSpPr>
        <p:spPr>
          <a:xfrm>
            <a:off x="377231" y="3845852"/>
            <a:ext cx="11413147" cy="1768369"/>
          </a:xfrm>
        </p:spPr>
        <p:txBody>
          <a:bodyPr vert="horz" lIns="36000" tIns="45720" rIns="36000" bIns="45720" rtlCol="0" anchor="b">
            <a:noAutofit/>
          </a:bodyPr>
          <a:lstStyle>
            <a:lvl1pPr>
              <a:defRPr lang="de-DE" sz="4000"/>
            </a:lvl1pPr>
          </a:lstStyle>
          <a:p>
            <a:r>
              <a:rPr lang="de-DE" sz="4000"/>
              <a:t>Titel bearbeiten</a:t>
            </a:r>
            <a:br>
              <a:rPr lang="de-DE" sz="4000"/>
            </a:br>
            <a:r>
              <a:rPr lang="de-DE" sz="4000"/>
              <a:t>in Avenir Next LT Pro Demi, 30pt, </a:t>
            </a:r>
            <a:br>
              <a:rPr lang="de-DE" sz="4000"/>
            </a:br>
            <a:r>
              <a:rPr lang="de-DE" sz="4000"/>
              <a:t>dunkelblau, ggf. 3 zeilig</a:t>
            </a:r>
          </a:p>
        </p:txBody>
      </p:sp>
      <p:sp>
        <p:nvSpPr>
          <p:cNvPr id="6" name="Datumsplatzhalter 5">
            <a:extLst>
              <a:ext uri="{FF2B5EF4-FFF2-40B4-BE49-F238E27FC236}">
                <a16:creationId xmlns:a16="http://schemas.microsoft.com/office/drawing/2014/main" id="{3E295777-0C26-391D-B401-AF05E1B89635}"/>
              </a:ext>
            </a:extLst>
          </p:cNvPr>
          <p:cNvSpPr>
            <a:spLocks noGrp="1"/>
          </p:cNvSpPr>
          <p:nvPr>
            <p:ph type="dt" sz="half" idx="14"/>
          </p:nvPr>
        </p:nvSpPr>
        <p:spPr/>
        <p:txBody>
          <a:bodyPr/>
          <a:lstStyle/>
          <a:p>
            <a:fld id="{2820A4C3-9A44-4AB7-8457-E384EB77D841}" type="datetime1">
              <a:rPr lang="de-DE" smtClean="0"/>
              <a:t>18.08.2026</a:t>
            </a:fld>
            <a:endParaRPr lang="de-DE"/>
          </a:p>
        </p:txBody>
      </p:sp>
      <p:sp>
        <p:nvSpPr>
          <p:cNvPr id="7" name="Fußzeilenplatzhalter 6">
            <a:extLst>
              <a:ext uri="{FF2B5EF4-FFF2-40B4-BE49-F238E27FC236}">
                <a16:creationId xmlns:a16="http://schemas.microsoft.com/office/drawing/2014/main" id="{01514D77-98A1-2255-3189-63CF2C75B684}"/>
              </a:ext>
            </a:extLst>
          </p:cNvPr>
          <p:cNvSpPr>
            <a:spLocks noGrp="1"/>
          </p:cNvSpPr>
          <p:nvPr>
            <p:ph type="ftr" sz="quarter" idx="15"/>
          </p:nvPr>
        </p:nvSpPr>
        <p:spPr/>
        <p:txBody>
          <a:bodyPr/>
          <a:lstStyle/>
          <a:p>
            <a:r>
              <a:rPr lang="de-DE"/>
              <a:t>AIRCO  |  mosaiic GmbH  |</a:t>
            </a:r>
          </a:p>
        </p:txBody>
      </p:sp>
      <p:sp>
        <p:nvSpPr>
          <p:cNvPr id="9" name="Foliennummernplatzhalter 8">
            <a:extLst>
              <a:ext uri="{FF2B5EF4-FFF2-40B4-BE49-F238E27FC236}">
                <a16:creationId xmlns:a16="http://schemas.microsoft.com/office/drawing/2014/main" id="{F152FFB0-36A0-ED6E-F832-AE9DCFA35D88}"/>
              </a:ext>
            </a:extLst>
          </p:cNvPr>
          <p:cNvSpPr>
            <a:spLocks noGrp="1"/>
          </p:cNvSpPr>
          <p:nvPr>
            <p:ph type="sldNum" sz="quarter" idx="16"/>
          </p:nvPr>
        </p:nvSpPr>
        <p:spPr/>
        <p:txBody>
          <a:bodyPr/>
          <a:lstStyle/>
          <a:p>
            <a:fld id="{F4B5F3EB-31C7-4555-828E-971415072856}" type="slidenum">
              <a:rPr lang="de-DE" smtClean="0"/>
              <a:pPr/>
              <a:t>‹Nr.›</a:t>
            </a:fld>
            <a:endParaRPr lang="de-DE"/>
          </a:p>
        </p:txBody>
      </p:sp>
      <p:pic>
        <p:nvPicPr>
          <p:cNvPr id="3" name="Grafik 2">
            <a:extLst>
              <a:ext uri="{FF2B5EF4-FFF2-40B4-BE49-F238E27FC236}">
                <a16:creationId xmlns:a16="http://schemas.microsoft.com/office/drawing/2014/main" id="{F70699D4-5809-7C45-DFC5-751AB3232F6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319979" y="53008"/>
            <a:ext cx="1937330" cy="1008661"/>
          </a:xfrm>
          <a:prstGeom prst="rect">
            <a:avLst/>
          </a:prstGeom>
        </p:spPr>
      </p:pic>
    </p:spTree>
    <p:extLst>
      <p:ext uri="{BB962C8B-B14F-4D97-AF65-F5344CB8AC3E}">
        <p14:creationId xmlns:p14="http://schemas.microsoft.com/office/powerpoint/2010/main" val="7877266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er + Logo + Fußzeile unten">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A122426F-3526-6379-2406-BF205EBC961D}"/>
              </a:ext>
            </a:extLst>
          </p:cNvPr>
          <p:cNvSpPr>
            <a:spLocks noGrp="1"/>
          </p:cNvSpPr>
          <p:nvPr>
            <p:ph type="dt" sz="half" idx="10"/>
          </p:nvPr>
        </p:nvSpPr>
        <p:spPr/>
        <p:txBody>
          <a:bodyPr/>
          <a:lstStyle/>
          <a:p>
            <a:fld id="{F0C4AD82-064B-4880-91FD-179B6D0BE291}" type="datetime1">
              <a:rPr lang="de-DE" smtClean="0"/>
              <a:t>18.08.2026</a:t>
            </a:fld>
            <a:endParaRPr lang="de-DE"/>
          </a:p>
        </p:txBody>
      </p:sp>
      <p:sp>
        <p:nvSpPr>
          <p:cNvPr id="7" name="Fußzeilenplatzhalter 6">
            <a:extLst>
              <a:ext uri="{FF2B5EF4-FFF2-40B4-BE49-F238E27FC236}">
                <a16:creationId xmlns:a16="http://schemas.microsoft.com/office/drawing/2014/main" id="{6F2E3135-BE20-1ACF-D876-69EFAC26974E}"/>
              </a:ext>
            </a:extLst>
          </p:cNvPr>
          <p:cNvSpPr>
            <a:spLocks noGrp="1"/>
          </p:cNvSpPr>
          <p:nvPr>
            <p:ph type="ftr" sz="quarter" idx="11"/>
          </p:nvPr>
        </p:nvSpPr>
        <p:spPr/>
        <p:txBody>
          <a:bodyPr/>
          <a:lstStyle/>
          <a:p>
            <a:r>
              <a:rPr lang="de-DE"/>
              <a:t>AIRCO  |  mosaiic GmbH  |</a:t>
            </a:r>
          </a:p>
        </p:txBody>
      </p:sp>
      <p:sp>
        <p:nvSpPr>
          <p:cNvPr id="8" name="Foliennummernplatzhalter 7">
            <a:extLst>
              <a:ext uri="{FF2B5EF4-FFF2-40B4-BE49-F238E27FC236}">
                <a16:creationId xmlns:a16="http://schemas.microsoft.com/office/drawing/2014/main" id="{5752C50E-6863-03AE-3214-B93CFBEBE612}"/>
              </a:ext>
            </a:extLst>
          </p:cNvPr>
          <p:cNvSpPr>
            <a:spLocks noGrp="1"/>
          </p:cNvSpPr>
          <p:nvPr>
            <p:ph type="sldNum" sz="quarter" idx="12"/>
          </p:nvPr>
        </p:nvSpPr>
        <p:spPr/>
        <p:txBody>
          <a:bodyPr/>
          <a:lstStyle/>
          <a:p>
            <a:fld id="{F4B5F3EB-31C7-4555-828E-971415072856}" type="slidenum">
              <a:rPr lang="de-DE" smtClean="0"/>
              <a:pPr/>
              <a:t>‹Nr.›</a:t>
            </a:fld>
            <a:endParaRPr lang="de-DE"/>
          </a:p>
        </p:txBody>
      </p:sp>
      <p:pic>
        <p:nvPicPr>
          <p:cNvPr id="3" name="Grafik 2">
            <a:extLst>
              <a:ext uri="{FF2B5EF4-FFF2-40B4-BE49-F238E27FC236}">
                <a16:creationId xmlns:a16="http://schemas.microsoft.com/office/drawing/2014/main" id="{1525E036-609F-5EDD-9BD2-7E1FED25407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319979" y="53008"/>
            <a:ext cx="1937330" cy="1008661"/>
          </a:xfrm>
          <a:prstGeom prst="rect">
            <a:avLst/>
          </a:prstGeom>
        </p:spPr>
      </p:pic>
    </p:spTree>
    <p:extLst>
      <p:ext uri="{BB962C8B-B14F-4D97-AF65-F5344CB8AC3E}">
        <p14:creationId xmlns:p14="http://schemas.microsoft.com/office/powerpoint/2010/main" val="2154828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 H1/ H3 + Logo + Fußzeile unten">
    <p:spTree>
      <p:nvGrpSpPr>
        <p:cNvPr id="1" name=""/>
        <p:cNvGrpSpPr/>
        <p:nvPr/>
      </p:nvGrpSpPr>
      <p:grpSpPr>
        <a:xfrm>
          <a:off x="0" y="0"/>
          <a:ext cx="0" cy="0"/>
          <a:chOff x="0" y="0"/>
          <a:chExt cx="0" cy="0"/>
        </a:xfrm>
      </p:grpSpPr>
      <p:sp>
        <p:nvSpPr>
          <p:cNvPr id="22" name="Titel 0">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9" y="297875"/>
            <a:ext cx="9986163" cy="830989"/>
          </a:xfrm>
        </p:spPr>
        <p:txBody>
          <a:bodyPr/>
          <a:lstStyle>
            <a:lvl1pPr>
              <a:defRPr/>
            </a:lvl1pPr>
          </a:lstStyle>
          <a:p>
            <a:r>
              <a:rPr lang="de-DE"/>
              <a:t>Headline1</a:t>
            </a:r>
          </a:p>
        </p:txBody>
      </p:sp>
      <p:sp>
        <p:nvSpPr>
          <p:cNvPr id="17" name="Textplatzhalter 1">
            <a:extLst>
              <a:ext uri="{FF2B5EF4-FFF2-40B4-BE49-F238E27FC236}">
                <a16:creationId xmlns:a16="http://schemas.microsoft.com/office/drawing/2014/main" id="{DFFD9127-595F-4DED-868B-7B33370A7946}"/>
              </a:ext>
            </a:extLst>
          </p:cNvPr>
          <p:cNvSpPr>
            <a:spLocks noGrp="1"/>
          </p:cNvSpPr>
          <p:nvPr>
            <p:ph type="body" sz="quarter" idx="13" hasCustomPrompt="1"/>
          </p:nvPr>
        </p:nvSpPr>
        <p:spPr>
          <a:xfrm>
            <a:off x="383113" y="715161"/>
            <a:ext cx="9986169"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5" name="Inhaltsplatzhalter 4">
            <a:extLst>
              <a:ext uri="{FF2B5EF4-FFF2-40B4-BE49-F238E27FC236}">
                <a16:creationId xmlns:a16="http://schemas.microsoft.com/office/drawing/2014/main" id="{E687908D-9989-8B18-AC71-76F017403FD8}"/>
              </a:ext>
            </a:extLst>
          </p:cNvPr>
          <p:cNvSpPr>
            <a:spLocks noGrp="1"/>
          </p:cNvSpPr>
          <p:nvPr>
            <p:ph sz="quarter" idx="17"/>
          </p:nvPr>
        </p:nvSpPr>
        <p:spPr>
          <a:xfrm>
            <a:off x="382587" y="1454709"/>
            <a:ext cx="11435188" cy="5035847"/>
          </a:xfrm>
        </p:spPr>
        <p:txBody>
          <a:bodyPr/>
          <a:lstStyle>
            <a:lvl1pPr>
              <a:spcAft>
                <a:spcPts val="1000"/>
              </a:spcAft>
              <a:defRPr sz="1600"/>
            </a:lvl1pPr>
            <a:lvl2pPr>
              <a:spcAft>
                <a:spcPts val="1000"/>
              </a:spcAft>
              <a:defRPr sz="1400"/>
            </a:lvl2pPr>
            <a:lvl3pPr>
              <a:spcAft>
                <a:spcPts val="1000"/>
              </a:spcAft>
              <a:defRPr sz="1400"/>
            </a:lvl3pPr>
            <a:lvl4pPr>
              <a:spcAft>
                <a:spcPts val="1000"/>
              </a:spcAft>
              <a:defRPr sz="1200"/>
            </a:lvl4pPr>
            <a:lvl5pPr>
              <a:spcAft>
                <a:spcPts val="1000"/>
              </a:spcAft>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48984C0B-4DAF-EBD5-2479-E25A0B975E26}"/>
              </a:ext>
            </a:extLst>
          </p:cNvPr>
          <p:cNvSpPr>
            <a:spLocks noGrp="1"/>
          </p:cNvSpPr>
          <p:nvPr>
            <p:ph type="dt" sz="half" idx="18"/>
          </p:nvPr>
        </p:nvSpPr>
        <p:spPr/>
        <p:txBody>
          <a:bodyPr/>
          <a:lstStyle/>
          <a:p>
            <a:fld id="{B15806A2-33F3-4C2A-ACC5-9E26B9179BE4}" type="datetime1">
              <a:rPr lang="de-DE" smtClean="0"/>
              <a:t>18.08.2026</a:t>
            </a:fld>
            <a:endParaRPr lang="de-DE"/>
          </a:p>
        </p:txBody>
      </p:sp>
      <p:sp>
        <p:nvSpPr>
          <p:cNvPr id="6" name="Fußzeilenplatzhalter 5">
            <a:extLst>
              <a:ext uri="{FF2B5EF4-FFF2-40B4-BE49-F238E27FC236}">
                <a16:creationId xmlns:a16="http://schemas.microsoft.com/office/drawing/2014/main" id="{0DB5FD6C-3C2C-CBD1-F82D-2DDF0AEBA07B}"/>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A8DB3190-0383-892D-AA9B-7AA79FFF70FE}"/>
              </a:ext>
            </a:extLst>
          </p:cNvPr>
          <p:cNvSpPr>
            <a:spLocks noGrp="1"/>
          </p:cNvSpPr>
          <p:nvPr>
            <p:ph type="sldNum" sz="quarter" idx="20"/>
          </p:nvPr>
        </p:nvSpPr>
        <p:spPr/>
        <p:txBody>
          <a:bodyPr/>
          <a:lstStyle/>
          <a:p>
            <a:fld id="{F4B5F3EB-31C7-4555-828E-971415072856}" type="slidenum">
              <a:rPr lang="de-DE" smtClean="0"/>
              <a:pPr/>
              <a:t>‹Nr.›</a:t>
            </a:fld>
            <a:endParaRPr lang="de-DE"/>
          </a:p>
        </p:txBody>
      </p:sp>
      <p:pic>
        <p:nvPicPr>
          <p:cNvPr id="2" name="Grafik 1">
            <a:extLst>
              <a:ext uri="{FF2B5EF4-FFF2-40B4-BE49-F238E27FC236}">
                <a16:creationId xmlns:a16="http://schemas.microsoft.com/office/drawing/2014/main" id="{169874B2-A4F4-A91E-F6EE-8EAF5CEC752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319979" y="53008"/>
            <a:ext cx="1937330" cy="1008661"/>
          </a:xfrm>
          <a:prstGeom prst="rect">
            <a:avLst/>
          </a:prstGeom>
        </p:spPr>
      </p:pic>
    </p:spTree>
    <p:extLst>
      <p:ext uri="{BB962C8B-B14F-4D97-AF65-F5344CB8AC3E}">
        <p14:creationId xmlns:p14="http://schemas.microsoft.com/office/powerpoint/2010/main" val="1011492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 H1/H2/H3 + Logo + Fußzeile unten">
    <p:spTree>
      <p:nvGrpSpPr>
        <p:cNvPr id="1" name=""/>
        <p:cNvGrpSpPr/>
        <p:nvPr/>
      </p:nvGrpSpPr>
      <p:grpSpPr>
        <a:xfrm>
          <a:off x="0" y="0"/>
          <a:ext cx="0" cy="0"/>
          <a:chOff x="0" y="0"/>
          <a:chExt cx="0" cy="0"/>
        </a:xfrm>
      </p:grpSpPr>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9" y="297875"/>
            <a:ext cx="9995815" cy="830989"/>
          </a:xfrm>
        </p:spPr>
        <p:txBody>
          <a:bodyPr/>
          <a:lstStyle>
            <a:lvl1pPr>
              <a:defRPr/>
            </a:lvl1pPr>
          </a:lstStyle>
          <a:p>
            <a:r>
              <a:rPr lang="de-DE"/>
              <a:t>Headline1</a:t>
            </a:r>
            <a:br>
              <a:rPr lang="de-DE"/>
            </a:br>
            <a:r>
              <a:rPr lang="de-DE"/>
              <a:t>Headline2</a:t>
            </a:r>
          </a:p>
        </p:txBody>
      </p:sp>
      <p:sp>
        <p:nvSpPr>
          <p:cNvPr id="3" name="Inhaltsplatzhalter 4">
            <a:extLst>
              <a:ext uri="{FF2B5EF4-FFF2-40B4-BE49-F238E27FC236}">
                <a16:creationId xmlns:a16="http://schemas.microsoft.com/office/drawing/2014/main" id="{EDAAD0CE-8278-8E0F-007E-D476C3EC8D3A}"/>
              </a:ext>
            </a:extLst>
          </p:cNvPr>
          <p:cNvSpPr>
            <a:spLocks noGrp="1"/>
          </p:cNvSpPr>
          <p:nvPr>
            <p:ph sz="quarter" idx="17"/>
          </p:nvPr>
        </p:nvSpPr>
        <p:spPr>
          <a:xfrm>
            <a:off x="382587" y="2109986"/>
            <a:ext cx="11435188" cy="4380569"/>
          </a:xfrm>
        </p:spPr>
        <p:txBody>
          <a:bodyPr/>
          <a:lstStyle>
            <a:lvl1pPr>
              <a:spcAft>
                <a:spcPts val="1000"/>
              </a:spcAft>
              <a:defRPr sz="1600"/>
            </a:lvl1pPr>
            <a:lvl2pPr>
              <a:spcAft>
                <a:spcPts val="1000"/>
              </a:spcAft>
              <a:defRPr sz="1400"/>
            </a:lvl2pPr>
            <a:lvl3pPr>
              <a:spcAft>
                <a:spcPts val="1000"/>
              </a:spcAft>
              <a:defRPr sz="1400"/>
            </a:lvl3pPr>
            <a:lvl4pPr>
              <a:spcAft>
                <a:spcPts val="1000"/>
              </a:spcAft>
              <a:defRPr sz="1200"/>
            </a:lvl4pPr>
            <a:lvl5pPr>
              <a:spcAft>
                <a:spcPts val="1000"/>
              </a:spcAft>
              <a:defRPr sz="12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1">
            <a:extLst>
              <a:ext uri="{FF2B5EF4-FFF2-40B4-BE49-F238E27FC236}">
                <a16:creationId xmlns:a16="http://schemas.microsoft.com/office/drawing/2014/main" id="{067335BD-A582-CEE6-56AB-8CAB0A6AA267}"/>
              </a:ext>
            </a:extLst>
          </p:cNvPr>
          <p:cNvSpPr>
            <a:spLocks noGrp="1"/>
          </p:cNvSpPr>
          <p:nvPr>
            <p:ph type="body" sz="quarter" idx="13" hasCustomPrompt="1"/>
          </p:nvPr>
        </p:nvSpPr>
        <p:spPr>
          <a:xfrm>
            <a:off x="383113" y="1400961"/>
            <a:ext cx="11434662"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6" name="Datumsplatzhalter 5">
            <a:extLst>
              <a:ext uri="{FF2B5EF4-FFF2-40B4-BE49-F238E27FC236}">
                <a16:creationId xmlns:a16="http://schemas.microsoft.com/office/drawing/2014/main" id="{618E03C0-F4DD-7EA8-3492-DF4A66CC2BBA}"/>
              </a:ext>
            </a:extLst>
          </p:cNvPr>
          <p:cNvSpPr>
            <a:spLocks noGrp="1"/>
          </p:cNvSpPr>
          <p:nvPr>
            <p:ph type="dt" sz="half" idx="18"/>
          </p:nvPr>
        </p:nvSpPr>
        <p:spPr/>
        <p:txBody>
          <a:bodyPr/>
          <a:lstStyle/>
          <a:p>
            <a:fld id="{83FB9317-4E74-43DE-B34D-FF9908E5AD11}" type="datetime1">
              <a:rPr lang="de-DE" smtClean="0"/>
              <a:t>18.08.2026</a:t>
            </a:fld>
            <a:endParaRPr lang="de-DE"/>
          </a:p>
        </p:txBody>
      </p:sp>
      <p:sp>
        <p:nvSpPr>
          <p:cNvPr id="7" name="Fußzeilenplatzhalter 6">
            <a:extLst>
              <a:ext uri="{FF2B5EF4-FFF2-40B4-BE49-F238E27FC236}">
                <a16:creationId xmlns:a16="http://schemas.microsoft.com/office/drawing/2014/main" id="{6848C6B6-433A-9994-C197-BD3A6356AD26}"/>
              </a:ext>
            </a:extLst>
          </p:cNvPr>
          <p:cNvSpPr>
            <a:spLocks noGrp="1"/>
          </p:cNvSpPr>
          <p:nvPr>
            <p:ph type="ftr" sz="quarter" idx="19"/>
          </p:nvPr>
        </p:nvSpPr>
        <p:spPr/>
        <p:txBody>
          <a:bodyPr/>
          <a:lstStyle/>
          <a:p>
            <a:r>
              <a:rPr lang="de-DE"/>
              <a:t>AIRCO  |  mosaiic GmbH  |</a:t>
            </a:r>
          </a:p>
        </p:txBody>
      </p:sp>
      <p:sp>
        <p:nvSpPr>
          <p:cNvPr id="8" name="Foliennummernplatzhalter 7">
            <a:extLst>
              <a:ext uri="{FF2B5EF4-FFF2-40B4-BE49-F238E27FC236}">
                <a16:creationId xmlns:a16="http://schemas.microsoft.com/office/drawing/2014/main" id="{81417410-7B30-60DD-3231-5B5E9E3FBB46}"/>
              </a:ext>
            </a:extLst>
          </p:cNvPr>
          <p:cNvSpPr>
            <a:spLocks noGrp="1"/>
          </p:cNvSpPr>
          <p:nvPr>
            <p:ph type="sldNum" sz="quarter" idx="20"/>
          </p:nvPr>
        </p:nvSpPr>
        <p:spPr/>
        <p:txBody>
          <a:bodyPr/>
          <a:lstStyle/>
          <a:p>
            <a:fld id="{F4B5F3EB-31C7-4555-828E-971415072856}" type="slidenum">
              <a:rPr lang="de-DE" smtClean="0"/>
              <a:pPr/>
              <a:t>‹Nr.›</a:t>
            </a:fld>
            <a:endParaRPr lang="de-DE"/>
          </a:p>
        </p:txBody>
      </p:sp>
      <p:pic>
        <p:nvPicPr>
          <p:cNvPr id="4" name="Grafik 3">
            <a:extLst>
              <a:ext uri="{FF2B5EF4-FFF2-40B4-BE49-F238E27FC236}">
                <a16:creationId xmlns:a16="http://schemas.microsoft.com/office/drawing/2014/main" id="{2DFB7595-D495-2F7C-F863-9BDF8E18DED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319979" y="53008"/>
            <a:ext cx="1937330" cy="1008661"/>
          </a:xfrm>
          <a:prstGeom prst="rect">
            <a:avLst/>
          </a:prstGeom>
        </p:spPr>
      </p:pic>
    </p:spTree>
    <p:extLst>
      <p:ext uri="{BB962C8B-B14F-4D97-AF65-F5344CB8AC3E}">
        <p14:creationId xmlns:p14="http://schemas.microsoft.com/office/powerpoint/2010/main" val="23299404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 H1/H3 + Fußzeile unten + Bild rechts">
    <p:spTree>
      <p:nvGrpSpPr>
        <p:cNvPr id="1" name=""/>
        <p:cNvGrpSpPr/>
        <p:nvPr/>
      </p:nvGrpSpPr>
      <p:grpSpPr>
        <a:xfrm>
          <a:off x="0" y="0"/>
          <a:ext cx="0" cy="0"/>
          <a:chOff x="0" y="0"/>
          <a:chExt cx="0" cy="0"/>
        </a:xfrm>
      </p:grpSpPr>
      <p:sp>
        <p:nvSpPr>
          <p:cNvPr id="3" name="Bildplatzhalter 6">
            <a:extLst>
              <a:ext uri="{FF2B5EF4-FFF2-40B4-BE49-F238E27FC236}">
                <a16:creationId xmlns:a16="http://schemas.microsoft.com/office/drawing/2014/main" id="{A33F371B-6733-B6C9-E864-35EE2A80ACFD}"/>
              </a:ext>
            </a:extLst>
          </p:cNvPr>
          <p:cNvSpPr>
            <a:spLocks noGrp="1"/>
          </p:cNvSpPr>
          <p:nvPr>
            <p:ph type="pic" sz="quarter" idx="18"/>
          </p:nvPr>
        </p:nvSpPr>
        <p:spPr>
          <a:xfrm>
            <a:off x="8916805" y="0"/>
            <a:ext cx="3275195" cy="6858000"/>
          </a:xfrm>
          <a:prstGeom prst="rect">
            <a:avLst/>
          </a:prstGeom>
          <a:solidFill>
            <a:schemeClr val="accent3"/>
          </a:solidFill>
        </p:spPr>
        <p:txBody>
          <a:bodyPr/>
          <a:lstStyle>
            <a:lvl1pPr marL="0" indent="0">
              <a:buNone/>
              <a:defRPr sz="2400"/>
            </a:lvl1pPr>
          </a:lstStyle>
          <a:p>
            <a:r>
              <a:rPr lang="de-DE"/>
              <a:t>Bild durch Klicken auf Symbol hinzufügen</a:t>
            </a:r>
          </a:p>
        </p:txBody>
      </p:sp>
      <p:sp>
        <p:nvSpPr>
          <p:cNvPr id="19" name="Datumsplatzhalter 18">
            <a:extLst>
              <a:ext uri="{FF2B5EF4-FFF2-40B4-BE49-F238E27FC236}">
                <a16:creationId xmlns:a16="http://schemas.microsoft.com/office/drawing/2014/main" id="{32AB74F5-E937-C777-EE96-A0014DB2FBB9}"/>
              </a:ext>
            </a:extLst>
          </p:cNvPr>
          <p:cNvSpPr>
            <a:spLocks noGrp="1"/>
          </p:cNvSpPr>
          <p:nvPr>
            <p:ph type="dt" sz="half" idx="14"/>
          </p:nvPr>
        </p:nvSpPr>
        <p:spPr>
          <a:xfrm>
            <a:off x="383117" y="6627239"/>
            <a:ext cx="1344083" cy="235058"/>
          </a:xfrm>
        </p:spPr>
        <p:txBody>
          <a:bodyPr/>
          <a:lstStyle/>
          <a:p>
            <a:fld id="{D2E0BD80-D1DF-4E3C-AB92-E0FD9CF644AF}" type="datetime1">
              <a:rPr lang="de-DE" smtClean="0"/>
              <a:t>18.08.2026</a:t>
            </a:fld>
            <a:endParaRPr lang="de-DE"/>
          </a:p>
        </p:txBody>
      </p:sp>
      <p:sp>
        <p:nvSpPr>
          <p:cNvPr id="20" name="Fußzeilenplatzhalter 19">
            <a:extLst>
              <a:ext uri="{FF2B5EF4-FFF2-40B4-BE49-F238E27FC236}">
                <a16:creationId xmlns:a16="http://schemas.microsoft.com/office/drawing/2014/main" id="{8BF84A28-F50E-CC1C-9AB6-13821FD076B8}"/>
              </a:ext>
            </a:extLst>
          </p:cNvPr>
          <p:cNvSpPr>
            <a:spLocks noGrp="1"/>
          </p:cNvSpPr>
          <p:nvPr>
            <p:ph type="ftr" sz="quarter" idx="15"/>
          </p:nvPr>
        </p:nvSpPr>
        <p:spPr>
          <a:xfrm>
            <a:off x="1727201" y="6627239"/>
            <a:ext cx="7051813" cy="235057"/>
          </a:xfrm>
        </p:spPr>
        <p:txBody>
          <a:bodyPr/>
          <a:lstStyle/>
          <a:p>
            <a:r>
              <a:rPr lang="de-DE"/>
              <a:t>AIRCO  |  mosaiic GmbH  |</a:t>
            </a:r>
          </a:p>
        </p:txBody>
      </p:sp>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8" y="297875"/>
            <a:ext cx="8393237" cy="830989"/>
          </a:xfrm>
        </p:spPr>
        <p:txBody>
          <a:bodyPr/>
          <a:lstStyle>
            <a:lvl1pPr>
              <a:defRPr/>
            </a:lvl1pPr>
          </a:lstStyle>
          <a:p>
            <a:r>
              <a:rPr lang="de-DE"/>
              <a:t>Headline1</a:t>
            </a:r>
          </a:p>
        </p:txBody>
      </p:sp>
      <p:sp>
        <p:nvSpPr>
          <p:cNvPr id="25" name="Textplatzhalter 2">
            <a:extLst>
              <a:ext uri="{FF2B5EF4-FFF2-40B4-BE49-F238E27FC236}">
                <a16:creationId xmlns:a16="http://schemas.microsoft.com/office/drawing/2014/main" id="{558FC05B-7AF7-E192-4A54-B378B575BC9E}"/>
              </a:ext>
            </a:extLst>
          </p:cNvPr>
          <p:cNvSpPr>
            <a:spLocks noGrp="1"/>
          </p:cNvSpPr>
          <p:nvPr>
            <p:ph idx="1"/>
          </p:nvPr>
        </p:nvSpPr>
        <p:spPr>
          <a:xfrm>
            <a:off x="383116" y="1456266"/>
            <a:ext cx="8393239" cy="5033986"/>
          </a:xfrm>
          <a:prstGeom prst="rect">
            <a:avLst/>
          </a:prstGeom>
        </p:spPr>
        <p:txBody>
          <a:bodyPr vert="horz" lIns="0" tIns="0" rIns="0" bIns="0" rtlCol="0">
            <a:noAutofit/>
          </a:bodyPr>
          <a:lstStyle>
            <a:lvl1pPr marL="180000" indent="-180000">
              <a:spcBef>
                <a:spcPts val="0"/>
              </a:spcBef>
              <a:spcAft>
                <a:spcPts val="1000"/>
              </a:spcAft>
              <a:defRPr sz="1600"/>
            </a:lvl1pPr>
            <a:lvl2pPr marL="360000" indent="-180000">
              <a:spcBef>
                <a:spcPts val="0"/>
              </a:spcBef>
              <a:spcAft>
                <a:spcPts val="1000"/>
              </a:spcAft>
              <a:defRPr sz="1400"/>
            </a:lvl2pPr>
            <a:lvl3pPr marL="540000" indent="-180000">
              <a:spcBef>
                <a:spcPts val="0"/>
              </a:spcBef>
              <a:spcAft>
                <a:spcPts val="1000"/>
              </a:spcAft>
              <a:defRPr sz="1400"/>
            </a:lvl3pPr>
            <a:lvl4pPr marL="720000" indent="-180000">
              <a:spcBef>
                <a:spcPts val="0"/>
              </a:spcBef>
              <a:spcAft>
                <a:spcPts val="1000"/>
              </a:spcAft>
              <a:defRPr sz="1200"/>
            </a:lvl4pPr>
            <a:lvl5pPr marL="900000" indent="-180000">
              <a:spcBef>
                <a:spcPts val="0"/>
              </a:spcBef>
              <a:spcAft>
                <a:spcPts val="1000"/>
              </a:spcAft>
              <a:defRPr sz="1200"/>
            </a:lvl5pPr>
            <a:lvl6pPr marL="1080000" indent="-180000">
              <a:spcBef>
                <a:spcPts val="0"/>
              </a:spcBef>
              <a:spcAft>
                <a:spcPts val="1000"/>
              </a:spcAft>
              <a:defRPr sz="1050"/>
            </a:lvl6pPr>
            <a:lvl7pPr marL="1260000" indent="-180000">
              <a:spcBef>
                <a:spcPts val="0"/>
              </a:spcBef>
              <a:spcAft>
                <a:spcPts val="1000"/>
              </a:spcAft>
              <a:defRPr sz="1050"/>
            </a:lvl7pPr>
            <a:lvl8pPr marL="1440000" indent="-180000">
              <a:spcBef>
                <a:spcPts val="0"/>
              </a:spcBef>
              <a:spcAft>
                <a:spcPts val="1000"/>
              </a:spcAft>
              <a:defRPr sz="900"/>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Foliennummernplatzhalter 4">
            <a:extLst>
              <a:ext uri="{FF2B5EF4-FFF2-40B4-BE49-F238E27FC236}">
                <a16:creationId xmlns:a16="http://schemas.microsoft.com/office/drawing/2014/main" id="{CF6583BC-CBD7-DDA0-57DE-D6535CFFED70}"/>
              </a:ext>
            </a:extLst>
          </p:cNvPr>
          <p:cNvSpPr>
            <a:spLocks noGrp="1"/>
          </p:cNvSpPr>
          <p:nvPr>
            <p:ph type="sldNum" sz="quarter" idx="12"/>
          </p:nvPr>
        </p:nvSpPr>
        <p:spPr>
          <a:xfrm>
            <a:off x="11817775" y="6631508"/>
            <a:ext cx="374225" cy="235057"/>
          </a:xfrm>
        </p:spPr>
        <p:txBody>
          <a:bodyPr/>
          <a:lstStyle>
            <a:lvl1pPr algn="l">
              <a:defRPr>
                <a:solidFill>
                  <a:schemeClr val="bg1"/>
                </a:solidFill>
              </a:defRPr>
            </a:lvl1pPr>
          </a:lstStyle>
          <a:p>
            <a:fld id="{F4B5F3EB-31C7-4555-828E-971415072856}" type="slidenum">
              <a:rPr lang="de-DE" smtClean="0"/>
              <a:pPr/>
              <a:t>‹Nr.›</a:t>
            </a:fld>
            <a:endParaRPr lang="de-DE"/>
          </a:p>
        </p:txBody>
      </p:sp>
      <p:sp>
        <p:nvSpPr>
          <p:cNvPr id="4" name="Textplatzhalter 1">
            <a:extLst>
              <a:ext uri="{FF2B5EF4-FFF2-40B4-BE49-F238E27FC236}">
                <a16:creationId xmlns:a16="http://schemas.microsoft.com/office/drawing/2014/main" id="{D93C37A8-5891-D1B3-8CA6-084EDDD48223}"/>
              </a:ext>
            </a:extLst>
          </p:cNvPr>
          <p:cNvSpPr>
            <a:spLocks noGrp="1"/>
          </p:cNvSpPr>
          <p:nvPr>
            <p:ph type="body" sz="quarter" idx="13" hasCustomPrompt="1"/>
          </p:nvPr>
        </p:nvSpPr>
        <p:spPr>
          <a:xfrm>
            <a:off x="383113" y="734211"/>
            <a:ext cx="8393237"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Tree>
    <p:extLst>
      <p:ext uri="{BB962C8B-B14F-4D97-AF65-F5344CB8AC3E}">
        <p14:creationId xmlns:p14="http://schemas.microsoft.com/office/powerpoint/2010/main" val="2271714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 H1/H3 + Fußzeile unten + Bild links">
    <p:spTree>
      <p:nvGrpSpPr>
        <p:cNvPr id="1" name=""/>
        <p:cNvGrpSpPr/>
        <p:nvPr/>
      </p:nvGrpSpPr>
      <p:grpSpPr>
        <a:xfrm>
          <a:off x="0" y="0"/>
          <a:ext cx="0" cy="0"/>
          <a:chOff x="0" y="0"/>
          <a:chExt cx="0" cy="0"/>
        </a:xfrm>
      </p:grpSpPr>
      <p:sp>
        <p:nvSpPr>
          <p:cNvPr id="3" name="Bildplatzhalter 6">
            <a:extLst>
              <a:ext uri="{FF2B5EF4-FFF2-40B4-BE49-F238E27FC236}">
                <a16:creationId xmlns:a16="http://schemas.microsoft.com/office/drawing/2014/main" id="{A33F371B-6733-B6C9-E864-35EE2A80ACFD}"/>
              </a:ext>
            </a:extLst>
          </p:cNvPr>
          <p:cNvSpPr>
            <a:spLocks noGrp="1"/>
          </p:cNvSpPr>
          <p:nvPr>
            <p:ph type="pic" sz="quarter" idx="18"/>
          </p:nvPr>
        </p:nvSpPr>
        <p:spPr>
          <a:xfrm>
            <a:off x="0" y="0"/>
            <a:ext cx="3275195" cy="6858000"/>
          </a:xfrm>
          <a:prstGeom prst="rect">
            <a:avLst/>
          </a:prstGeom>
          <a:solidFill>
            <a:schemeClr val="accent3"/>
          </a:solidFill>
        </p:spPr>
        <p:txBody>
          <a:bodyPr/>
          <a:lstStyle>
            <a:lvl1pPr marL="0" indent="0">
              <a:buNone/>
              <a:defRPr sz="2400"/>
            </a:lvl1pPr>
          </a:lstStyle>
          <a:p>
            <a:r>
              <a:rPr lang="de-DE"/>
              <a:t>Bild durch Klicken auf Symbol hinzufügen</a:t>
            </a:r>
          </a:p>
        </p:txBody>
      </p:sp>
      <p:sp>
        <p:nvSpPr>
          <p:cNvPr id="19" name="Datumsplatzhalter 18">
            <a:extLst>
              <a:ext uri="{FF2B5EF4-FFF2-40B4-BE49-F238E27FC236}">
                <a16:creationId xmlns:a16="http://schemas.microsoft.com/office/drawing/2014/main" id="{32AB74F5-E937-C777-EE96-A0014DB2FBB9}"/>
              </a:ext>
            </a:extLst>
          </p:cNvPr>
          <p:cNvSpPr>
            <a:spLocks noGrp="1"/>
          </p:cNvSpPr>
          <p:nvPr>
            <p:ph type="dt" sz="half" idx="14"/>
          </p:nvPr>
        </p:nvSpPr>
        <p:spPr>
          <a:xfrm>
            <a:off x="3407871" y="6623306"/>
            <a:ext cx="1411779" cy="235058"/>
          </a:xfrm>
        </p:spPr>
        <p:txBody>
          <a:bodyPr/>
          <a:lstStyle>
            <a:lvl1pPr>
              <a:defRPr>
                <a:solidFill>
                  <a:schemeClr val="tx2"/>
                </a:solidFill>
              </a:defRPr>
            </a:lvl1pPr>
          </a:lstStyle>
          <a:p>
            <a:fld id="{B561C2F3-4DF4-4F78-8663-71782E766644}" type="datetime1">
              <a:rPr lang="de-DE" smtClean="0"/>
              <a:t>18.08.2026</a:t>
            </a:fld>
            <a:endParaRPr lang="de-DE"/>
          </a:p>
        </p:txBody>
      </p:sp>
      <p:sp>
        <p:nvSpPr>
          <p:cNvPr id="20" name="Fußzeilenplatzhalter 19">
            <a:extLst>
              <a:ext uri="{FF2B5EF4-FFF2-40B4-BE49-F238E27FC236}">
                <a16:creationId xmlns:a16="http://schemas.microsoft.com/office/drawing/2014/main" id="{8BF84A28-F50E-CC1C-9AB6-13821FD076B8}"/>
              </a:ext>
            </a:extLst>
          </p:cNvPr>
          <p:cNvSpPr>
            <a:spLocks noGrp="1"/>
          </p:cNvSpPr>
          <p:nvPr>
            <p:ph type="ftr" sz="quarter" idx="15"/>
          </p:nvPr>
        </p:nvSpPr>
        <p:spPr>
          <a:xfrm>
            <a:off x="4819651" y="6625449"/>
            <a:ext cx="6998124" cy="235057"/>
          </a:xfrm>
        </p:spPr>
        <p:txBody>
          <a:bodyPr/>
          <a:lstStyle/>
          <a:p>
            <a:r>
              <a:rPr lang="de-DE"/>
              <a:t>AIRCO  |  mosaiic GmbH  |</a:t>
            </a:r>
          </a:p>
        </p:txBody>
      </p:sp>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407876" y="297875"/>
            <a:ext cx="8409899" cy="830989"/>
          </a:xfrm>
        </p:spPr>
        <p:txBody>
          <a:bodyPr/>
          <a:lstStyle>
            <a:lvl1pPr>
              <a:defRPr/>
            </a:lvl1pPr>
          </a:lstStyle>
          <a:p>
            <a:r>
              <a:rPr lang="de-DE"/>
              <a:t>Headline1</a:t>
            </a:r>
          </a:p>
        </p:txBody>
      </p:sp>
      <p:sp>
        <p:nvSpPr>
          <p:cNvPr id="25" name="Textplatzhalter 2">
            <a:extLst>
              <a:ext uri="{FF2B5EF4-FFF2-40B4-BE49-F238E27FC236}">
                <a16:creationId xmlns:a16="http://schemas.microsoft.com/office/drawing/2014/main" id="{558FC05B-7AF7-E192-4A54-B378B575BC9E}"/>
              </a:ext>
            </a:extLst>
          </p:cNvPr>
          <p:cNvSpPr>
            <a:spLocks noGrp="1"/>
          </p:cNvSpPr>
          <p:nvPr>
            <p:ph idx="1"/>
          </p:nvPr>
        </p:nvSpPr>
        <p:spPr>
          <a:xfrm>
            <a:off x="3407874" y="1478843"/>
            <a:ext cx="8409901" cy="5019679"/>
          </a:xfrm>
          <a:prstGeom prst="rect">
            <a:avLst/>
          </a:prstGeom>
        </p:spPr>
        <p:txBody>
          <a:bodyPr vert="horz" lIns="0" tIns="0" rIns="0" bIns="0" rtlCol="0">
            <a:noAutofit/>
          </a:bodyPr>
          <a:lstStyle>
            <a:lvl1pPr marL="180000" indent="-180000">
              <a:spcBef>
                <a:spcPts val="0"/>
              </a:spcBef>
              <a:spcAft>
                <a:spcPts val="1000"/>
              </a:spcAft>
              <a:defRPr sz="1600"/>
            </a:lvl1pPr>
            <a:lvl2pPr marL="360000" indent="-180000">
              <a:spcBef>
                <a:spcPts val="0"/>
              </a:spcBef>
              <a:spcAft>
                <a:spcPts val="1000"/>
              </a:spcAft>
              <a:defRPr sz="1400"/>
            </a:lvl2pPr>
            <a:lvl3pPr marL="540000" indent="-180000">
              <a:spcBef>
                <a:spcPts val="0"/>
              </a:spcBef>
              <a:spcAft>
                <a:spcPts val="1000"/>
              </a:spcAft>
              <a:defRPr sz="1400"/>
            </a:lvl3pPr>
            <a:lvl4pPr marL="720000" indent="-180000">
              <a:spcBef>
                <a:spcPts val="0"/>
              </a:spcBef>
              <a:spcAft>
                <a:spcPts val="1000"/>
              </a:spcAft>
              <a:defRPr sz="1200"/>
            </a:lvl4pPr>
            <a:lvl5pPr marL="900000" indent="-180000">
              <a:spcBef>
                <a:spcPts val="0"/>
              </a:spcBef>
              <a:spcAft>
                <a:spcPts val="1000"/>
              </a:spcAft>
              <a:defRPr sz="1200"/>
            </a:lvl5pPr>
            <a:lvl6pPr marL="1080000" indent="-180000">
              <a:spcBef>
                <a:spcPts val="0"/>
              </a:spcBef>
              <a:spcAft>
                <a:spcPts val="1000"/>
              </a:spcAft>
              <a:defRPr sz="1050"/>
            </a:lvl6pPr>
            <a:lvl7pPr marL="1260000" indent="-180000">
              <a:spcBef>
                <a:spcPts val="0"/>
              </a:spcBef>
              <a:spcAft>
                <a:spcPts val="1000"/>
              </a:spcAft>
              <a:defRPr sz="1050"/>
            </a:lvl7pPr>
            <a:lvl8pPr marL="1440000" indent="-180000">
              <a:spcBef>
                <a:spcPts val="0"/>
              </a:spcBef>
              <a:spcAft>
                <a:spcPts val="1000"/>
              </a:spcAft>
              <a:defRPr sz="900"/>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2" name="Foliennummernplatzhalter 4">
            <a:extLst>
              <a:ext uri="{FF2B5EF4-FFF2-40B4-BE49-F238E27FC236}">
                <a16:creationId xmlns:a16="http://schemas.microsoft.com/office/drawing/2014/main" id="{18E56161-B4A8-15E9-022F-7EA5F716F4F5}"/>
              </a:ext>
            </a:extLst>
          </p:cNvPr>
          <p:cNvSpPr>
            <a:spLocks noGrp="1"/>
          </p:cNvSpPr>
          <p:nvPr>
            <p:ph type="sldNum" sz="quarter" idx="12"/>
          </p:nvPr>
        </p:nvSpPr>
        <p:spPr>
          <a:xfrm>
            <a:off x="11817775" y="6627211"/>
            <a:ext cx="374225" cy="235057"/>
          </a:xfrm>
        </p:spPr>
        <p:txBody>
          <a:bodyPr/>
          <a:lstStyle>
            <a:lvl1pPr algn="l">
              <a:defRPr>
                <a:solidFill>
                  <a:schemeClr val="tx2"/>
                </a:solidFill>
              </a:defRPr>
            </a:lvl1pPr>
          </a:lstStyle>
          <a:p>
            <a:fld id="{F4B5F3EB-31C7-4555-828E-971415072856}" type="slidenum">
              <a:rPr lang="de-DE" smtClean="0"/>
              <a:pPr/>
              <a:t>‹Nr.›</a:t>
            </a:fld>
            <a:endParaRPr lang="de-DE"/>
          </a:p>
        </p:txBody>
      </p:sp>
      <p:sp>
        <p:nvSpPr>
          <p:cNvPr id="4" name="Textplatzhalter 1">
            <a:extLst>
              <a:ext uri="{FF2B5EF4-FFF2-40B4-BE49-F238E27FC236}">
                <a16:creationId xmlns:a16="http://schemas.microsoft.com/office/drawing/2014/main" id="{4B54751A-682C-468E-3FC8-72B0308D89C1}"/>
              </a:ext>
            </a:extLst>
          </p:cNvPr>
          <p:cNvSpPr>
            <a:spLocks noGrp="1"/>
          </p:cNvSpPr>
          <p:nvPr>
            <p:ph type="body" sz="quarter" idx="13" hasCustomPrompt="1"/>
          </p:nvPr>
        </p:nvSpPr>
        <p:spPr>
          <a:xfrm>
            <a:off x="3412063" y="734211"/>
            <a:ext cx="8409899"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Tree>
    <p:extLst>
      <p:ext uri="{BB962C8B-B14F-4D97-AF65-F5344CB8AC3E}">
        <p14:creationId xmlns:p14="http://schemas.microsoft.com/office/powerpoint/2010/main" val="2527280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folie_mittig_zentriert_ohne Logo">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285B7E-2BAB-36C5-D828-8F68990C577A}"/>
              </a:ext>
            </a:extLst>
          </p:cNvPr>
          <p:cNvSpPr>
            <a:spLocks noGrp="1"/>
          </p:cNvSpPr>
          <p:nvPr>
            <p:ph type="ctrTitle" hasCustomPrompt="1"/>
          </p:nvPr>
        </p:nvSpPr>
        <p:spPr>
          <a:xfrm>
            <a:off x="1839844" y="1423054"/>
            <a:ext cx="8512313" cy="2222660"/>
          </a:xfrm>
        </p:spPr>
        <p:txBody>
          <a:bodyPr anchor="b"/>
          <a:lstStyle>
            <a:lvl1pPr algn="ctr">
              <a:defRPr sz="5600">
                <a:solidFill>
                  <a:schemeClr val="tx2"/>
                </a:solidFill>
              </a:defRPr>
            </a:lvl1pPr>
          </a:lstStyle>
          <a:p>
            <a:r>
              <a:rPr lang="de-DE"/>
              <a:t>Key Statement bearbeiten</a:t>
            </a:r>
          </a:p>
        </p:txBody>
      </p:sp>
      <p:sp>
        <p:nvSpPr>
          <p:cNvPr id="3" name="Untertitel 2">
            <a:extLst>
              <a:ext uri="{FF2B5EF4-FFF2-40B4-BE49-F238E27FC236}">
                <a16:creationId xmlns:a16="http://schemas.microsoft.com/office/drawing/2014/main" id="{35CB8BD7-0DE8-7A2F-385D-F0CF05F718F2}"/>
              </a:ext>
            </a:extLst>
          </p:cNvPr>
          <p:cNvSpPr>
            <a:spLocks noGrp="1"/>
          </p:cNvSpPr>
          <p:nvPr>
            <p:ph type="subTitle" idx="1" hasCustomPrompt="1"/>
          </p:nvPr>
        </p:nvSpPr>
        <p:spPr>
          <a:xfrm>
            <a:off x="1839844" y="4010773"/>
            <a:ext cx="8512313" cy="1355595"/>
          </a:xfrm>
          <a:prstGeom prst="rect">
            <a:avLst/>
          </a:prstGeom>
        </p:spPr>
        <p:txBody>
          <a:bodyPr>
            <a:normAutofit/>
          </a:bodyPr>
          <a:lstStyle>
            <a:lvl1pPr marL="0" indent="0" algn="ctr">
              <a:buNone/>
              <a:defRPr sz="2267">
                <a:solidFill>
                  <a:schemeClr val="tx2"/>
                </a:solidFill>
              </a:defRPr>
            </a:lvl1pPr>
            <a:lvl2pPr marL="609570" indent="0" algn="ctr">
              <a:buNone/>
              <a:defRPr sz="2667"/>
            </a:lvl2pPr>
            <a:lvl3pPr marL="1219139" indent="0" algn="ctr">
              <a:buNone/>
              <a:defRPr sz="2400"/>
            </a:lvl3pPr>
            <a:lvl4pPr marL="1828709" indent="0" algn="ctr">
              <a:buNone/>
              <a:defRPr sz="2133"/>
            </a:lvl4pPr>
            <a:lvl5pPr marL="2438278" indent="0" algn="ctr">
              <a:buNone/>
              <a:defRPr sz="2133"/>
            </a:lvl5pPr>
            <a:lvl6pPr marL="3047848" indent="0" algn="ctr">
              <a:buNone/>
              <a:defRPr sz="2133"/>
            </a:lvl6pPr>
            <a:lvl7pPr marL="3657417" indent="0" algn="ctr">
              <a:buNone/>
              <a:defRPr sz="2133"/>
            </a:lvl7pPr>
            <a:lvl8pPr marL="4266987" indent="0" algn="ctr">
              <a:buNone/>
              <a:defRPr sz="2133"/>
            </a:lvl8pPr>
            <a:lvl9pPr marL="4876557" indent="0" algn="ctr">
              <a:buNone/>
              <a:defRPr sz="2133"/>
            </a:lvl9pPr>
          </a:lstStyle>
          <a:p>
            <a:r>
              <a:rPr lang="de-DE"/>
              <a:t>Key Statement bearbeiten</a:t>
            </a:r>
          </a:p>
        </p:txBody>
      </p:sp>
      <p:cxnSp>
        <p:nvCxnSpPr>
          <p:cNvPr id="4" name="Gerader Verbinder 3">
            <a:extLst>
              <a:ext uri="{FF2B5EF4-FFF2-40B4-BE49-F238E27FC236}">
                <a16:creationId xmlns:a16="http://schemas.microsoft.com/office/drawing/2014/main" id="{BF0B65F6-D4B2-9320-B252-9E9EE9FA9D3E}"/>
              </a:ext>
            </a:extLst>
          </p:cNvPr>
          <p:cNvCxnSpPr>
            <a:cxnSpLocks/>
          </p:cNvCxnSpPr>
          <p:nvPr userDrawn="1"/>
        </p:nvCxnSpPr>
        <p:spPr>
          <a:xfrm>
            <a:off x="1508810" y="3844357"/>
            <a:ext cx="9174381" cy="1"/>
          </a:xfrm>
          <a:prstGeom prst="line">
            <a:avLst/>
          </a:prstGeom>
          <a:ln w="15875">
            <a:solidFill>
              <a:schemeClr val="accent2"/>
            </a:solidFill>
          </a:ln>
        </p:spPr>
        <p:style>
          <a:lnRef idx="2">
            <a:schemeClr val="accent1"/>
          </a:lnRef>
          <a:fillRef idx="0">
            <a:schemeClr val="accent1"/>
          </a:fillRef>
          <a:effectRef idx="1">
            <a:schemeClr val="accent1"/>
          </a:effectRef>
          <a:fontRef idx="minor">
            <a:schemeClr val="tx1"/>
          </a:fontRef>
        </p:style>
      </p:cxnSp>
      <p:sp>
        <p:nvSpPr>
          <p:cNvPr id="7" name="Datumsplatzhalter 6">
            <a:extLst>
              <a:ext uri="{FF2B5EF4-FFF2-40B4-BE49-F238E27FC236}">
                <a16:creationId xmlns:a16="http://schemas.microsoft.com/office/drawing/2014/main" id="{34CCC5C3-288A-D45E-4F37-919F36165281}"/>
              </a:ext>
            </a:extLst>
          </p:cNvPr>
          <p:cNvSpPr>
            <a:spLocks noGrp="1"/>
          </p:cNvSpPr>
          <p:nvPr>
            <p:ph type="dt" sz="half" idx="10"/>
          </p:nvPr>
        </p:nvSpPr>
        <p:spPr/>
        <p:txBody>
          <a:bodyPr/>
          <a:lstStyle/>
          <a:p>
            <a:fld id="{ABCC3AA7-958B-4F06-8E76-349D9AFAEE61}" type="datetime1">
              <a:rPr lang="de-DE" smtClean="0"/>
              <a:t>18.08.2026</a:t>
            </a:fld>
            <a:endParaRPr lang="de-DE"/>
          </a:p>
        </p:txBody>
      </p:sp>
      <p:sp>
        <p:nvSpPr>
          <p:cNvPr id="9" name="Fußzeilenplatzhalter 8">
            <a:extLst>
              <a:ext uri="{FF2B5EF4-FFF2-40B4-BE49-F238E27FC236}">
                <a16:creationId xmlns:a16="http://schemas.microsoft.com/office/drawing/2014/main" id="{3B33A2BD-C69B-1EE8-79DC-4C0248BB1764}"/>
              </a:ext>
            </a:extLst>
          </p:cNvPr>
          <p:cNvSpPr>
            <a:spLocks noGrp="1"/>
          </p:cNvSpPr>
          <p:nvPr>
            <p:ph type="ftr" sz="quarter" idx="11"/>
          </p:nvPr>
        </p:nvSpPr>
        <p:spPr/>
        <p:txBody>
          <a:bodyPr/>
          <a:lstStyle/>
          <a:p>
            <a:r>
              <a:rPr lang="de-DE"/>
              <a:t>AIRCO  |  mosaiic GmbH  |</a:t>
            </a:r>
          </a:p>
        </p:txBody>
      </p:sp>
      <p:sp>
        <p:nvSpPr>
          <p:cNvPr id="10" name="Foliennummernplatzhalter 9">
            <a:extLst>
              <a:ext uri="{FF2B5EF4-FFF2-40B4-BE49-F238E27FC236}">
                <a16:creationId xmlns:a16="http://schemas.microsoft.com/office/drawing/2014/main" id="{F0665A29-D22D-8D6A-8F33-3C62A841B4B2}"/>
              </a:ext>
            </a:extLst>
          </p:cNvPr>
          <p:cNvSpPr>
            <a:spLocks noGrp="1"/>
          </p:cNvSpPr>
          <p:nvPr>
            <p:ph type="sldNum" sz="quarter" idx="12"/>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5195260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LEER - Fußzeile unten">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5774BB8A-5E8C-501C-C0E1-3B8906DE61D7}"/>
              </a:ext>
            </a:extLst>
          </p:cNvPr>
          <p:cNvSpPr>
            <a:spLocks noGrp="1"/>
          </p:cNvSpPr>
          <p:nvPr>
            <p:ph type="dt" sz="half" idx="10"/>
          </p:nvPr>
        </p:nvSpPr>
        <p:spPr/>
        <p:txBody>
          <a:bodyPr/>
          <a:lstStyle>
            <a:lvl1pPr>
              <a:defRPr>
                <a:solidFill>
                  <a:schemeClr val="bg1"/>
                </a:solidFill>
              </a:defRPr>
            </a:lvl1pPr>
          </a:lstStyle>
          <a:p>
            <a:fld id="{F834F255-283E-4650-B614-7F0F6E136D5D}" type="datetime1">
              <a:rPr lang="de-DE" smtClean="0"/>
              <a:t>18.08.2026</a:t>
            </a:fld>
            <a:endParaRPr lang="de-DE"/>
          </a:p>
        </p:txBody>
      </p:sp>
      <p:sp>
        <p:nvSpPr>
          <p:cNvPr id="4" name="Fußzeilenplatzhalter 3">
            <a:extLst>
              <a:ext uri="{FF2B5EF4-FFF2-40B4-BE49-F238E27FC236}">
                <a16:creationId xmlns:a16="http://schemas.microsoft.com/office/drawing/2014/main" id="{AAAADD57-FD0B-2519-DE1B-0BDC0ADBC535}"/>
              </a:ext>
            </a:extLst>
          </p:cNvPr>
          <p:cNvSpPr>
            <a:spLocks noGrp="1"/>
          </p:cNvSpPr>
          <p:nvPr>
            <p:ph type="ftr" sz="quarter" idx="11"/>
          </p:nvPr>
        </p:nvSpPr>
        <p:spPr/>
        <p:txBody>
          <a:bodyPr/>
          <a:lstStyle>
            <a:lvl1pPr>
              <a:defRPr>
                <a:solidFill>
                  <a:schemeClr val="bg1"/>
                </a:solidFill>
              </a:defRPr>
            </a:lvl1pPr>
          </a:lstStyle>
          <a:p>
            <a:r>
              <a:rPr lang="de-DE"/>
              <a:t>AIRCO  |  mosaiic GmbH  |</a:t>
            </a:r>
          </a:p>
        </p:txBody>
      </p:sp>
      <p:sp>
        <p:nvSpPr>
          <p:cNvPr id="5" name="Foliennummernplatzhalter 4">
            <a:extLst>
              <a:ext uri="{FF2B5EF4-FFF2-40B4-BE49-F238E27FC236}">
                <a16:creationId xmlns:a16="http://schemas.microsoft.com/office/drawing/2014/main" id="{911D3E96-6DCD-531C-2B62-E97A5994DCD6}"/>
              </a:ext>
            </a:extLst>
          </p:cNvPr>
          <p:cNvSpPr>
            <a:spLocks noGrp="1"/>
          </p:cNvSpPr>
          <p:nvPr>
            <p:ph type="sldNum" sz="quarter" idx="12"/>
          </p:nvPr>
        </p:nvSpPr>
        <p:spPr/>
        <p:txBody>
          <a:bodyPr/>
          <a:lstStyle>
            <a:lvl1pPr>
              <a:defRPr>
                <a:solidFill>
                  <a:schemeClr val="bg1"/>
                </a:solidFill>
              </a:defRPr>
            </a:lvl1pPr>
          </a:lstStyle>
          <a:p>
            <a:fld id="{F4B5F3EB-31C7-4555-828E-971415072856}" type="slidenum">
              <a:rPr lang="de-DE" smtClean="0"/>
              <a:pPr/>
              <a:t>‹Nr.›</a:t>
            </a:fld>
            <a:endParaRPr lang="de-DE"/>
          </a:p>
        </p:txBody>
      </p:sp>
    </p:spTree>
    <p:extLst>
      <p:ext uri="{BB962C8B-B14F-4D97-AF65-F5344CB8AC3E}">
        <p14:creationId xmlns:p14="http://schemas.microsoft.com/office/powerpoint/2010/main" val="1085383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elfolie_mittig_linksbündig_ohne Logo">
    <p:spTree>
      <p:nvGrpSpPr>
        <p:cNvPr id="1" name=""/>
        <p:cNvGrpSpPr/>
        <p:nvPr/>
      </p:nvGrpSpPr>
      <p:grpSpPr>
        <a:xfrm>
          <a:off x="0" y="0"/>
          <a:ext cx="0" cy="0"/>
          <a:chOff x="0" y="0"/>
          <a:chExt cx="0" cy="0"/>
        </a:xfrm>
      </p:grpSpPr>
      <p:sp>
        <p:nvSpPr>
          <p:cNvPr id="76" name="Textplatzhalter 80">
            <a:extLst>
              <a:ext uri="{FF2B5EF4-FFF2-40B4-BE49-F238E27FC236}">
                <a16:creationId xmlns:a16="http://schemas.microsoft.com/office/drawing/2014/main" id="{EFED5BB8-9EA0-FC84-E74F-E0E376947300}"/>
              </a:ext>
            </a:extLst>
          </p:cNvPr>
          <p:cNvSpPr>
            <a:spLocks noGrp="1"/>
          </p:cNvSpPr>
          <p:nvPr>
            <p:ph type="body" sz="quarter" idx="11"/>
          </p:nvPr>
        </p:nvSpPr>
        <p:spPr>
          <a:xfrm>
            <a:off x="743892" y="1995296"/>
            <a:ext cx="8950109" cy="1329595"/>
          </a:xfrm>
          <a:prstGeom prst="rect">
            <a:avLst/>
          </a:prstGeom>
        </p:spPr>
        <p:txBody>
          <a:bodyPr vert="horz" wrap="square" lIns="0" tIns="0" rIns="0" bIns="0" rtlCol="0" anchor="b">
            <a:spAutoFit/>
          </a:bodyPr>
          <a:lstStyle>
            <a:lvl1pPr marL="0" indent="0">
              <a:buNone/>
              <a:defRPr kumimoji="0" lang="de-DE" sz="4800" b="0" i="0" u="none" strike="noStrike" cap="none" spc="0" normalizeH="0" baseline="0" dirty="0" smtClean="0">
                <a:ln>
                  <a:noFill/>
                </a:ln>
                <a:solidFill>
                  <a:schemeClr val="tx2"/>
                </a:solidFill>
                <a:effectLst/>
                <a:uLnTx/>
                <a:uFillTx/>
                <a:latin typeface="+mj-lt"/>
                <a:ea typeface="+mj-ea"/>
                <a:cs typeface="+mj-cs"/>
              </a:defRPr>
            </a:lvl1pPr>
            <a:lvl2pPr>
              <a:defRPr lang="de-DE" sz="2400" dirty="0" smtClean="0"/>
            </a:lvl2pPr>
            <a:lvl3pPr>
              <a:defRPr lang="de-DE" sz="2400" dirty="0" smtClean="0"/>
            </a:lvl3pPr>
            <a:lvl4pPr>
              <a:defRPr lang="de-DE" dirty="0" smtClean="0"/>
            </a:lvl4pPr>
            <a:lvl5pPr>
              <a:defRPr lang="de-DE" dirty="0"/>
            </a:lvl5pPr>
          </a:lstStyle>
          <a:p>
            <a:pPr marL="228594" marR="0" lvl="0" indent="-228594" defTabSz="575971" fontAlgn="auto">
              <a:spcBef>
                <a:spcPct val="0"/>
              </a:spcBef>
              <a:spcAft>
                <a:spcPts val="0"/>
              </a:spcAft>
              <a:buClrTx/>
              <a:buSzTx/>
              <a:tabLst/>
            </a:pPr>
            <a:r>
              <a:rPr lang="de-DE"/>
              <a:t>Mastertextformat bearbeiten</a:t>
            </a:r>
          </a:p>
          <a:p>
            <a:pPr marL="228594" marR="0" lvl="0" indent="-228594" defTabSz="575971" fontAlgn="auto">
              <a:spcBef>
                <a:spcPct val="0"/>
              </a:spcBef>
              <a:spcAft>
                <a:spcPts val="0"/>
              </a:spcAft>
              <a:buClrTx/>
              <a:buSzTx/>
              <a:tabLst/>
            </a:pPr>
            <a:r>
              <a:rPr lang="de-DE"/>
              <a:t>ggf. zweizeilig</a:t>
            </a:r>
          </a:p>
        </p:txBody>
      </p:sp>
      <p:sp>
        <p:nvSpPr>
          <p:cNvPr id="77" name="Textplatzhalter 82">
            <a:extLst>
              <a:ext uri="{FF2B5EF4-FFF2-40B4-BE49-F238E27FC236}">
                <a16:creationId xmlns:a16="http://schemas.microsoft.com/office/drawing/2014/main" id="{0766679E-D051-DD50-77BF-D027FA627D66}"/>
              </a:ext>
            </a:extLst>
          </p:cNvPr>
          <p:cNvSpPr>
            <a:spLocks noGrp="1"/>
          </p:cNvSpPr>
          <p:nvPr>
            <p:ph type="body" sz="quarter" idx="12"/>
          </p:nvPr>
        </p:nvSpPr>
        <p:spPr>
          <a:xfrm>
            <a:off x="743892" y="3487534"/>
            <a:ext cx="8950109" cy="246221"/>
          </a:xfrm>
          <a:prstGeom prst="rect">
            <a:avLst/>
          </a:prstGeom>
        </p:spPr>
        <p:txBody>
          <a:bodyPr vert="horz" wrap="square" lIns="0" tIns="0" rIns="0" bIns="0" rtlCol="0">
            <a:spAutoFit/>
          </a:bodyPr>
          <a:lstStyle>
            <a:lvl1pPr marL="0" indent="0">
              <a:buNone/>
              <a:defRPr kumimoji="0" lang="de-DE" sz="1600" b="0" i="0" u="none" strike="noStrike" cap="none" spc="0" normalizeH="0" baseline="0" dirty="0" smtClean="0">
                <a:ln>
                  <a:noFill/>
                </a:ln>
                <a:solidFill>
                  <a:schemeClr val="tx2"/>
                </a:solidFill>
                <a:effectLst/>
                <a:uLnTx/>
                <a:uFillTx/>
                <a:latin typeface="+mn-lt"/>
              </a:defRPr>
            </a:lvl1pPr>
            <a:lvl2pPr>
              <a:defRPr lang="de-DE" sz="2667" dirty="0" smtClean="0">
                <a:solidFill>
                  <a:schemeClr val="tx2"/>
                </a:solidFill>
              </a:defRPr>
            </a:lvl2pPr>
            <a:lvl3pPr>
              <a:defRPr lang="de-DE" sz="2400" dirty="0" smtClean="0">
                <a:solidFill>
                  <a:schemeClr val="tx2"/>
                </a:solidFill>
              </a:defRPr>
            </a:lvl3pPr>
            <a:lvl4pPr>
              <a:defRPr lang="de-DE" sz="2133" dirty="0" smtClean="0">
                <a:solidFill>
                  <a:schemeClr val="tx2"/>
                </a:solidFill>
              </a:defRPr>
            </a:lvl4pPr>
            <a:lvl5pPr>
              <a:defRPr lang="de-DE" sz="2133" dirty="0">
                <a:solidFill>
                  <a:schemeClr val="tx2"/>
                </a:solidFill>
              </a:defRPr>
            </a:lvl5pPr>
          </a:lstStyle>
          <a:p>
            <a:pPr marL="304784" marR="0" lvl="0" indent="-304784" defTabSz="575971" fontAlgn="auto">
              <a:lnSpc>
                <a:spcPct val="100000"/>
              </a:lnSpc>
              <a:spcAft>
                <a:spcPts val="0"/>
              </a:spcAft>
              <a:buClrTx/>
              <a:buSzTx/>
              <a:tabLst/>
            </a:pPr>
            <a:r>
              <a:rPr lang="de-DE"/>
              <a:t>Mastertextformat bearbeiten</a:t>
            </a:r>
          </a:p>
        </p:txBody>
      </p:sp>
      <p:sp>
        <p:nvSpPr>
          <p:cNvPr id="78" name="Textplatzhalter 82">
            <a:extLst>
              <a:ext uri="{FF2B5EF4-FFF2-40B4-BE49-F238E27FC236}">
                <a16:creationId xmlns:a16="http://schemas.microsoft.com/office/drawing/2014/main" id="{D846DAA9-1A2C-CCC9-6751-3DD0D28139EC}"/>
              </a:ext>
            </a:extLst>
          </p:cNvPr>
          <p:cNvSpPr>
            <a:spLocks noGrp="1"/>
          </p:cNvSpPr>
          <p:nvPr>
            <p:ph type="body" sz="quarter" idx="13"/>
          </p:nvPr>
        </p:nvSpPr>
        <p:spPr>
          <a:xfrm>
            <a:off x="743892" y="3803884"/>
            <a:ext cx="8950109" cy="240555"/>
          </a:xfrm>
          <a:prstGeom prst="rect">
            <a:avLst/>
          </a:prstGeom>
        </p:spPr>
        <p:txBody>
          <a:bodyPr vert="horz" wrap="square" lIns="0" tIns="0" rIns="0" bIns="0" rtlCol="0">
            <a:noAutofit/>
          </a:bodyPr>
          <a:lstStyle>
            <a:lvl1pPr marL="0" indent="0">
              <a:buNone/>
              <a:defRPr kumimoji="0" lang="de-DE" sz="1600" b="0" i="0" u="none" strike="noStrike" cap="none" spc="0" normalizeH="0" baseline="0" dirty="0">
                <a:ln>
                  <a:noFill/>
                </a:ln>
                <a:solidFill>
                  <a:schemeClr val="tx2"/>
                </a:solidFill>
                <a:effectLst/>
                <a:uLnTx/>
                <a:uFillTx/>
                <a:latin typeface="Avenir Next LT Pro Light" panose="020B0304020202020204" pitchFamily="34" charset="0"/>
              </a:defRPr>
            </a:lvl1pPr>
          </a:lstStyle>
          <a:p>
            <a:pPr marL="304784" marR="0" lvl="0" indent="-304784" defTabSz="575971" fontAlgn="auto">
              <a:lnSpc>
                <a:spcPct val="100000"/>
              </a:lnSpc>
              <a:spcAft>
                <a:spcPts val="0"/>
              </a:spcAft>
              <a:buClrTx/>
              <a:buSzTx/>
              <a:tabLst/>
            </a:pPr>
            <a:r>
              <a:rPr lang="de-DE"/>
              <a:t>Mastertextformat bearbeiten</a:t>
            </a:r>
          </a:p>
        </p:txBody>
      </p:sp>
      <p:sp>
        <p:nvSpPr>
          <p:cNvPr id="10" name="Datumsplatzhalter 9">
            <a:extLst>
              <a:ext uri="{FF2B5EF4-FFF2-40B4-BE49-F238E27FC236}">
                <a16:creationId xmlns:a16="http://schemas.microsoft.com/office/drawing/2014/main" id="{4ACA20C4-E0DF-A443-6056-D99DA950DED4}"/>
              </a:ext>
            </a:extLst>
          </p:cNvPr>
          <p:cNvSpPr>
            <a:spLocks noGrp="1"/>
          </p:cNvSpPr>
          <p:nvPr>
            <p:ph type="dt" sz="half" idx="14"/>
          </p:nvPr>
        </p:nvSpPr>
        <p:spPr/>
        <p:txBody>
          <a:bodyPr/>
          <a:lstStyle/>
          <a:p>
            <a:fld id="{C3974172-CC02-401F-8AE6-C2AC51F39850}" type="datetime1">
              <a:rPr lang="de-DE" smtClean="0"/>
              <a:t>18.08.2026</a:t>
            </a:fld>
            <a:endParaRPr lang="de-DE"/>
          </a:p>
        </p:txBody>
      </p:sp>
      <p:sp>
        <p:nvSpPr>
          <p:cNvPr id="11" name="Fußzeilenplatzhalter 10">
            <a:extLst>
              <a:ext uri="{FF2B5EF4-FFF2-40B4-BE49-F238E27FC236}">
                <a16:creationId xmlns:a16="http://schemas.microsoft.com/office/drawing/2014/main" id="{B95E9C51-C3DD-19DE-42D8-BDEF16BE4E34}"/>
              </a:ext>
            </a:extLst>
          </p:cNvPr>
          <p:cNvSpPr>
            <a:spLocks noGrp="1"/>
          </p:cNvSpPr>
          <p:nvPr>
            <p:ph type="ftr" sz="quarter" idx="15"/>
          </p:nvPr>
        </p:nvSpPr>
        <p:spPr/>
        <p:txBody>
          <a:bodyPr/>
          <a:lstStyle/>
          <a:p>
            <a:r>
              <a:rPr lang="de-DE"/>
              <a:t>AIRCO  |  mosaiic GmbH  |</a:t>
            </a:r>
          </a:p>
        </p:txBody>
      </p:sp>
      <p:sp>
        <p:nvSpPr>
          <p:cNvPr id="12" name="Foliennummernplatzhalter 11">
            <a:extLst>
              <a:ext uri="{FF2B5EF4-FFF2-40B4-BE49-F238E27FC236}">
                <a16:creationId xmlns:a16="http://schemas.microsoft.com/office/drawing/2014/main" id="{B2C24166-0DC3-85E1-C5DB-F0A3838B9E4D}"/>
              </a:ext>
            </a:extLst>
          </p:cNvPr>
          <p:cNvSpPr>
            <a:spLocks noGrp="1"/>
          </p:cNvSpPr>
          <p:nvPr>
            <p:ph type="sldNum" sz="quarter" idx="16"/>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3197854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elfolie_unten_linksbündig_ohne Logo">
    <p:spTree>
      <p:nvGrpSpPr>
        <p:cNvPr id="1" name=""/>
        <p:cNvGrpSpPr/>
        <p:nvPr/>
      </p:nvGrpSpPr>
      <p:grpSpPr>
        <a:xfrm>
          <a:off x="0" y="0"/>
          <a:ext cx="0" cy="0"/>
          <a:chOff x="0" y="0"/>
          <a:chExt cx="0" cy="0"/>
        </a:xfrm>
      </p:grpSpPr>
      <p:sp>
        <p:nvSpPr>
          <p:cNvPr id="8" name="Textplatzhalter 6">
            <a:extLst>
              <a:ext uri="{FF2B5EF4-FFF2-40B4-BE49-F238E27FC236}">
                <a16:creationId xmlns:a16="http://schemas.microsoft.com/office/drawing/2014/main" id="{17F1106C-DD4F-C7B5-045A-743BB329F0D8}"/>
              </a:ext>
            </a:extLst>
          </p:cNvPr>
          <p:cNvSpPr>
            <a:spLocks noGrp="1"/>
          </p:cNvSpPr>
          <p:nvPr>
            <p:ph type="body" sz="quarter" idx="13" hasCustomPrompt="1"/>
          </p:nvPr>
        </p:nvSpPr>
        <p:spPr>
          <a:xfrm>
            <a:off x="383117" y="5717520"/>
            <a:ext cx="11413147" cy="378481"/>
          </a:xfrm>
          <a:prstGeom prst="rect">
            <a:avLst/>
          </a:prstGeom>
        </p:spPr>
        <p:txBody>
          <a:bodyPr>
            <a:normAutofit/>
          </a:bodyPr>
          <a:lstStyle>
            <a:lvl1pPr marL="0" indent="0">
              <a:buNone/>
              <a:defRPr sz="1867">
                <a:solidFill>
                  <a:schemeClr val="tx2"/>
                </a:solidFill>
              </a:defRPr>
            </a:lvl1pPr>
            <a:lvl2pPr>
              <a:defRPr>
                <a:solidFill>
                  <a:schemeClr val="bg1"/>
                </a:solidFill>
              </a:defRPr>
            </a:lvl2pPr>
            <a:lvl3pPr marL="1219139" indent="0">
              <a:buNone/>
              <a:defRPr>
                <a:solidFill>
                  <a:schemeClr val="bg1"/>
                </a:solidFill>
              </a:defRPr>
            </a:lvl3pPr>
            <a:lvl4pPr>
              <a:defRPr>
                <a:solidFill>
                  <a:schemeClr val="bg1"/>
                </a:solidFill>
              </a:defRPr>
            </a:lvl4pPr>
            <a:lvl5pPr>
              <a:defRPr>
                <a:solidFill>
                  <a:schemeClr val="bg1"/>
                </a:solidFill>
              </a:defRPr>
            </a:lvl5pPr>
          </a:lstStyle>
          <a:p>
            <a:pPr lvl="0"/>
            <a:r>
              <a:rPr lang="de-DE"/>
              <a:t>Thema bearbeiten</a:t>
            </a:r>
          </a:p>
        </p:txBody>
      </p:sp>
      <p:sp>
        <p:nvSpPr>
          <p:cNvPr id="10" name="Titel 1">
            <a:extLst>
              <a:ext uri="{FF2B5EF4-FFF2-40B4-BE49-F238E27FC236}">
                <a16:creationId xmlns:a16="http://schemas.microsoft.com/office/drawing/2014/main" id="{29970973-A04B-D76A-C5DF-02834F1724BF}"/>
              </a:ext>
            </a:extLst>
          </p:cNvPr>
          <p:cNvSpPr>
            <a:spLocks noGrp="1"/>
          </p:cNvSpPr>
          <p:nvPr>
            <p:ph type="title" hasCustomPrompt="1"/>
          </p:nvPr>
        </p:nvSpPr>
        <p:spPr>
          <a:xfrm>
            <a:off x="377231" y="3845852"/>
            <a:ext cx="11413147" cy="1768369"/>
          </a:xfrm>
        </p:spPr>
        <p:txBody>
          <a:bodyPr vert="horz" lIns="36000" tIns="45720" rIns="36000" bIns="45720" rtlCol="0" anchor="b">
            <a:noAutofit/>
          </a:bodyPr>
          <a:lstStyle>
            <a:lvl1pPr>
              <a:defRPr lang="de-DE" sz="4000"/>
            </a:lvl1pPr>
          </a:lstStyle>
          <a:p>
            <a:r>
              <a:rPr lang="de-DE" sz="4000"/>
              <a:t>Titel bearbeiten</a:t>
            </a:r>
            <a:br>
              <a:rPr lang="de-DE" sz="4000"/>
            </a:br>
            <a:r>
              <a:rPr lang="de-DE" sz="4000"/>
              <a:t>in Avenir Next LT Pro Demi, 30pt, </a:t>
            </a:r>
            <a:br>
              <a:rPr lang="de-DE" sz="4000"/>
            </a:br>
            <a:r>
              <a:rPr lang="de-DE" sz="4000"/>
              <a:t>dunkelblau, ggf. 3 zeilig</a:t>
            </a:r>
          </a:p>
        </p:txBody>
      </p:sp>
      <p:sp>
        <p:nvSpPr>
          <p:cNvPr id="2" name="Fußzeilenplatzhalter 1">
            <a:extLst>
              <a:ext uri="{FF2B5EF4-FFF2-40B4-BE49-F238E27FC236}">
                <a16:creationId xmlns:a16="http://schemas.microsoft.com/office/drawing/2014/main" id="{6BA469FF-04D5-BB0B-5BD8-3D2D90BBEC87}"/>
              </a:ext>
            </a:extLst>
          </p:cNvPr>
          <p:cNvSpPr>
            <a:spLocks noGrp="1"/>
          </p:cNvSpPr>
          <p:nvPr>
            <p:ph type="ftr" sz="quarter" idx="14"/>
          </p:nvPr>
        </p:nvSpPr>
        <p:spPr/>
        <p:txBody>
          <a:bodyPr/>
          <a:lstStyle/>
          <a:p>
            <a:r>
              <a:rPr lang="de-DE"/>
              <a:t>AIRCO  |  mosaiic GmbH  |</a:t>
            </a:r>
          </a:p>
        </p:txBody>
      </p:sp>
      <p:sp>
        <p:nvSpPr>
          <p:cNvPr id="3" name="Foliennummernplatzhalter 2">
            <a:extLst>
              <a:ext uri="{FF2B5EF4-FFF2-40B4-BE49-F238E27FC236}">
                <a16:creationId xmlns:a16="http://schemas.microsoft.com/office/drawing/2014/main" id="{09811FF9-C357-0C3D-C24E-EB7DA25BCD5E}"/>
              </a:ext>
            </a:extLst>
          </p:cNvPr>
          <p:cNvSpPr>
            <a:spLocks noGrp="1"/>
          </p:cNvSpPr>
          <p:nvPr>
            <p:ph type="sldNum" sz="quarter" idx="15"/>
          </p:nvPr>
        </p:nvSpPr>
        <p:spPr/>
        <p:txBody>
          <a:bodyPr/>
          <a:lstStyle/>
          <a:p>
            <a:fld id="{F4B5F3EB-31C7-4555-828E-971415072856}" type="slidenum">
              <a:rPr lang="de-DE" smtClean="0"/>
              <a:pPr/>
              <a:t>‹Nr.›</a:t>
            </a:fld>
            <a:endParaRPr lang="de-DE"/>
          </a:p>
        </p:txBody>
      </p:sp>
      <p:sp>
        <p:nvSpPr>
          <p:cNvPr id="4" name="Datumsplatzhalter 3">
            <a:extLst>
              <a:ext uri="{FF2B5EF4-FFF2-40B4-BE49-F238E27FC236}">
                <a16:creationId xmlns:a16="http://schemas.microsoft.com/office/drawing/2014/main" id="{46705F53-6CDE-E5D5-EC77-987BC272D7E5}"/>
              </a:ext>
            </a:extLst>
          </p:cNvPr>
          <p:cNvSpPr>
            <a:spLocks noGrp="1"/>
          </p:cNvSpPr>
          <p:nvPr>
            <p:ph type="dt" sz="half" idx="16"/>
          </p:nvPr>
        </p:nvSpPr>
        <p:spPr/>
        <p:txBody>
          <a:bodyPr/>
          <a:lstStyle/>
          <a:p>
            <a:fld id="{5C34FA1A-418E-414C-A429-F02714FED0B4}" type="datetime1">
              <a:rPr lang="de-DE" smtClean="0"/>
              <a:t>18.08.2026</a:t>
            </a:fld>
            <a:endParaRPr lang="de-DE"/>
          </a:p>
        </p:txBody>
      </p:sp>
    </p:spTree>
    <p:extLst>
      <p:ext uri="{BB962C8B-B14F-4D97-AF65-F5344CB8AC3E}">
        <p14:creationId xmlns:p14="http://schemas.microsoft.com/office/powerpoint/2010/main" val="30127595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er + ohne Logo + Fußzeile oben">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D0FEE413-C4AD-D7FE-AC54-3AF5252B0822}"/>
              </a:ext>
            </a:extLst>
          </p:cNvPr>
          <p:cNvSpPr>
            <a:spLocks noGrp="1"/>
          </p:cNvSpPr>
          <p:nvPr>
            <p:ph type="ftr" sz="quarter" idx="10"/>
          </p:nvPr>
        </p:nvSpPr>
        <p:spPr/>
        <p:txBody>
          <a:bodyPr/>
          <a:lstStyle/>
          <a:p>
            <a:r>
              <a:rPr lang="de-DE"/>
              <a:t>AIRCO  |  mosaiic GmbH  |</a:t>
            </a:r>
          </a:p>
        </p:txBody>
      </p:sp>
      <p:sp>
        <p:nvSpPr>
          <p:cNvPr id="3" name="Foliennummernplatzhalter 2">
            <a:extLst>
              <a:ext uri="{FF2B5EF4-FFF2-40B4-BE49-F238E27FC236}">
                <a16:creationId xmlns:a16="http://schemas.microsoft.com/office/drawing/2014/main" id="{29770119-CD9B-FC66-D9BB-D8C2830C91C1}"/>
              </a:ext>
            </a:extLst>
          </p:cNvPr>
          <p:cNvSpPr>
            <a:spLocks noGrp="1"/>
          </p:cNvSpPr>
          <p:nvPr>
            <p:ph type="sldNum" sz="quarter" idx="11"/>
          </p:nvPr>
        </p:nvSpPr>
        <p:spPr/>
        <p:txBody>
          <a:bodyPr/>
          <a:lstStyle/>
          <a:p>
            <a:fld id="{F4B5F3EB-31C7-4555-828E-971415072856}" type="slidenum">
              <a:rPr lang="de-DE" smtClean="0"/>
              <a:pPr/>
              <a:t>‹Nr.›</a:t>
            </a:fld>
            <a:endParaRPr lang="de-DE"/>
          </a:p>
        </p:txBody>
      </p:sp>
      <p:sp>
        <p:nvSpPr>
          <p:cNvPr id="4" name="Datumsplatzhalter 3">
            <a:extLst>
              <a:ext uri="{FF2B5EF4-FFF2-40B4-BE49-F238E27FC236}">
                <a16:creationId xmlns:a16="http://schemas.microsoft.com/office/drawing/2014/main" id="{E1F307B6-7006-A754-B003-74ADC9F6642F}"/>
              </a:ext>
            </a:extLst>
          </p:cNvPr>
          <p:cNvSpPr>
            <a:spLocks noGrp="1"/>
          </p:cNvSpPr>
          <p:nvPr>
            <p:ph type="dt" sz="half" idx="12"/>
          </p:nvPr>
        </p:nvSpPr>
        <p:spPr/>
        <p:txBody>
          <a:bodyPr/>
          <a:lstStyle/>
          <a:p>
            <a:fld id="{4C8C7AB7-8DD1-494F-A79C-E630E2B1309D}" type="datetime1">
              <a:rPr lang="de-DE" smtClean="0"/>
              <a:t>18.08.2026</a:t>
            </a:fld>
            <a:endParaRPr lang="de-DE"/>
          </a:p>
        </p:txBody>
      </p:sp>
    </p:spTree>
    <p:extLst>
      <p:ext uri="{BB962C8B-B14F-4D97-AF65-F5344CB8AC3E}">
        <p14:creationId xmlns:p14="http://schemas.microsoft.com/office/powerpoint/2010/main" val="39103414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 H1/ H3 + ohne Logo + Fußzeile oben">
    <p:spTree>
      <p:nvGrpSpPr>
        <p:cNvPr id="1" name=""/>
        <p:cNvGrpSpPr/>
        <p:nvPr/>
      </p:nvGrpSpPr>
      <p:grpSpPr>
        <a:xfrm>
          <a:off x="0" y="0"/>
          <a:ext cx="0" cy="0"/>
          <a:chOff x="0" y="0"/>
          <a:chExt cx="0" cy="0"/>
        </a:xfrm>
      </p:grpSpPr>
      <p:sp>
        <p:nvSpPr>
          <p:cNvPr id="22" name="Titel 0">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8" y="297875"/>
            <a:ext cx="11434662" cy="830989"/>
          </a:xfrm>
        </p:spPr>
        <p:txBody>
          <a:bodyPr/>
          <a:lstStyle>
            <a:lvl1pPr>
              <a:defRPr/>
            </a:lvl1pPr>
          </a:lstStyle>
          <a:p>
            <a:r>
              <a:rPr lang="de-DE"/>
              <a:t>Headline1</a:t>
            </a:r>
          </a:p>
        </p:txBody>
      </p:sp>
      <p:sp>
        <p:nvSpPr>
          <p:cNvPr id="4" name="Inhaltsplatzhalter 4">
            <a:extLst>
              <a:ext uri="{FF2B5EF4-FFF2-40B4-BE49-F238E27FC236}">
                <a16:creationId xmlns:a16="http://schemas.microsoft.com/office/drawing/2014/main" id="{4F9499C5-5410-2C13-2905-ACC66235E2AD}"/>
              </a:ext>
            </a:extLst>
          </p:cNvPr>
          <p:cNvSpPr>
            <a:spLocks noGrp="1"/>
          </p:cNvSpPr>
          <p:nvPr>
            <p:ph sz="quarter" idx="17"/>
          </p:nvPr>
        </p:nvSpPr>
        <p:spPr>
          <a:xfrm>
            <a:off x="382587" y="1454709"/>
            <a:ext cx="11435188" cy="5035847"/>
          </a:xfrm>
        </p:spPr>
        <p:txBody>
          <a:bodyPr/>
          <a:lstStyle>
            <a:lvl1pPr>
              <a:spcAft>
                <a:spcPts val="1000"/>
              </a:spcAft>
              <a:defRPr/>
            </a:lvl1pPr>
            <a:lvl2pPr>
              <a:spcAft>
                <a:spcPts val="1000"/>
              </a:spcAft>
              <a:defRPr/>
            </a:lvl2pPr>
            <a:lvl3pPr>
              <a:spcAft>
                <a:spcPts val="1000"/>
              </a:spcAft>
              <a:defRPr/>
            </a:lvl3pPr>
            <a:lvl4pPr>
              <a:spcAft>
                <a:spcPts val="1000"/>
              </a:spcAft>
              <a:defRPr/>
            </a:lvl4pPr>
            <a:lvl5pPr>
              <a:spcAft>
                <a:spcPts val="1000"/>
              </a:spcAf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1">
            <a:extLst>
              <a:ext uri="{FF2B5EF4-FFF2-40B4-BE49-F238E27FC236}">
                <a16:creationId xmlns:a16="http://schemas.microsoft.com/office/drawing/2014/main" id="{72277774-1994-F73B-88FD-3EF4789219F2}"/>
              </a:ext>
            </a:extLst>
          </p:cNvPr>
          <p:cNvSpPr>
            <a:spLocks noGrp="1"/>
          </p:cNvSpPr>
          <p:nvPr>
            <p:ph type="body" sz="quarter" idx="13" hasCustomPrompt="1"/>
          </p:nvPr>
        </p:nvSpPr>
        <p:spPr>
          <a:xfrm>
            <a:off x="383113" y="715161"/>
            <a:ext cx="11434662"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2" name="Fußzeilenplatzhalter 1">
            <a:extLst>
              <a:ext uri="{FF2B5EF4-FFF2-40B4-BE49-F238E27FC236}">
                <a16:creationId xmlns:a16="http://schemas.microsoft.com/office/drawing/2014/main" id="{E594A633-08E0-95AC-4107-48E05D0F5782}"/>
              </a:ext>
            </a:extLst>
          </p:cNvPr>
          <p:cNvSpPr>
            <a:spLocks noGrp="1"/>
          </p:cNvSpPr>
          <p:nvPr>
            <p:ph type="ftr" sz="quarter" idx="18"/>
          </p:nvPr>
        </p:nvSpPr>
        <p:spPr/>
        <p:txBody>
          <a:bodyPr/>
          <a:lstStyle/>
          <a:p>
            <a:r>
              <a:rPr lang="de-DE"/>
              <a:t>AIRCO  |  mosaiic GmbH  |</a:t>
            </a:r>
          </a:p>
        </p:txBody>
      </p:sp>
      <p:sp>
        <p:nvSpPr>
          <p:cNvPr id="3" name="Foliennummernplatzhalter 2">
            <a:extLst>
              <a:ext uri="{FF2B5EF4-FFF2-40B4-BE49-F238E27FC236}">
                <a16:creationId xmlns:a16="http://schemas.microsoft.com/office/drawing/2014/main" id="{414A4ADF-5670-867D-604B-7B51C30DC541}"/>
              </a:ext>
            </a:extLst>
          </p:cNvPr>
          <p:cNvSpPr>
            <a:spLocks noGrp="1"/>
          </p:cNvSpPr>
          <p:nvPr>
            <p:ph type="sldNum" sz="quarter" idx="19"/>
          </p:nvPr>
        </p:nvSpPr>
        <p:spPr/>
        <p:txBody>
          <a:bodyPr/>
          <a:lstStyle/>
          <a:p>
            <a:fld id="{F4B5F3EB-31C7-4555-828E-971415072856}" type="slidenum">
              <a:rPr lang="de-DE" smtClean="0"/>
              <a:pPr/>
              <a:t>‹Nr.›</a:t>
            </a:fld>
            <a:endParaRPr lang="de-DE"/>
          </a:p>
        </p:txBody>
      </p:sp>
      <p:sp>
        <p:nvSpPr>
          <p:cNvPr id="10" name="Datumsplatzhalter 9">
            <a:extLst>
              <a:ext uri="{FF2B5EF4-FFF2-40B4-BE49-F238E27FC236}">
                <a16:creationId xmlns:a16="http://schemas.microsoft.com/office/drawing/2014/main" id="{7387453B-FE16-407E-291A-E96FA07FF827}"/>
              </a:ext>
            </a:extLst>
          </p:cNvPr>
          <p:cNvSpPr>
            <a:spLocks noGrp="1"/>
          </p:cNvSpPr>
          <p:nvPr>
            <p:ph type="dt" sz="half" idx="20"/>
          </p:nvPr>
        </p:nvSpPr>
        <p:spPr/>
        <p:txBody>
          <a:bodyPr/>
          <a:lstStyle/>
          <a:p>
            <a:fld id="{CCE1AD0A-7130-4099-8F3C-5958D0B5F73A}" type="datetime1">
              <a:rPr lang="de-DE" smtClean="0"/>
              <a:t>18.08.2026</a:t>
            </a:fld>
            <a:endParaRPr lang="de-DE"/>
          </a:p>
        </p:txBody>
      </p:sp>
    </p:spTree>
    <p:extLst>
      <p:ext uri="{BB962C8B-B14F-4D97-AF65-F5344CB8AC3E}">
        <p14:creationId xmlns:p14="http://schemas.microsoft.com/office/powerpoint/2010/main" val="17861283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 H1/H2/H3 + ohne Logo + Fußzeile oben">
    <p:spTree>
      <p:nvGrpSpPr>
        <p:cNvPr id="1" name=""/>
        <p:cNvGrpSpPr/>
        <p:nvPr/>
      </p:nvGrpSpPr>
      <p:grpSpPr>
        <a:xfrm>
          <a:off x="0" y="0"/>
          <a:ext cx="0" cy="0"/>
          <a:chOff x="0" y="0"/>
          <a:chExt cx="0" cy="0"/>
        </a:xfrm>
      </p:grpSpPr>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8" y="297875"/>
            <a:ext cx="11434662" cy="830989"/>
          </a:xfrm>
        </p:spPr>
        <p:txBody>
          <a:bodyPr/>
          <a:lstStyle>
            <a:lvl1pPr>
              <a:defRPr/>
            </a:lvl1pPr>
          </a:lstStyle>
          <a:p>
            <a:r>
              <a:rPr lang="de-DE"/>
              <a:t>Headline1 </a:t>
            </a:r>
            <a:br>
              <a:rPr lang="de-DE"/>
            </a:br>
            <a:r>
              <a:rPr lang="de-DE"/>
              <a:t>Headline2</a:t>
            </a:r>
          </a:p>
        </p:txBody>
      </p:sp>
      <p:sp>
        <p:nvSpPr>
          <p:cNvPr id="5" name="Inhaltsplatzhalter 4">
            <a:extLst>
              <a:ext uri="{FF2B5EF4-FFF2-40B4-BE49-F238E27FC236}">
                <a16:creationId xmlns:a16="http://schemas.microsoft.com/office/drawing/2014/main" id="{0BED28B2-F131-22FE-18BB-B67310567DEB}"/>
              </a:ext>
            </a:extLst>
          </p:cNvPr>
          <p:cNvSpPr>
            <a:spLocks noGrp="1"/>
          </p:cNvSpPr>
          <p:nvPr>
            <p:ph sz="quarter" idx="17"/>
          </p:nvPr>
        </p:nvSpPr>
        <p:spPr>
          <a:xfrm>
            <a:off x="382587" y="2109986"/>
            <a:ext cx="11435188" cy="4380569"/>
          </a:xfrm>
        </p:spPr>
        <p:txBody>
          <a:bodyPr/>
          <a:lstStyle>
            <a:lvl1pPr>
              <a:spcAft>
                <a:spcPts val="1000"/>
              </a:spcAft>
              <a:defRPr/>
            </a:lvl1pPr>
            <a:lvl2pPr>
              <a:spcAft>
                <a:spcPts val="1000"/>
              </a:spcAft>
              <a:defRPr/>
            </a:lvl2pPr>
            <a:lvl3pPr>
              <a:spcAft>
                <a:spcPts val="1000"/>
              </a:spcAft>
              <a:defRPr/>
            </a:lvl3pPr>
            <a:lvl4pPr>
              <a:spcAft>
                <a:spcPts val="1000"/>
              </a:spcAft>
              <a:defRPr/>
            </a:lvl4pPr>
            <a:lvl5pPr>
              <a:spcAft>
                <a:spcPts val="1000"/>
              </a:spcAf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1">
            <a:extLst>
              <a:ext uri="{FF2B5EF4-FFF2-40B4-BE49-F238E27FC236}">
                <a16:creationId xmlns:a16="http://schemas.microsoft.com/office/drawing/2014/main" id="{2ADFC871-3897-583D-A565-7B73DE888D60}"/>
              </a:ext>
            </a:extLst>
          </p:cNvPr>
          <p:cNvSpPr>
            <a:spLocks noGrp="1"/>
          </p:cNvSpPr>
          <p:nvPr>
            <p:ph type="body" sz="quarter" idx="13" hasCustomPrompt="1"/>
          </p:nvPr>
        </p:nvSpPr>
        <p:spPr>
          <a:xfrm>
            <a:off x="383113" y="1400961"/>
            <a:ext cx="11434662"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2" name="Fußzeilenplatzhalter 1">
            <a:extLst>
              <a:ext uri="{FF2B5EF4-FFF2-40B4-BE49-F238E27FC236}">
                <a16:creationId xmlns:a16="http://schemas.microsoft.com/office/drawing/2014/main" id="{F1F0D553-46F5-1F0F-CB89-0CD2F9E4196E}"/>
              </a:ext>
            </a:extLst>
          </p:cNvPr>
          <p:cNvSpPr>
            <a:spLocks noGrp="1"/>
          </p:cNvSpPr>
          <p:nvPr>
            <p:ph type="ftr" sz="quarter" idx="18"/>
          </p:nvPr>
        </p:nvSpPr>
        <p:spPr/>
        <p:txBody>
          <a:bodyPr/>
          <a:lstStyle/>
          <a:p>
            <a:r>
              <a:rPr lang="de-DE"/>
              <a:t>AIRCO  |  mosaiic GmbH  |</a:t>
            </a:r>
          </a:p>
        </p:txBody>
      </p:sp>
      <p:sp>
        <p:nvSpPr>
          <p:cNvPr id="3" name="Foliennummernplatzhalter 2">
            <a:extLst>
              <a:ext uri="{FF2B5EF4-FFF2-40B4-BE49-F238E27FC236}">
                <a16:creationId xmlns:a16="http://schemas.microsoft.com/office/drawing/2014/main" id="{3E058AEB-EA07-CE32-5D4B-23458EC44F06}"/>
              </a:ext>
            </a:extLst>
          </p:cNvPr>
          <p:cNvSpPr>
            <a:spLocks noGrp="1"/>
          </p:cNvSpPr>
          <p:nvPr>
            <p:ph type="sldNum" sz="quarter" idx="19"/>
          </p:nvPr>
        </p:nvSpPr>
        <p:spPr/>
        <p:txBody>
          <a:bodyPr/>
          <a:lstStyle/>
          <a:p>
            <a:fld id="{F4B5F3EB-31C7-4555-828E-971415072856}" type="slidenum">
              <a:rPr lang="de-DE" smtClean="0"/>
              <a:pPr/>
              <a:t>‹Nr.›</a:t>
            </a:fld>
            <a:endParaRPr lang="de-DE"/>
          </a:p>
        </p:txBody>
      </p:sp>
      <p:sp>
        <p:nvSpPr>
          <p:cNvPr id="4" name="Datumsplatzhalter 3">
            <a:extLst>
              <a:ext uri="{FF2B5EF4-FFF2-40B4-BE49-F238E27FC236}">
                <a16:creationId xmlns:a16="http://schemas.microsoft.com/office/drawing/2014/main" id="{8FF6DD90-7DB4-E1DE-B514-C2C51D96494A}"/>
              </a:ext>
            </a:extLst>
          </p:cNvPr>
          <p:cNvSpPr>
            <a:spLocks noGrp="1"/>
          </p:cNvSpPr>
          <p:nvPr>
            <p:ph type="dt" sz="half" idx="20"/>
          </p:nvPr>
        </p:nvSpPr>
        <p:spPr/>
        <p:txBody>
          <a:bodyPr/>
          <a:lstStyle/>
          <a:p>
            <a:fld id="{EC79E446-70E8-4180-88C6-523AC6744A92}" type="datetime1">
              <a:rPr lang="de-DE" smtClean="0"/>
              <a:t>18.08.2026</a:t>
            </a:fld>
            <a:endParaRPr lang="de-DE"/>
          </a:p>
        </p:txBody>
      </p:sp>
    </p:spTree>
    <p:extLst>
      <p:ext uri="{BB962C8B-B14F-4D97-AF65-F5344CB8AC3E}">
        <p14:creationId xmlns:p14="http://schemas.microsoft.com/office/powerpoint/2010/main" val="482959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elfolie_mittig_zentriert_ohne Logo">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285B7E-2BAB-36C5-D828-8F68990C577A}"/>
              </a:ext>
            </a:extLst>
          </p:cNvPr>
          <p:cNvSpPr>
            <a:spLocks noGrp="1"/>
          </p:cNvSpPr>
          <p:nvPr>
            <p:ph type="ctrTitle" hasCustomPrompt="1"/>
          </p:nvPr>
        </p:nvSpPr>
        <p:spPr>
          <a:xfrm>
            <a:off x="1839844" y="1423054"/>
            <a:ext cx="8512313" cy="2222660"/>
          </a:xfrm>
        </p:spPr>
        <p:txBody>
          <a:bodyPr anchor="b"/>
          <a:lstStyle>
            <a:lvl1pPr algn="ctr">
              <a:defRPr sz="5600">
                <a:solidFill>
                  <a:schemeClr val="tx2"/>
                </a:solidFill>
              </a:defRPr>
            </a:lvl1pPr>
          </a:lstStyle>
          <a:p>
            <a:r>
              <a:rPr lang="de-DE"/>
              <a:t>Key Statement bearbeiten</a:t>
            </a:r>
          </a:p>
        </p:txBody>
      </p:sp>
      <p:sp>
        <p:nvSpPr>
          <p:cNvPr id="3" name="Untertitel 2">
            <a:extLst>
              <a:ext uri="{FF2B5EF4-FFF2-40B4-BE49-F238E27FC236}">
                <a16:creationId xmlns:a16="http://schemas.microsoft.com/office/drawing/2014/main" id="{35CB8BD7-0DE8-7A2F-385D-F0CF05F718F2}"/>
              </a:ext>
            </a:extLst>
          </p:cNvPr>
          <p:cNvSpPr>
            <a:spLocks noGrp="1"/>
          </p:cNvSpPr>
          <p:nvPr>
            <p:ph type="subTitle" idx="1" hasCustomPrompt="1"/>
          </p:nvPr>
        </p:nvSpPr>
        <p:spPr>
          <a:xfrm>
            <a:off x="1839844" y="4010773"/>
            <a:ext cx="8512313" cy="1355595"/>
          </a:xfrm>
          <a:prstGeom prst="rect">
            <a:avLst/>
          </a:prstGeom>
        </p:spPr>
        <p:txBody>
          <a:bodyPr>
            <a:normAutofit/>
          </a:bodyPr>
          <a:lstStyle>
            <a:lvl1pPr marL="0" indent="0" algn="ctr">
              <a:buNone/>
              <a:defRPr sz="2267">
                <a:solidFill>
                  <a:schemeClr val="tx2"/>
                </a:solidFill>
              </a:defRPr>
            </a:lvl1pPr>
            <a:lvl2pPr marL="609570" indent="0" algn="ctr">
              <a:buNone/>
              <a:defRPr sz="2667"/>
            </a:lvl2pPr>
            <a:lvl3pPr marL="1219139" indent="0" algn="ctr">
              <a:buNone/>
              <a:defRPr sz="2400"/>
            </a:lvl3pPr>
            <a:lvl4pPr marL="1828709" indent="0" algn="ctr">
              <a:buNone/>
              <a:defRPr sz="2133"/>
            </a:lvl4pPr>
            <a:lvl5pPr marL="2438278" indent="0" algn="ctr">
              <a:buNone/>
              <a:defRPr sz="2133"/>
            </a:lvl5pPr>
            <a:lvl6pPr marL="3047848" indent="0" algn="ctr">
              <a:buNone/>
              <a:defRPr sz="2133"/>
            </a:lvl6pPr>
            <a:lvl7pPr marL="3657417" indent="0" algn="ctr">
              <a:buNone/>
              <a:defRPr sz="2133"/>
            </a:lvl7pPr>
            <a:lvl8pPr marL="4266987" indent="0" algn="ctr">
              <a:buNone/>
              <a:defRPr sz="2133"/>
            </a:lvl8pPr>
            <a:lvl9pPr marL="4876557" indent="0" algn="ctr">
              <a:buNone/>
              <a:defRPr sz="2133"/>
            </a:lvl9pPr>
          </a:lstStyle>
          <a:p>
            <a:r>
              <a:rPr lang="de-DE"/>
              <a:t>Key Statement bearbeiten</a:t>
            </a:r>
          </a:p>
        </p:txBody>
      </p:sp>
      <p:cxnSp>
        <p:nvCxnSpPr>
          <p:cNvPr id="4" name="Gerader Verbinder 3">
            <a:extLst>
              <a:ext uri="{FF2B5EF4-FFF2-40B4-BE49-F238E27FC236}">
                <a16:creationId xmlns:a16="http://schemas.microsoft.com/office/drawing/2014/main" id="{BF0B65F6-D4B2-9320-B252-9E9EE9FA9D3E}"/>
              </a:ext>
            </a:extLst>
          </p:cNvPr>
          <p:cNvCxnSpPr>
            <a:cxnSpLocks/>
          </p:cNvCxnSpPr>
          <p:nvPr userDrawn="1"/>
        </p:nvCxnSpPr>
        <p:spPr>
          <a:xfrm>
            <a:off x="1508810" y="3844357"/>
            <a:ext cx="9174381" cy="1"/>
          </a:xfrm>
          <a:prstGeom prst="line">
            <a:avLst/>
          </a:prstGeom>
          <a:ln w="15875">
            <a:solidFill>
              <a:schemeClr val="accent2"/>
            </a:solidFill>
          </a:ln>
        </p:spPr>
        <p:style>
          <a:lnRef idx="2">
            <a:schemeClr val="accent1"/>
          </a:lnRef>
          <a:fillRef idx="0">
            <a:schemeClr val="accent1"/>
          </a:fillRef>
          <a:effectRef idx="1">
            <a:schemeClr val="accent1"/>
          </a:effectRef>
          <a:fontRef idx="minor">
            <a:schemeClr val="tx1"/>
          </a:fontRef>
        </p:style>
      </p:cxnSp>
      <p:sp>
        <p:nvSpPr>
          <p:cNvPr id="5" name="Fußzeilenplatzhalter 4">
            <a:extLst>
              <a:ext uri="{FF2B5EF4-FFF2-40B4-BE49-F238E27FC236}">
                <a16:creationId xmlns:a16="http://schemas.microsoft.com/office/drawing/2014/main" id="{3676A223-58F9-2972-5477-A4F706897A06}"/>
              </a:ext>
            </a:extLst>
          </p:cNvPr>
          <p:cNvSpPr>
            <a:spLocks noGrp="1"/>
          </p:cNvSpPr>
          <p:nvPr>
            <p:ph type="ftr" sz="quarter" idx="10"/>
          </p:nvPr>
        </p:nvSpPr>
        <p:spPr/>
        <p:txBody>
          <a:bodyPr/>
          <a:lstStyle/>
          <a:p>
            <a:r>
              <a:rPr lang="de-DE"/>
              <a:t>AIRCO  |  mosaiic GmbH  |</a:t>
            </a:r>
          </a:p>
        </p:txBody>
      </p:sp>
      <p:sp>
        <p:nvSpPr>
          <p:cNvPr id="6" name="Foliennummernplatzhalter 5">
            <a:extLst>
              <a:ext uri="{FF2B5EF4-FFF2-40B4-BE49-F238E27FC236}">
                <a16:creationId xmlns:a16="http://schemas.microsoft.com/office/drawing/2014/main" id="{D16D2F71-5F28-2D1D-9AE4-3664913FDD2E}"/>
              </a:ext>
            </a:extLst>
          </p:cNvPr>
          <p:cNvSpPr>
            <a:spLocks noGrp="1"/>
          </p:cNvSpPr>
          <p:nvPr>
            <p:ph type="sldNum" sz="quarter" idx="11"/>
          </p:nvPr>
        </p:nvSpPr>
        <p:spPr/>
        <p:txBody>
          <a:bodyPr/>
          <a:lstStyle/>
          <a:p>
            <a:fld id="{F4B5F3EB-31C7-4555-828E-971415072856}" type="slidenum">
              <a:rPr lang="de-DE" smtClean="0"/>
              <a:pPr/>
              <a:t>‹Nr.›</a:t>
            </a:fld>
            <a:endParaRPr lang="de-DE"/>
          </a:p>
        </p:txBody>
      </p:sp>
      <p:sp>
        <p:nvSpPr>
          <p:cNvPr id="7" name="Datumsplatzhalter 6">
            <a:extLst>
              <a:ext uri="{FF2B5EF4-FFF2-40B4-BE49-F238E27FC236}">
                <a16:creationId xmlns:a16="http://schemas.microsoft.com/office/drawing/2014/main" id="{B8A24E48-B31B-8158-7305-5CD5735D618D}"/>
              </a:ext>
            </a:extLst>
          </p:cNvPr>
          <p:cNvSpPr>
            <a:spLocks noGrp="1"/>
          </p:cNvSpPr>
          <p:nvPr>
            <p:ph type="dt" sz="half" idx="12"/>
          </p:nvPr>
        </p:nvSpPr>
        <p:spPr/>
        <p:txBody>
          <a:bodyPr/>
          <a:lstStyle/>
          <a:p>
            <a:fld id="{DEC7405B-F5DC-4F11-8027-DE6C8569CE3C}" type="datetime1">
              <a:rPr lang="de-DE" smtClean="0"/>
              <a:t>18.08.2026</a:t>
            </a:fld>
            <a:endParaRPr lang="de-DE"/>
          </a:p>
        </p:txBody>
      </p:sp>
    </p:spTree>
    <p:extLst>
      <p:ext uri="{BB962C8B-B14F-4D97-AF65-F5344CB8AC3E}">
        <p14:creationId xmlns:p14="http://schemas.microsoft.com/office/powerpoint/2010/main" val="3381517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mosaiic Folienmaster">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1EFF26C-9407-061C-63A1-3FF24A9F48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80979" y="1830350"/>
            <a:ext cx="5904641" cy="3071899"/>
          </a:xfrm>
          <a:prstGeom prst="rect">
            <a:avLst/>
          </a:prstGeom>
        </p:spPr>
      </p:pic>
      <p:sp>
        <p:nvSpPr>
          <p:cNvPr id="3" name="Datumsplatzhalter 2">
            <a:extLst>
              <a:ext uri="{FF2B5EF4-FFF2-40B4-BE49-F238E27FC236}">
                <a16:creationId xmlns:a16="http://schemas.microsoft.com/office/drawing/2014/main" id="{12702CA0-4D99-6F39-8C62-105C247FC6F3}"/>
              </a:ext>
            </a:extLst>
          </p:cNvPr>
          <p:cNvSpPr>
            <a:spLocks noGrp="1"/>
          </p:cNvSpPr>
          <p:nvPr>
            <p:ph type="dt" sz="half" idx="2"/>
          </p:nvPr>
        </p:nvSpPr>
        <p:spPr>
          <a:xfrm>
            <a:off x="383117" y="6634231"/>
            <a:ext cx="3132596" cy="235058"/>
          </a:xfrm>
          <a:prstGeom prst="rect">
            <a:avLst/>
          </a:prstGeom>
        </p:spPr>
        <p:txBody>
          <a:bodyPr lIns="0" tIns="0" rIns="0" bIns="0" anchor="ctr"/>
          <a:lstStyle>
            <a:lvl1pPr>
              <a:defRPr sz="933">
                <a:solidFill>
                  <a:schemeClr val="bg1"/>
                </a:solidFill>
              </a:defRPr>
            </a:lvl1pPr>
          </a:lstStyle>
          <a:p>
            <a:fld id="{F78B3EAF-FAB4-44C9-8626-E8966D800724}" type="datetime1">
              <a:rPr lang="de-DE" smtClean="0"/>
              <a:t>18.08.2026</a:t>
            </a:fld>
            <a:endParaRPr lang="de-DE"/>
          </a:p>
        </p:txBody>
      </p:sp>
      <p:sp>
        <p:nvSpPr>
          <p:cNvPr id="4" name="Fußzeilenplatzhalter 3">
            <a:extLst>
              <a:ext uri="{FF2B5EF4-FFF2-40B4-BE49-F238E27FC236}">
                <a16:creationId xmlns:a16="http://schemas.microsoft.com/office/drawing/2014/main" id="{4BF494B5-FAF8-4F0C-F13B-BC8A0F3E350F}"/>
              </a:ext>
            </a:extLst>
          </p:cNvPr>
          <p:cNvSpPr>
            <a:spLocks noGrp="1"/>
          </p:cNvSpPr>
          <p:nvPr>
            <p:ph type="ftr" sz="quarter" idx="3"/>
          </p:nvPr>
        </p:nvSpPr>
        <p:spPr>
          <a:xfrm>
            <a:off x="3515713" y="6634231"/>
            <a:ext cx="8302062" cy="235057"/>
          </a:xfrm>
          <a:prstGeom prst="rect">
            <a:avLst/>
          </a:prstGeom>
        </p:spPr>
        <p:txBody>
          <a:bodyPr lIns="0" tIns="0" rIns="0" bIns="0" anchor="ctr"/>
          <a:lstStyle>
            <a:lvl1pPr algn="r">
              <a:defRPr sz="933">
                <a:solidFill>
                  <a:schemeClr val="bg1"/>
                </a:solidFill>
              </a:defRPr>
            </a:lvl1pPr>
          </a:lstStyle>
          <a:p>
            <a:r>
              <a:rPr lang="de-DE"/>
              <a:t>AIRCO  |  mosaiic GmbH  |</a:t>
            </a:r>
          </a:p>
        </p:txBody>
      </p:sp>
      <p:sp>
        <p:nvSpPr>
          <p:cNvPr id="5" name="Foliennummernplatzhalter 4">
            <a:extLst>
              <a:ext uri="{FF2B5EF4-FFF2-40B4-BE49-F238E27FC236}">
                <a16:creationId xmlns:a16="http://schemas.microsoft.com/office/drawing/2014/main" id="{55AE430B-AA71-BF34-AE84-0AB70B445F92}"/>
              </a:ext>
            </a:extLst>
          </p:cNvPr>
          <p:cNvSpPr>
            <a:spLocks noGrp="1"/>
          </p:cNvSpPr>
          <p:nvPr>
            <p:ph type="sldNum" sz="quarter" idx="4"/>
          </p:nvPr>
        </p:nvSpPr>
        <p:spPr>
          <a:xfrm>
            <a:off x="11817775" y="6634229"/>
            <a:ext cx="374222" cy="235057"/>
          </a:xfrm>
          <a:prstGeom prst="rect">
            <a:avLst/>
          </a:prstGeom>
        </p:spPr>
        <p:txBody>
          <a:bodyPr lIns="54000" tIns="0" rIns="0" bIns="0" anchor="ctr"/>
          <a:lstStyle>
            <a:lvl1pPr algn="l">
              <a:defRPr sz="933">
                <a:solidFill>
                  <a:schemeClr val="bg1"/>
                </a:solidFill>
              </a:defRPr>
            </a:lvl1pPr>
          </a:lstStyle>
          <a:p>
            <a:fld id="{F4B5F3EB-31C7-4555-828E-971415072856}" type="slidenum">
              <a:rPr lang="de-DE" smtClean="0"/>
              <a:pPr/>
              <a:t>‹Nr.›</a:t>
            </a:fld>
            <a:endParaRPr lang="de-DE"/>
          </a:p>
        </p:txBody>
      </p:sp>
    </p:spTree>
    <p:extLst>
      <p:ext uri="{BB962C8B-B14F-4D97-AF65-F5344CB8AC3E}">
        <p14:creationId xmlns:p14="http://schemas.microsoft.com/office/powerpoint/2010/main" val="19425473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folie_mittig_linksbündig_mit Logo">
    <p:spTree>
      <p:nvGrpSpPr>
        <p:cNvPr id="1" name=""/>
        <p:cNvGrpSpPr/>
        <p:nvPr/>
      </p:nvGrpSpPr>
      <p:grpSpPr>
        <a:xfrm>
          <a:off x="0" y="0"/>
          <a:ext cx="0" cy="0"/>
          <a:chOff x="0" y="0"/>
          <a:chExt cx="0" cy="0"/>
        </a:xfrm>
      </p:grpSpPr>
      <p:sp>
        <p:nvSpPr>
          <p:cNvPr id="76" name="Textplatzhalter 80">
            <a:extLst>
              <a:ext uri="{FF2B5EF4-FFF2-40B4-BE49-F238E27FC236}">
                <a16:creationId xmlns:a16="http://schemas.microsoft.com/office/drawing/2014/main" id="{EFED5BB8-9EA0-FC84-E74F-E0E376947300}"/>
              </a:ext>
            </a:extLst>
          </p:cNvPr>
          <p:cNvSpPr>
            <a:spLocks noGrp="1"/>
          </p:cNvSpPr>
          <p:nvPr>
            <p:ph type="body" sz="quarter" idx="11"/>
          </p:nvPr>
        </p:nvSpPr>
        <p:spPr>
          <a:xfrm>
            <a:off x="743892" y="1995296"/>
            <a:ext cx="8950109" cy="1329595"/>
          </a:xfrm>
          <a:prstGeom prst="rect">
            <a:avLst/>
          </a:prstGeom>
        </p:spPr>
        <p:txBody>
          <a:bodyPr vert="horz" wrap="square" lIns="0" tIns="0" rIns="0" bIns="0" rtlCol="0" anchor="b">
            <a:spAutoFit/>
          </a:bodyPr>
          <a:lstStyle>
            <a:lvl1pPr marL="0" indent="0">
              <a:buNone/>
              <a:defRPr kumimoji="0" lang="de-DE" sz="4800" b="0" i="0" u="none" strike="noStrike" cap="none" spc="0" normalizeH="0" baseline="0" dirty="0" smtClean="0">
                <a:ln>
                  <a:noFill/>
                </a:ln>
                <a:solidFill>
                  <a:schemeClr val="bg1"/>
                </a:solidFill>
                <a:effectLst/>
                <a:uLnTx/>
                <a:uFillTx/>
                <a:latin typeface="+mj-lt"/>
                <a:ea typeface="+mj-ea"/>
                <a:cs typeface="+mj-cs"/>
              </a:defRPr>
            </a:lvl1pPr>
            <a:lvl2pPr>
              <a:defRPr lang="de-DE" sz="2400" dirty="0" smtClean="0"/>
            </a:lvl2pPr>
            <a:lvl3pPr>
              <a:defRPr lang="de-DE" sz="2400" dirty="0" smtClean="0"/>
            </a:lvl3pPr>
            <a:lvl4pPr>
              <a:defRPr lang="de-DE" dirty="0" smtClean="0"/>
            </a:lvl4pPr>
            <a:lvl5pPr>
              <a:defRPr lang="de-DE" dirty="0"/>
            </a:lvl5pPr>
          </a:lstStyle>
          <a:p>
            <a:pPr marL="228594" marR="0" lvl="0" indent="-228594" defTabSz="575971" fontAlgn="auto">
              <a:spcBef>
                <a:spcPct val="0"/>
              </a:spcBef>
              <a:spcAft>
                <a:spcPts val="0"/>
              </a:spcAft>
              <a:buClrTx/>
              <a:buSzTx/>
              <a:tabLst/>
            </a:pPr>
            <a:r>
              <a:rPr lang="de-DE"/>
              <a:t>Mastertextformat bearbeiten</a:t>
            </a:r>
          </a:p>
          <a:p>
            <a:pPr marL="228594" marR="0" lvl="0" indent="-228594" defTabSz="575971" fontAlgn="auto">
              <a:spcBef>
                <a:spcPct val="0"/>
              </a:spcBef>
              <a:spcAft>
                <a:spcPts val="0"/>
              </a:spcAft>
              <a:buClrTx/>
              <a:buSzTx/>
              <a:tabLst/>
            </a:pPr>
            <a:r>
              <a:rPr lang="de-DE"/>
              <a:t>ggf. zweizeilig</a:t>
            </a:r>
          </a:p>
        </p:txBody>
      </p:sp>
      <p:sp>
        <p:nvSpPr>
          <p:cNvPr id="77" name="Textplatzhalter 82">
            <a:extLst>
              <a:ext uri="{FF2B5EF4-FFF2-40B4-BE49-F238E27FC236}">
                <a16:creationId xmlns:a16="http://schemas.microsoft.com/office/drawing/2014/main" id="{0766679E-D051-DD50-77BF-D027FA627D66}"/>
              </a:ext>
            </a:extLst>
          </p:cNvPr>
          <p:cNvSpPr>
            <a:spLocks noGrp="1"/>
          </p:cNvSpPr>
          <p:nvPr>
            <p:ph type="body" sz="quarter" idx="12"/>
          </p:nvPr>
        </p:nvSpPr>
        <p:spPr>
          <a:xfrm>
            <a:off x="743892" y="3487534"/>
            <a:ext cx="8950109" cy="246221"/>
          </a:xfrm>
          <a:prstGeom prst="rect">
            <a:avLst/>
          </a:prstGeom>
        </p:spPr>
        <p:txBody>
          <a:bodyPr vert="horz" wrap="square" lIns="0" tIns="0" rIns="0" bIns="0" rtlCol="0">
            <a:spAutoFit/>
          </a:bodyPr>
          <a:lstStyle>
            <a:lvl1pPr marL="0" indent="0">
              <a:buNone/>
              <a:defRPr kumimoji="0" lang="de-DE" sz="1600" b="0" i="0" u="none" strike="noStrike" cap="none" spc="0" normalizeH="0" baseline="0" dirty="0" smtClean="0">
                <a:ln>
                  <a:noFill/>
                </a:ln>
                <a:solidFill>
                  <a:schemeClr val="bg1"/>
                </a:solidFill>
                <a:effectLst/>
                <a:uLnTx/>
                <a:uFillTx/>
                <a:latin typeface="+mn-lt"/>
              </a:defRPr>
            </a:lvl1pPr>
            <a:lvl2pPr>
              <a:defRPr lang="de-DE" sz="2667" dirty="0" smtClean="0">
                <a:solidFill>
                  <a:schemeClr val="tx2"/>
                </a:solidFill>
              </a:defRPr>
            </a:lvl2pPr>
            <a:lvl3pPr>
              <a:defRPr lang="de-DE" sz="2400" dirty="0" smtClean="0">
                <a:solidFill>
                  <a:schemeClr val="tx2"/>
                </a:solidFill>
              </a:defRPr>
            </a:lvl3pPr>
            <a:lvl4pPr>
              <a:defRPr lang="de-DE" sz="2133" dirty="0" smtClean="0">
                <a:solidFill>
                  <a:schemeClr val="tx2"/>
                </a:solidFill>
              </a:defRPr>
            </a:lvl4pPr>
            <a:lvl5pPr>
              <a:defRPr lang="de-DE" sz="2133" dirty="0">
                <a:solidFill>
                  <a:schemeClr val="tx2"/>
                </a:solidFill>
              </a:defRPr>
            </a:lvl5pPr>
          </a:lstStyle>
          <a:p>
            <a:pPr marL="304784" marR="0" lvl="0" indent="-304784" defTabSz="575971" fontAlgn="auto">
              <a:lnSpc>
                <a:spcPct val="100000"/>
              </a:lnSpc>
              <a:spcAft>
                <a:spcPts val="0"/>
              </a:spcAft>
              <a:buClrTx/>
              <a:buSzTx/>
              <a:tabLst/>
            </a:pPr>
            <a:r>
              <a:rPr lang="de-DE"/>
              <a:t>Mastertextformat bearbeiten</a:t>
            </a:r>
          </a:p>
        </p:txBody>
      </p:sp>
      <p:sp>
        <p:nvSpPr>
          <p:cNvPr id="78" name="Textplatzhalter 82">
            <a:extLst>
              <a:ext uri="{FF2B5EF4-FFF2-40B4-BE49-F238E27FC236}">
                <a16:creationId xmlns:a16="http://schemas.microsoft.com/office/drawing/2014/main" id="{D846DAA9-1A2C-CCC9-6751-3DD0D28139EC}"/>
              </a:ext>
            </a:extLst>
          </p:cNvPr>
          <p:cNvSpPr>
            <a:spLocks noGrp="1"/>
          </p:cNvSpPr>
          <p:nvPr>
            <p:ph type="body" sz="quarter" idx="13"/>
          </p:nvPr>
        </p:nvSpPr>
        <p:spPr>
          <a:xfrm>
            <a:off x="743892" y="3803884"/>
            <a:ext cx="8950109" cy="240555"/>
          </a:xfrm>
          <a:prstGeom prst="rect">
            <a:avLst/>
          </a:prstGeom>
        </p:spPr>
        <p:txBody>
          <a:bodyPr vert="horz" wrap="square" lIns="0" tIns="0" rIns="0" bIns="0" rtlCol="0">
            <a:noAutofit/>
          </a:bodyPr>
          <a:lstStyle>
            <a:lvl1pPr marL="0" indent="0">
              <a:buNone/>
              <a:defRPr kumimoji="0" lang="de-DE" sz="1600" b="0" i="0" u="none" strike="noStrike" cap="none" spc="0" normalizeH="0" baseline="0" dirty="0">
                <a:ln>
                  <a:noFill/>
                </a:ln>
                <a:solidFill>
                  <a:schemeClr val="bg1"/>
                </a:solidFill>
                <a:effectLst/>
                <a:uLnTx/>
                <a:uFillTx/>
                <a:latin typeface="Avenir Next LT Pro Light" panose="020B0304020202020204" pitchFamily="34" charset="0"/>
              </a:defRPr>
            </a:lvl1pPr>
          </a:lstStyle>
          <a:p>
            <a:pPr marL="304784" marR="0" lvl="0" indent="-304784" defTabSz="575971" fontAlgn="auto">
              <a:lnSpc>
                <a:spcPct val="100000"/>
              </a:lnSpc>
              <a:spcAft>
                <a:spcPts val="0"/>
              </a:spcAft>
              <a:buClrTx/>
              <a:buSzTx/>
              <a:tabLst/>
            </a:pPr>
            <a:r>
              <a:rPr lang="de-DE"/>
              <a:t>Mastertextformat bearbeiten</a:t>
            </a:r>
          </a:p>
        </p:txBody>
      </p:sp>
      <p:pic>
        <p:nvPicPr>
          <p:cNvPr id="6" name="Grafik 5" descr="Ein Bild, das Text, Schrift, Grafiken, Grafikdesign enthält.&#10;&#10;KI-generierte Inhalte können fehlerhaft sein.">
            <a:extLst>
              <a:ext uri="{FF2B5EF4-FFF2-40B4-BE49-F238E27FC236}">
                <a16:creationId xmlns:a16="http://schemas.microsoft.com/office/drawing/2014/main" id="{312A526B-A0B5-718E-DA8A-F3F7FEBF1B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91647" y="51788"/>
            <a:ext cx="1938795" cy="1008661"/>
          </a:xfrm>
          <a:prstGeom prst="rect">
            <a:avLst/>
          </a:prstGeom>
        </p:spPr>
      </p:pic>
      <p:sp>
        <p:nvSpPr>
          <p:cNvPr id="5" name="Datumsplatzhalter 4">
            <a:extLst>
              <a:ext uri="{FF2B5EF4-FFF2-40B4-BE49-F238E27FC236}">
                <a16:creationId xmlns:a16="http://schemas.microsoft.com/office/drawing/2014/main" id="{05334006-7A73-9DB7-A15F-7A103C9DE189}"/>
              </a:ext>
            </a:extLst>
          </p:cNvPr>
          <p:cNvSpPr>
            <a:spLocks noGrp="1"/>
          </p:cNvSpPr>
          <p:nvPr>
            <p:ph type="dt" sz="half" idx="14"/>
          </p:nvPr>
        </p:nvSpPr>
        <p:spPr/>
        <p:txBody>
          <a:bodyPr/>
          <a:lstStyle/>
          <a:p>
            <a:fld id="{8E98045D-C33B-455B-A466-34AD6266DD01}" type="datetime1">
              <a:rPr lang="de-DE" smtClean="0"/>
              <a:t>18.08.2026</a:t>
            </a:fld>
            <a:endParaRPr lang="de-DE"/>
          </a:p>
        </p:txBody>
      </p:sp>
      <p:sp>
        <p:nvSpPr>
          <p:cNvPr id="10" name="Fußzeilenplatzhalter 9">
            <a:extLst>
              <a:ext uri="{FF2B5EF4-FFF2-40B4-BE49-F238E27FC236}">
                <a16:creationId xmlns:a16="http://schemas.microsoft.com/office/drawing/2014/main" id="{A0994DC3-1ECA-7B1E-9B18-AEFEE2E559C1}"/>
              </a:ext>
            </a:extLst>
          </p:cNvPr>
          <p:cNvSpPr>
            <a:spLocks noGrp="1"/>
          </p:cNvSpPr>
          <p:nvPr>
            <p:ph type="ftr" sz="quarter" idx="15"/>
          </p:nvPr>
        </p:nvSpPr>
        <p:spPr/>
        <p:txBody>
          <a:bodyPr/>
          <a:lstStyle/>
          <a:p>
            <a:r>
              <a:rPr lang="de-DE"/>
              <a:t>AIRCO  |  mosaiic GmbH  |</a:t>
            </a:r>
          </a:p>
        </p:txBody>
      </p:sp>
      <p:sp>
        <p:nvSpPr>
          <p:cNvPr id="11" name="Foliennummernplatzhalter 10">
            <a:extLst>
              <a:ext uri="{FF2B5EF4-FFF2-40B4-BE49-F238E27FC236}">
                <a16:creationId xmlns:a16="http://schemas.microsoft.com/office/drawing/2014/main" id="{17F02F4B-6ABD-3C0B-7855-271A02B1F909}"/>
              </a:ext>
            </a:extLst>
          </p:cNvPr>
          <p:cNvSpPr>
            <a:spLocks noGrp="1"/>
          </p:cNvSpPr>
          <p:nvPr>
            <p:ph type="sldNum" sz="quarter" idx="16"/>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17686403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elfolie_unten_linksbündig_mit Logo">
    <p:spTree>
      <p:nvGrpSpPr>
        <p:cNvPr id="1" name=""/>
        <p:cNvGrpSpPr/>
        <p:nvPr/>
      </p:nvGrpSpPr>
      <p:grpSpPr>
        <a:xfrm>
          <a:off x="0" y="0"/>
          <a:ext cx="0" cy="0"/>
          <a:chOff x="0" y="0"/>
          <a:chExt cx="0" cy="0"/>
        </a:xfrm>
      </p:grpSpPr>
      <p:sp>
        <p:nvSpPr>
          <p:cNvPr id="8" name="Textplatzhalter 6">
            <a:extLst>
              <a:ext uri="{FF2B5EF4-FFF2-40B4-BE49-F238E27FC236}">
                <a16:creationId xmlns:a16="http://schemas.microsoft.com/office/drawing/2014/main" id="{17F1106C-DD4F-C7B5-045A-743BB329F0D8}"/>
              </a:ext>
            </a:extLst>
          </p:cNvPr>
          <p:cNvSpPr>
            <a:spLocks noGrp="1"/>
          </p:cNvSpPr>
          <p:nvPr>
            <p:ph type="body" sz="quarter" idx="13" hasCustomPrompt="1"/>
          </p:nvPr>
        </p:nvSpPr>
        <p:spPr>
          <a:xfrm>
            <a:off x="383117" y="5717520"/>
            <a:ext cx="11413147" cy="378481"/>
          </a:xfrm>
          <a:prstGeom prst="rect">
            <a:avLst/>
          </a:prstGeom>
        </p:spPr>
        <p:txBody>
          <a:bodyPr>
            <a:normAutofit/>
          </a:bodyPr>
          <a:lstStyle>
            <a:lvl1pPr marL="0" indent="0">
              <a:buNone/>
              <a:defRPr sz="1867">
                <a:solidFill>
                  <a:schemeClr val="bg1"/>
                </a:solidFill>
              </a:defRPr>
            </a:lvl1pPr>
            <a:lvl2pPr>
              <a:defRPr>
                <a:solidFill>
                  <a:schemeClr val="bg1"/>
                </a:solidFill>
              </a:defRPr>
            </a:lvl2pPr>
            <a:lvl3pPr marL="1219139" indent="0">
              <a:buNone/>
              <a:defRPr>
                <a:solidFill>
                  <a:schemeClr val="bg1"/>
                </a:solidFill>
              </a:defRPr>
            </a:lvl3pPr>
            <a:lvl4pPr>
              <a:defRPr>
                <a:solidFill>
                  <a:schemeClr val="bg1"/>
                </a:solidFill>
              </a:defRPr>
            </a:lvl4pPr>
            <a:lvl5pPr>
              <a:defRPr>
                <a:solidFill>
                  <a:schemeClr val="bg1"/>
                </a:solidFill>
              </a:defRPr>
            </a:lvl5pPr>
          </a:lstStyle>
          <a:p>
            <a:pPr lvl="0"/>
            <a:r>
              <a:rPr lang="de-DE"/>
              <a:t>Thema bearbeiten</a:t>
            </a:r>
          </a:p>
        </p:txBody>
      </p:sp>
      <p:sp>
        <p:nvSpPr>
          <p:cNvPr id="10" name="Titel 1">
            <a:extLst>
              <a:ext uri="{FF2B5EF4-FFF2-40B4-BE49-F238E27FC236}">
                <a16:creationId xmlns:a16="http://schemas.microsoft.com/office/drawing/2014/main" id="{29970973-A04B-D76A-C5DF-02834F1724BF}"/>
              </a:ext>
            </a:extLst>
          </p:cNvPr>
          <p:cNvSpPr>
            <a:spLocks noGrp="1"/>
          </p:cNvSpPr>
          <p:nvPr>
            <p:ph type="title" hasCustomPrompt="1"/>
          </p:nvPr>
        </p:nvSpPr>
        <p:spPr>
          <a:xfrm>
            <a:off x="377231" y="3845852"/>
            <a:ext cx="11413147" cy="1768369"/>
          </a:xfrm>
        </p:spPr>
        <p:txBody>
          <a:bodyPr vert="horz" lIns="36000" tIns="45720" rIns="36000" bIns="45720" rtlCol="0" anchor="b">
            <a:noAutofit/>
          </a:bodyPr>
          <a:lstStyle>
            <a:lvl1pPr>
              <a:defRPr lang="de-DE" sz="4000"/>
            </a:lvl1pPr>
          </a:lstStyle>
          <a:p>
            <a:r>
              <a:rPr lang="de-DE" sz="4000"/>
              <a:t>Titel bearbeiten</a:t>
            </a:r>
            <a:br>
              <a:rPr lang="de-DE" sz="4000"/>
            </a:br>
            <a:r>
              <a:rPr lang="de-DE" sz="4000"/>
              <a:t>in Avenir Next LT Pro Demi, 30pt, </a:t>
            </a:r>
            <a:br>
              <a:rPr lang="de-DE" sz="4000"/>
            </a:br>
            <a:r>
              <a:rPr lang="de-DE" sz="4000"/>
              <a:t>dunkelblau, ggf. 3 zeilig</a:t>
            </a:r>
          </a:p>
        </p:txBody>
      </p:sp>
      <p:pic>
        <p:nvPicPr>
          <p:cNvPr id="2" name="Grafik 1" descr="Ein Bild, das Text, Schrift, Grafiken, Grafikdesign enthält.&#10;&#10;KI-generierte Inhalte können fehlerhaft sein.">
            <a:extLst>
              <a:ext uri="{FF2B5EF4-FFF2-40B4-BE49-F238E27FC236}">
                <a16:creationId xmlns:a16="http://schemas.microsoft.com/office/drawing/2014/main" id="{90499AF2-8F89-14C1-0388-D792B08F50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91647" y="51788"/>
            <a:ext cx="1938795" cy="1008661"/>
          </a:xfrm>
          <a:prstGeom prst="rect">
            <a:avLst/>
          </a:prstGeom>
        </p:spPr>
      </p:pic>
      <p:sp>
        <p:nvSpPr>
          <p:cNvPr id="6" name="Datumsplatzhalter 5">
            <a:extLst>
              <a:ext uri="{FF2B5EF4-FFF2-40B4-BE49-F238E27FC236}">
                <a16:creationId xmlns:a16="http://schemas.microsoft.com/office/drawing/2014/main" id="{3E295777-0C26-391D-B401-AF05E1B89635}"/>
              </a:ext>
            </a:extLst>
          </p:cNvPr>
          <p:cNvSpPr>
            <a:spLocks noGrp="1"/>
          </p:cNvSpPr>
          <p:nvPr>
            <p:ph type="dt" sz="half" idx="14"/>
          </p:nvPr>
        </p:nvSpPr>
        <p:spPr/>
        <p:txBody>
          <a:bodyPr/>
          <a:lstStyle/>
          <a:p>
            <a:fld id="{C1DA6C0D-D564-486E-9C06-91EB7A6F08CC}" type="datetime1">
              <a:rPr lang="de-DE" smtClean="0"/>
              <a:t>18.08.2026</a:t>
            </a:fld>
            <a:endParaRPr lang="de-DE"/>
          </a:p>
        </p:txBody>
      </p:sp>
      <p:sp>
        <p:nvSpPr>
          <p:cNvPr id="7" name="Fußzeilenplatzhalter 6">
            <a:extLst>
              <a:ext uri="{FF2B5EF4-FFF2-40B4-BE49-F238E27FC236}">
                <a16:creationId xmlns:a16="http://schemas.microsoft.com/office/drawing/2014/main" id="{01514D77-98A1-2255-3189-63CF2C75B684}"/>
              </a:ext>
            </a:extLst>
          </p:cNvPr>
          <p:cNvSpPr>
            <a:spLocks noGrp="1"/>
          </p:cNvSpPr>
          <p:nvPr>
            <p:ph type="ftr" sz="quarter" idx="15"/>
          </p:nvPr>
        </p:nvSpPr>
        <p:spPr/>
        <p:txBody>
          <a:bodyPr/>
          <a:lstStyle/>
          <a:p>
            <a:r>
              <a:rPr lang="de-DE"/>
              <a:t>AIRCO  |  mosaiic GmbH  |</a:t>
            </a:r>
          </a:p>
        </p:txBody>
      </p:sp>
      <p:sp>
        <p:nvSpPr>
          <p:cNvPr id="9" name="Foliennummernplatzhalter 8">
            <a:extLst>
              <a:ext uri="{FF2B5EF4-FFF2-40B4-BE49-F238E27FC236}">
                <a16:creationId xmlns:a16="http://schemas.microsoft.com/office/drawing/2014/main" id="{F152FFB0-36A0-ED6E-F832-AE9DCFA35D88}"/>
              </a:ext>
            </a:extLst>
          </p:cNvPr>
          <p:cNvSpPr>
            <a:spLocks noGrp="1"/>
          </p:cNvSpPr>
          <p:nvPr>
            <p:ph type="sldNum" sz="quarter" idx="16"/>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39893789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Leer + Logo + Fußzeile unten">
    <p:spTree>
      <p:nvGrpSpPr>
        <p:cNvPr id="1" name=""/>
        <p:cNvGrpSpPr/>
        <p:nvPr/>
      </p:nvGrpSpPr>
      <p:grpSpPr>
        <a:xfrm>
          <a:off x="0" y="0"/>
          <a:ext cx="0" cy="0"/>
          <a:chOff x="0" y="0"/>
          <a:chExt cx="0" cy="0"/>
        </a:xfrm>
      </p:grpSpPr>
      <p:pic>
        <p:nvPicPr>
          <p:cNvPr id="2" name="Grafik 1" descr="Ein Bild, das Text, Schrift, Grafiken, Grafikdesign enthält.&#10;&#10;KI-generierte Inhalte können fehlerhaft sein.">
            <a:extLst>
              <a:ext uri="{FF2B5EF4-FFF2-40B4-BE49-F238E27FC236}">
                <a16:creationId xmlns:a16="http://schemas.microsoft.com/office/drawing/2014/main" id="{BB48D557-7FAF-0813-7133-D1267CF667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91647" y="51788"/>
            <a:ext cx="1938795" cy="1008661"/>
          </a:xfrm>
          <a:prstGeom prst="rect">
            <a:avLst/>
          </a:prstGeom>
        </p:spPr>
      </p:pic>
      <p:sp>
        <p:nvSpPr>
          <p:cNvPr id="5" name="Datumsplatzhalter 4">
            <a:extLst>
              <a:ext uri="{FF2B5EF4-FFF2-40B4-BE49-F238E27FC236}">
                <a16:creationId xmlns:a16="http://schemas.microsoft.com/office/drawing/2014/main" id="{A122426F-3526-6379-2406-BF205EBC961D}"/>
              </a:ext>
            </a:extLst>
          </p:cNvPr>
          <p:cNvSpPr>
            <a:spLocks noGrp="1"/>
          </p:cNvSpPr>
          <p:nvPr>
            <p:ph type="dt" sz="half" idx="10"/>
          </p:nvPr>
        </p:nvSpPr>
        <p:spPr/>
        <p:txBody>
          <a:bodyPr/>
          <a:lstStyle/>
          <a:p>
            <a:fld id="{C466BDDC-20EC-438B-B2B9-2CDFA9B5F2D1}" type="datetime1">
              <a:rPr lang="de-DE" smtClean="0"/>
              <a:t>18.08.2026</a:t>
            </a:fld>
            <a:endParaRPr lang="de-DE"/>
          </a:p>
        </p:txBody>
      </p:sp>
      <p:sp>
        <p:nvSpPr>
          <p:cNvPr id="7" name="Fußzeilenplatzhalter 6">
            <a:extLst>
              <a:ext uri="{FF2B5EF4-FFF2-40B4-BE49-F238E27FC236}">
                <a16:creationId xmlns:a16="http://schemas.microsoft.com/office/drawing/2014/main" id="{6F2E3135-BE20-1ACF-D876-69EFAC26974E}"/>
              </a:ext>
            </a:extLst>
          </p:cNvPr>
          <p:cNvSpPr>
            <a:spLocks noGrp="1"/>
          </p:cNvSpPr>
          <p:nvPr>
            <p:ph type="ftr" sz="quarter" idx="11"/>
          </p:nvPr>
        </p:nvSpPr>
        <p:spPr/>
        <p:txBody>
          <a:bodyPr/>
          <a:lstStyle/>
          <a:p>
            <a:r>
              <a:rPr lang="de-DE"/>
              <a:t>AIRCO  |  mosaiic GmbH  |</a:t>
            </a:r>
          </a:p>
        </p:txBody>
      </p:sp>
      <p:sp>
        <p:nvSpPr>
          <p:cNvPr id="8" name="Foliennummernplatzhalter 7">
            <a:extLst>
              <a:ext uri="{FF2B5EF4-FFF2-40B4-BE49-F238E27FC236}">
                <a16:creationId xmlns:a16="http://schemas.microsoft.com/office/drawing/2014/main" id="{5752C50E-6863-03AE-3214-B93CFBEBE612}"/>
              </a:ext>
            </a:extLst>
          </p:cNvPr>
          <p:cNvSpPr>
            <a:spLocks noGrp="1"/>
          </p:cNvSpPr>
          <p:nvPr>
            <p:ph type="sldNum" sz="quarter" idx="12"/>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25587239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 H1/ H3 + Logo + Fußzeile unten">
    <p:spTree>
      <p:nvGrpSpPr>
        <p:cNvPr id="1" name=""/>
        <p:cNvGrpSpPr/>
        <p:nvPr/>
      </p:nvGrpSpPr>
      <p:grpSpPr>
        <a:xfrm>
          <a:off x="0" y="0"/>
          <a:ext cx="0" cy="0"/>
          <a:chOff x="0" y="0"/>
          <a:chExt cx="0" cy="0"/>
        </a:xfrm>
      </p:grpSpPr>
      <p:pic>
        <p:nvPicPr>
          <p:cNvPr id="4" name="Grafik 3" descr="Ein Bild, das Text, Schrift, Grafiken, Grafikdesign enthält.&#10;&#10;KI-generierte Inhalte können fehlerhaft sein.">
            <a:extLst>
              <a:ext uri="{FF2B5EF4-FFF2-40B4-BE49-F238E27FC236}">
                <a16:creationId xmlns:a16="http://schemas.microsoft.com/office/drawing/2014/main" id="{2C089250-43DE-12C4-B9F4-A32E42DFA88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91647" y="51788"/>
            <a:ext cx="1938795" cy="1008661"/>
          </a:xfrm>
          <a:prstGeom prst="rect">
            <a:avLst/>
          </a:prstGeom>
        </p:spPr>
      </p:pic>
      <p:sp>
        <p:nvSpPr>
          <p:cNvPr id="22" name="Titel 0">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9" y="297875"/>
            <a:ext cx="9986163" cy="830989"/>
          </a:xfrm>
        </p:spPr>
        <p:txBody>
          <a:bodyPr/>
          <a:lstStyle>
            <a:lvl1pPr>
              <a:defRPr/>
            </a:lvl1pPr>
          </a:lstStyle>
          <a:p>
            <a:r>
              <a:rPr lang="de-DE"/>
              <a:t>Headline1</a:t>
            </a:r>
          </a:p>
        </p:txBody>
      </p:sp>
      <p:sp>
        <p:nvSpPr>
          <p:cNvPr id="17" name="Textplatzhalter 1">
            <a:extLst>
              <a:ext uri="{FF2B5EF4-FFF2-40B4-BE49-F238E27FC236}">
                <a16:creationId xmlns:a16="http://schemas.microsoft.com/office/drawing/2014/main" id="{DFFD9127-595F-4DED-868B-7B33370A7946}"/>
              </a:ext>
            </a:extLst>
          </p:cNvPr>
          <p:cNvSpPr>
            <a:spLocks noGrp="1"/>
          </p:cNvSpPr>
          <p:nvPr>
            <p:ph type="body" sz="quarter" idx="13" hasCustomPrompt="1"/>
          </p:nvPr>
        </p:nvSpPr>
        <p:spPr>
          <a:xfrm>
            <a:off x="383113" y="715161"/>
            <a:ext cx="9986169"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5" name="Inhaltsplatzhalter 4">
            <a:extLst>
              <a:ext uri="{FF2B5EF4-FFF2-40B4-BE49-F238E27FC236}">
                <a16:creationId xmlns:a16="http://schemas.microsoft.com/office/drawing/2014/main" id="{E687908D-9989-8B18-AC71-76F017403FD8}"/>
              </a:ext>
            </a:extLst>
          </p:cNvPr>
          <p:cNvSpPr>
            <a:spLocks noGrp="1"/>
          </p:cNvSpPr>
          <p:nvPr>
            <p:ph sz="quarter" idx="17"/>
          </p:nvPr>
        </p:nvSpPr>
        <p:spPr>
          <a:xfrm>
            <a:off x="382587" y="1454709"/>
            <a:ext cx="11435188" cy="5035847"/>
          </a:xfrm>
        </p:spPr>
        <p:txBody>
          <a:bodyPr numCol="1">
            <a:noAutofit/>
          </a:bodyPr>
          <a:lstStyle>
            <a:lvl1pPr>
              <a:spcAft>
                <a:spcPts val="1000"/>
              </a:spcAft>
              <a:defRPr/>
            </a:lvl1pPr>
            <a:lvl2pPr>
              <a:spcAft>
                <a:spcPts val="1000"/>
              </a:spcAft>
              <a:defRPr/>
            </a:lvl2pPr>
            <a:lvl3pPr>
              <a:spcAft>
                <a:spcPts val="1000"/>
              </a:spcAft>
              <a:defRPr/>
            </a:lvl3pPr>
            <a:lvl4pPr>
              <a:spcAft>
                <a:spcPts val="1000"/>
              </a:spcAft>
              <a:defRPr/>
            </a:lvl4pPr>
            <a:lvl5pPr>
              <a:spcAft>
                <a:spcPts val="1000"/>
              </a:spcAf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48984C0B-4DAF-EBD5-2479-E25A0B975E26}"/>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0DB5FD6C-3C2C-CBD1-F82D-2DDF0AEBA07B}"/>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A8DB3190-0383-892D-AA9B-7AA79FFF70FE}"/>
              </a:ext>
            </a:extLst>
          </p:cNvPr>
          <p:cNvSpPr>
            <a:spLocks noGrp="1"/>
          </p:cNvSpPr>
          <p:nvPr>
            <p:ph type="sldNum" sz="quarter" idx="20"/>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3783510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 H1/H2/H3 + Logo + Fußzeile unten">
    <p:spTree>
      <p:nvGrpSpPr>
        <p:cNvPr id="1" name=""/>
        <p:cNvGrpSpPr/>
        <p:nvPr/>
      </p:nvGrpSpPr>
      <p:grpSpPr>
        <a:xfrm>
          <a:off x="0" y="0"/>
          <a:ext cx="0" cy="0"/>
          <a:chOff x="0" y="0"/>
          <a:chExt cx="0" cy="0"/>
        </a:xfrm>
      </p:grpSpPr>
      <p:pic>
        <p:nvPicPr>
          <p:cNvPr id="2" name="Grafik 1" descr="Ein Bild, das Text, Schrift, Grafiken, Grafikdesign enthält.&#10;&#10;KI-generierte Inhalte können fehlerhaft sein.">
            <a:extLst>
              <a:ext uri="{FF2B5EF4-FFF2-40B4-BE49-F238E27FC236}">
                <a16:creationId xmlns:a16="http://schemas.microsoft.com/office/drawing/2014/main" id="{3B9197E2-5D36-795E-5920-6297A1EBC8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291647" y="51788"/>
            <a:ext cx="1938795" cy="1008661"/>
          </a:xfrm>
          <a:prstGeom prst="rect">
            <a:avLst/>
          </a:prstGeom>
        </p:spPr>
      </p:pic>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9" y="297875"/>
            <a:ext cx="9995815" cy="830989"/>
          </a:xfrm>
        </p:spPr>
        <p:txBody>
          <a:bodyPr/>
          <a:lstStyle>
            <a:lvl1pPr>
              <a:defRPr/>
            </a:lvl1pPr>
          </a:lstStyle>
          <a:p>
            <a:r>
              <a:rPr lang="de-DE"/>
              <a:t>Headline1</a:t>
            </a:r>
            <a:br>
              <a:rPr lang="de-DE"/>
            </a:br>
            <a:r>
              <a:rPr lang="de-DE"/>
              <a:t>Headline2</a:t>
            </a:r>
          </a:p>
        </p:txBody>
      </p:sp>
      <p:sp>
        <p:nvSpPr>
          <p:cNvPr id="3" name="Inhaltsplatzhalter 4">
            <a:extLst>
              <a:ext uri="{FF2B5EF4-FFF2-40B4-BE49-F238E27FC236}">
                <a16:creationId xmlns:a16="http://schemas.microsoft.com/office/drawing/2014/main" id="{EDAAD0CE-8278-8E0F-007E-D476C3EC8D3A}"/>
              </a:ext>
            </a:extLst>
          </p:cNvPr>
          <p:cNvSpPr>
            <a:spLocks noGrp="1"/>
          </p:cNvSpPr>
          <p:nvPr>
            <p:ph sz="quarter" idx="17"/>
          </p:nvPr>
        </p:nvSpPr>
        <p:spPr>
          <a:xfrm>
            <a:off x="382587" y="2109986"/>
            <a:ext cx="11435188" cy="4380569"/>
          </a:xfrm>
        </p:spPr>
        <p:txBody>
          <a:bodyPr>
            <a:noAutofit/>
          </a:bodyPr>
          <a:lstStyle>
            <a:lvl1pPr>
              <a:spcAft>
                <a:spcPts val="1000"/>
              </a:spcAft>
              <a:defRPr/>
            </a:lvl1pPr>
            <a:lvl2pPr>
              <a:spcAft>
                <a:spcPts val="1000"/>
              </a:spcAft>
              <a:defRPr/>
            </a:lvl2pPr>
            <a:lvl3pPr>
              <a:spcAft>
                <a:spcPts val="1000"/>
              </a:spcAft>
              <a:defRPr/>
            </a:lvl3pPr>
            <a:lvl4pPr>
              <a:spcAft>
                <a:spcPts val="1000"/>
              </a:spcAft>
              <a:defRPr/>
            </a:lvl4pPr>
            <a:lvl5pPr>
              <a:spcAft>
                <a:spcPts val="1000"/>
              </a:spcAf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1">
            <a:extLst>
              <a:ext uri="{FF2B5EF4-FFF2-40B4-BE49-F238E27FC236}">
                <a16:creationId xmlns:a16="http://schemas.microsoft.com/office/drawing/2014/main" id="{067335BD-A582-CEE6-56AB-8CAB0A6AA267}"/>
              </a:ext>
            </a:extLst>
          </p:cNvPr>
          <p:cNvSpPr>
            <a:spLocks noGrp="1"/>
          </p:cNvSpPr>
          <p:nvPr>
            <p:ph type="body" sz="quarter" idx="13" hasCustomPrompt="1"/>
          </p:nvPr>
        </p:nvSpPr>
        <p:spPr>
          <a:xfrm>
            <a:off x="383113" y="1400961"/>
            <a:ext cx="11434662"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6" name="Datumsplatzhalter 5">
            <a:extLst>
              <a:ext uri="{FF2B5EF4-FFF2-40B4-BE49-F238E27FC236}">
                <a16:creationId xmlns:a16="http://schemas.microsoft.com/office/drawing/2014/main" id="{618E03C0-F4DD-7EA8-3492-DF4A66CC2BBA}"/>
              </a:ext>
            </a:extLst>
          </p:cNvPr>
          <p:cNvSpPr>
            <a:spLocks noGrp="1"/>
          </p:cNvSpPr>
          <p:nvPr>
            <p:ph type="dt" sz="half" idx="18"/>
          </p:nvPr>
        </p:nvSpPr>
        <p:spPr/>
        <p:txBody>
          <a:bodyPr/>
          <a:lstStyle/>
          <a:p>
            <a:fld id="{5449D413-E62E-4290-96F2-F4B6006579CC}" type="datetime1">
              <a:rPr lang="de-DE" smtClean="0"/>
              <a:t>18.08.2026</a:t>
            </a:fld>
            <a:endParaRPr lang="de-DE"/>
          </a:p>
        </p:txBody>
      </p:sp>
      <p:sp>
        <p:nvSpPr>
          <p:cNvPr id="7" name="Fußzeilenplatzhalter 6">
            <a:extLst>
              <a:ext uri="{FF2B5EF4-FFF2-40B4-BE49-F238E27FC236}">
                <a16:creationId xmlns:a16="http://schemas.microsoft.com/office/drawing/2014/main" id="{6848C6B6-433A-9994-C197-BD3A6356AD26}"/>
              </a:ext>
            </a:extLst>
          </p:cNvPr>
          <p:cNvSpPr>
            <a:spLocks noGrp="1"/>
          </p:cNvSpPr>
          <p:nvPr>
            <p:ph type="ftr" sz="quarter" idx="19"/>
          </p:nvPr>
        </p:nvSpPr>
        <p:spPr/>
        <p:txBody>
          <a:bodyPr/>
          <a:lstStyle/>
          <a:p>
            <a:r>
              <a:rPr lang="de-DE"/>
              <a:t>AIRCO  |  mosaiic GmbH  |</a:t>
            </a:r>
          </a:p>
        </p:txBody>
      </p:sp>
      <p:sp>
        <p:nvSpPr>
          <p:cNvPr id="8" name="Foliennummernplatzhalter 7">
            <a:extLst>
              <a:ext uri="{FF2B5EF4-FFF2-40B4-BE49-F238E27FC236}">
                <a16:creationId xmlns:a16="http://schemas.microsoft.com/office/drawing/2014/main" id="{81417410-7B30-60DD-3231-5B5E9E3FBB46}"/>
              </a:ext>
            </a:extLst>
          </p:cNvPr>
          <p:cNvSpPr>
            <a:spLocks noGrp="1"/>
          </p:cNvSpPr>
          <p:nvPr>
            <p:ph type="sldNum" sz="quarter" idx="20"/>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37110214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 H1/H3 + Fußzeile unten + Bild rechts">
    <p:spTree>
      <p:nvGrpSpPr>
        <p:cNvPr id="1" name=""/>
        <p:cNvGrpSpPr/>
        <p:nvPr/>
      </p:nvGrpSpPr>
      <p:grpSpPr>
        <a:xfrm>
          <a:off x="0" y="0"/>
          <a:ext cx="0" cy="0"/>
          <a:chOff x="0" y="0"/>
          <a:chExt cx="0" cy="0"/>
        </a:xfrm>
      </p:grpSpPr>
      <p:sp>
        <p:nvSpPr>
          <p:cNvPr id="3" name="Bildplatzhalter 6">
            <a:extLst>
              <a:ext uri="{FF2B5EF4-FFF2-40B4-BE49-F238E27FC236}">
                <a16:creationId xmlns:a16="http://schemas.microsoft.com/office/drawing/2014/main" id="{A33F371B-6733-B6C9-E864-35EE2A80ACFD}"/>
              </a:ext>
            </a:extLst>
          </p:cNvPr>
          <p:cNvSpPr>
            <a:spLocks noGrp="1"/>
          </p:cNvSpPr>
          <p:nvPr>
            <p:ph type="pic" sz="quarter" idx="18"/>
          </p:nvPr>
        </p:nvSpPr>
        <p:spPr>
          <a:xfrm>
            <a:off x="8916805" y="0"/>
            <a:ext cx="3275195" cy="6858000"/>
          </a:xfrm>
          <a:prstGeom prst="rect">
            <a:avLst/>
          </a:prstGeom>
          <a:solidFill>
            <a:schemeClr val="accent3"/>
          </a:solidFill>
        </p:spPr>
        <p:txBody>
          <a:bodyPr/>
          <a:lstStyle>
            <a:lvl1pPr marL="0" indent="0">
              <a:buNone/>
              <a:defRPr sz="2400"/>
            </a:lvl1pPr>
          </a:lstStyle>
          <a:p>
            <a:endParaRPr lang="de-DE"/>
          </a:p>
        </p:txBody>
      </p:sp>
      <p:sp>
        <p:nvSpPr>
          <p:cNvPr id="19" name="Datumsplatzhalter 18">
            <a:extLst>
              <a:ext uri="{FF2B5EF4-FFF2-40B4-BE49-F238E27FC236}">
                <a16:creationId xmlns:a16="http://schemas.microsoft.com/office/drawing/2014/main" id="{32AB74F5-E937-C777-EE96-A0014DB2FBB9}"/>
              </a:ext>
            </a:extLst>
          </p:cNvPr>
          <p:cNvSpPr>
            <a:spLocks noGrp="1"/>
          </p:cNvSpPr>
          <p:nvPr>
            <p:ph type="dt" sz="half" idx="14"/>
          </p:nvPr>
        </p:nvSpPr>
        <p:spPr>
          <a:xfrm>
            <a:off x="383117" y="6627239"/>
            <a:ext cx="1344083" cy="235058"/>
          </a:xfrm>
        </p:spPr>
        <p:txBody>
          <a:bodyPr/>
          <a:lstStyle/>
          <a:p>
            <a:fld id="{A63FBA63-60A8-4FC1-9F8E-C714F82A04F1}" type="datetime1">
              <a:rPr lang="de-DE" smtClean="0"/>
              <a:t>18.08.2026</a:t>
            </a:fld>
            <a:endParaRPr lang="de-DE"/>
          </a:p>
        </p:txBody>
      </p:sp>
      <p:sp>
        <p:nvSpPr>
          <p:cNvPr id="20" name="Fußzeilenplatzhalter 19">
            <a:extLst>
              <a:ext uri="{FF2B5EF4-FFF2-40B4-BE49-F238E27FC236}">
                <a16:creationId xmlns:a16="http://schemas.microsoft.com/office/drawing/2014/main" id="{8BF84A28-F50E-CC1C-9AB6-13821FD076B8}"/>
              </a:ext>
            </a:extLst>
          </p:cNvPr>
          <p:cNvSpPr>
            <a:spLocks noGrp="1"/>
          </p:cNvSpPr>
          <p:nvPr>
            <p:ph type="ftr" sz="quarter" idx="15"/>
          </p:nvPr>
        </p:nvSpPr>
        <p:spPr>
          <a:xfrm>
            <a:off x="1727201" y="6627239"/>
            <a:ext cx="7051813" cy="235057"/>
          </a:xfrm>
        </p:spPr>
        <p:txBody>
          <a:bodyPr/>
          <a:lstStyle/>
          <a:p>
            <a:r>
              <a:rPr lang="de-DE"/>
              <a:t>AIRCO  |  mosaiic GmbH  |</a:t>
            </a:r>
          </a:p>
        </p:txBody>
      </p:sp>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8" y="297875"/>
            <a:ext cx="8393237" cy="830989"/>
          </a:xfrm>
        </p:spPr>
        <p:txBody>
          <a:bodyPr/>
          <a:lstStyle>
            <a:lvl1pPr>
              <a:defRPr/>
            </a:lvl1pPr>
          </a:lstStyle>
          <a:p>
            <a:r>
              <a:rPr lang="de-DE"/>
              <a:t>Headline1</a:t>
            </a:r>
          </a:p>
        </p:txBody>
      </p:sp>
      <p:sp>
        <p:nvSpPr>
          <p:cNvPr id="2" name="Foliennummernplatzhalter 4">
            <a:extLst>
              <a:ext uri="{FF2B5EF4-FFF2-40B4-BE49-F238E27FC236}">
                <a16:creationId xmlns:a16="http://schemas.microsoft.com/office/drawing/2014/main" id="{CF6583BC-CBD7-DDA0-57DE-D6535CFFED70}"/>
              </a:ext>
            </a:extLst>
          </p:cNvPr>
          <p:cNvSpPr>
            <a:spLocks noGrp="1"/>
          </p:cNvSpPr>
          <p:nvPr>
            <p:ph type="sldNum" sz="quarter" idx="12"/>
          </p:nvPr>
        </p:nvSpPr>
        <p:spPr>
          <a:xfrm>
            <a:off x="11817775" y="6631508"/>
            <a:ext cx="374225" cy="235057"/>
          </a:xfrm>
        </p:spPr>
        <p:txBody>
          <a:bodyPr/>
          <a:lstStyle>
            <a:lvl1pPr algn="l">
              <a:defRPr>
                <a:solidFill>
                  <a:schemeClr val="bg1"/>
                </a:solidFill>
              </a:defRPr>
            </a:lvl1pPr>
          </a:lstStyle>
          <a:p>
            <a:fld id="{F4B5F3EB-31C7-4555-828E-971415072856}" type="slidenum">
              <a:rPr lang="de-DE" smtClean="0"/>
              <a:pPr/>
              <a:t>‹Nr.›</a:t>
            </a:fld>
            <a:endParaRPr lang="de-DE"/>
          </a:p>
        </p:txBody>
      </p:sp>
      <p:sp>
        <p:nvSpPr>
          <p:cNvPr id="4" name="Textplatzhalter 1">
            <a:extLst>
              <a:ext uri="{FF2B5EF4-FFF2-40B4-BE49-F238E27FC236}">
                <a16:creationId xmlns:a16="http://schemas.microsoft.com/office/drawing/2014/main" id="{D93C37A8-5891-D1B3-8CA6-084EDDD48223}"/>
              </a:ext>
            </a:extLst>
          </p:cNvPr>
          <p:cNvSpPr>
            <a:spLocks noGrp="1"/>
          </p:cNvSpPr>
          <p:nvPr>
            <p:ph type="body" sz="quarter" idx="13" hasCustomPrompt="1"/>
          </p:nvPr>
        </p:nvSpPr>
        <p:spPr>
          <a:xfrm>
            <a:off x="383113" y="734211"/>
            <a:ext cx="8393237"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8" name="Inhaltsplatzhalter 7">
            <a:extLst>
              <a:ext uri="{FF2B5EF4-FFF2-40B4-BE49-F238E27FC236}">
                <a16:creationId xmlns:a16="http://schemas.microsoft.com/office/drawing/2014/main" id="{AC380B74-29D9-E0AC-D7F6-207183AB66E5}"/>
              </a:ext>
            </a:extLst>
          </p:cNvPr>
          <p:cNvSpPr>
            <a:spLocks noGrp="1"/>
          </p:cNvSpPr>
          <p:nvPr>
            <p:ph sz="quarter" idx="19"/>
          </p:nvPr>
        </p:nvSpPr>
        <p:spPr>
          <a:xfrm>
            <a:off x="382463" y="1483384"/>
            <a:ext cx="8393237" cy="501117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42326502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 H1/H3 + Fußzeile unten + Bild links">
    <p:spTree>
      <p:nvGrpSpPr>
        <p:cNvPr id="1" name=""/>
        <p:cNvGrpSpPr/>
        <p:nvPr/>
      </p:nvGrpSpPr>
      <p:grpSpPr>
        <a:xfrm>
          <a:off x="0" y="0"/>
          <a:ext cx="0" cy="0"/>
          <a:chOff x="0" y="0"/>
          <a:chExt cx="0" cy="0"/>
        </a:xfrm>
      </p:grpSpPr>
      <p:sp>
        <p:nvSpPr>
          <p:cNvPr id="3" name="Bildplatzhalter 6">
            <a:extLst>
              <a:ext uri="{FF2B5EF4-FFF2-40B4-BE49-F238E27FC236}">
                <a16:creationId xmlns:a16="http://schemas.microsoft.com/office/drawing/2014/main" id="{A33F371B-6733-B6C9-E864-35EE2A80ACFD}"/>
              </a:ext>
            </a:extLst>
          </p:cNvPr>
          <p:cNvSpPr>
            <a:spLocks noGrp="1"/>
          </p:cNvSpPr>
          <p:nvPr>
            <p:ph type="pic" sz="quarter" idx="18"/>
          </p:nvPr>
        </p:nvSpPr>
        <p:spPr>
          <a:xfrm>
            <a:off x="0" y="0"/>
            <a:ext cx="3275195" cy="6858000"/>
          </a:xfrm>
          <a:prstGeom prst="rect">
            <a:avLst/>
          </a:prstGeom>
          <a:solidFill>
            <a:schemeClr val="accent3"/>
          </a:solidFill>
        </p:spPr>
        <p:txBody>
          <a:bodyPr/>
          <a:lstStyle>
            <a:lvl1pPr marL="0" indent="0">
              <a:buNone/>
              <a:defRPr sz="2400"/>
            </a:lvl1pPr>
          </a:lstStyle>
          <a:p>
            <a:endParaRPr lang="de-DE"/>
          </a:p>
        </p:txBody>
      </p:sp>
      <p:sp>
        <p:nvSpPr>
          <p:cNvPr id="19" name="Datumsplatzhalter 18">
            <a:extLst>
              <a:ext uri="{FF2B5EF4-FFF2-40B4-BE49-F238E27FC236}">
                <a16:creationId xmlns:a16="http://schemas.microsoft.com/office/drawing/2014/main" id="{32AB74F5-E937-C777-EE96-A0014DB2FBB9}"/>
              </a:ext>
            </a:extLst>
          </p:cNvPr>
          <p:cNvSpPr>
            <a:spLocks noGrp="1"/>
          </p:cNvSpPr>
          <p:nvPr>
            <p:ph type="dt" sz="half" idx="14"/>
          </p:nvPr>
        </p:nvSpPr>
        <p:spPr>
          <a:xfrm>
            <a:off x="3407871" y="6623306"/>
            <a:ext cx="1411779" cy="235058"/>
          </a:xfrm>
        </p:spPr>
        <p:txBody>
          <a:bodyPr/>
          <a:lstStyle>
            <a:lvl1pPr>
              <a:defRPr>
                <a:solidFill>
                  <a:schemeClr val="bg1"/>
                </a:solidFill>
              </a:defRPr>
            </a:lvl1pPr>
          </a:lstStyle>
          <a:p>
            <a:fld id="{6673B914-51C9-40BB-8694-B02514CD586B}" type="datetime1">
              <a:rPr lang="de-DE" smtClean="0"/>
              <a:t>18.08.2026</a:t>
            </a:fld>
            <a:endParaRPr lang="de-DE"/>
          </a:p>
        </p:txBody>
      </p:sp>
      <p:sp>
        <p:nvSpPr>
          <p:cNvPr id="20" name="Fußzeilenplatzhalter 19">
            <a:extLst>
              <a:ext uri="{FF2B5EF4-FFF2-40B4-BE49-F238E27FC236}">
                <a16:creationId xmlns:a16="http://schemas.microsoft.com/office/drawing/2014/main" id="{8BF84A28-F50E-CC1C-9AB6-13821FD076B8}"/>
              </a:ext>
            </a:extLst>
          </p:cNvPr>
          <p:cNvSpPr>
            <a:spLocks noGrp="1"/>
          </p:cNvSpPr>
          <p:nvPr>
            <p:ph type="ftr" sz="quarter" idx="15"/>
          </p:nvPr>
        </p:nvSpPr>
        <p:spPr>
          <a:xfrm>
            <a:off x="4819651" y="6625449"/>
            <a:ext cx="6998124" cy="235057"/>
          </a:xfrm>
        </p:spPr>
        <p:txBody>
          <a:bodyPr/>
          <a:lstStyle/>
          <a:p>
            <a:r>
              <a:rPr lang="de-DE"/>
              <a:t>AIRCO  |  mosaiic GmbH  |</a:t>
            </a:r>
          </a:p>
        </p:txBody>
      </p:sp>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407876" y="297875"/>
            <a:ext cx="8409899" cy="830989"/>
          </a:xfrm>
        </p:spPr>
        <p:txBody>
          <a:bodyPr/>
          <a:lstStyle>
            <a:lvl1pPr>
              <a:defRPr/>
            </a:lvl1pPr>
          </a:lstStyle>
          <a:p>
            <a:r>
              <a:rPr lang="de-DE"/>
              <a:t>Headline1</a:t>
            </a:r>
          </a:p>
        </p:txBody>
      </p:sp>
      <p:sp>
        <p:nvSpPr>
          <p:cNvPr id="25" name="Textplatzhalter 2">
            <a:extLst>
              <a:ext uri="{FF2B5EF4-FFF2-40B4-BE49-F238E27FC236}">
                <a16:creationId xmlns:a16="http://schemas.microsoft.com/office/drawing/2014/main" id="{558FC05B-7AF7-E192-4A54-B378B575BC9E}"/>
              </a:ext>
            </a:extLst>
          </p:cNvPr>
          <p:cNvSpPr>
            <a:spLocks noGrp="1"/>
          </p:cNvSpPr>
          <p:nvPr>
            <p:ph idx="1"/>
          </p:nvPr>
        </p:nvSpPr>
        <p:spPr>
          <a:xfrm>
            <a:off x="3407874" y="1478843"/>
            <a:ext cx="8409901" cy="5019679"/>
          </a:xfrm>
          <a:prstGeom prst="rect">
            <a:avLst/>
          </a:prstGeom>
        </p:spPr>
        <p:txBody>
          <a:bodyPr vert="horz" lIns="0" tIns="0" rIns="0" bIns="0" rtlCol="0">
            <a:noAutofit/>
          </a:bodyPr>
          <a:lstStyle>
            <a:lvl1pPr marL="180000" indent="-180000">
              <a:spcBef>
                <a:spcPts val="0"/>
              </a:spcBef>
              <a:spcAft>
                <a:spcPts val="1000"/>
              </a:spcAft>
              <a:defRPr sz="1600"/>
            </a:lvl1pPr>
            <a:lvl2pPr marL="360000" indent="-180000">
              <a:spcBef>
                <a:spcPts val="0"/>
              </a:spcBef>
              <a:spcAft>
                <a:spcPts val="1000"/>
              </a:spcAft>
              <a:defRPr sz="1400"/>
            </a:lvl2pPr>
            <a:lvl3pPr marL="540000" indent="-180000">
              <a:spcBef>
                <a:spcPts val="0"/>
              </a:spcBef>
              <a:spcAft>
                <a:spcPts val="1000"/>
              </a:spcAft>
              <a:defRPr sz="1400"/>
            </a:lvl3pPr>
            <a:lvl4pPr marL="720000" indent="-180000">
              <a:spcBef>
                <a:spcPts val="0"/>
              </a:spcBef>
              <a:spcAft>
                <a:spcPts val="1000"/>
              </a:spcAft>
              <a:defRPr sz="1200"/>
            </a:lvl4pPr>
            <a:lvl5pPr marL="900000" indent="-180000">
              <a:spcBef>
                <a:spcPts val="0"/>
              </a:spcBef>
              <a:spcAft>
                <a:spcPts val="1000"/>
              </a:spcAft>
              <a:defRPr sz="1200"/>
            </a:lvl5pPr>
            <a:lvl6pPr marL="1080000" indent="-180000">
              <a:spcBef>
                <a:spcPts val="0"/>
              </a:spcBef>
              <a:spcAft>
                <a:spcPts val="1000"/>
              </a:spcAft>
              <a:defRPr sz="1050"/>
            </a:lvl6pPr>
            <a:lvl7pPr marL="1260000" indent="-180000">
              <a:spcBef>
                <a:spcPts val="0"/>
              </a:spcBef>
              <a:spcAft>
                <a:spcPts val="1000"/>
              </a:spcAft>
              <a:defRPr sz="1050"/>
            </a:lvl7pPr>
            <a:lvl8pPr marL="1440000" indent="-180000">
              <a:spcBef>
                <a:spcPts val="0"/>
              </a:spcBef>
              <a:spcAft>
                <a:spcPts val="1000"/>
              </a:spcAft>
              <a:defRPr sz="900"/>
            </a:lvl8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p:txBody>
      </p:sp>
      <p:sp>
        <p:nvSpPr>
          <p:cNvPr id="2" name="Foliennummernplatzhalter 4">
            <a:extLst>
              <a:ext uri="{FF2B5EF4-FFF2-40B4-BE49-F238E27FC236}">
                <a16:creationId xmlns:a16="http://schemas.microsoft.com/office/drawing/2014/main" id="{18E56161-B4A8-15E9-022F-7EA5F716F4F5}"/>
              </a:ext>
            </a:extLst>
          </p:cNvPr>
          <p:cNvSpPr>
            <a:spLocks noGrp="1"/>
          </p:cNvSpPr>
          <p:nvPr>
            <p:ph type="sldNum" sz="quarter" idx="12"/>
          </p:nvPr>
        </p:nvSpPr>
        <p:spPr>
          <a:xfrm>
            <a:off x="11817775" y="6627211"/>
            <a:ext cx="374225" cy="235057"/>
          </a:xfrm>
        </p:spPr>
        <p:txBody>
          <a:bodyPr/>
          <a:lstStyle>
            <a:lvl1pPr algn="l">
              <a:defRPr>
                <a:solidFill>
                  <a:schemeClr val="bg1"/>
                </a:solidFill>
              </a:defRPr>
            </a:lvl1pPr>
          </a:lstStyle>
          <a:p>
            <a:fld id="{F4B5F3EB-31C7-4555-828E-971415072856}" type="slidenum">
              <a:rPr lang="de-DE" smtClean="0"/>
              <a:pPr/>
              <a:t>‹Nr.›</a:t>
            </a:fld>
            <a:endParaRPr lang="de-DE"/>
          </a:p>
        </p:txBody>
      </p:sp>
      <p:sp>
        <p:nvSpPr>
          <p:cNvPr id="4" name="Textplatzhalter 1">
            <a:extLst>
              <a:ext uri="{FF2B5EF4-FFF2-40B4-BE49-F238E27FC236}">
                <a16:creationId xmlns:a16="http://schemas.microsoft.com/office/drawing/2014/main" id="{4B54751A-682C-468E-3FC8-72B0308D89C1}"/>
              </a:ext>
            </a:extLst>
          </p:cNvPr>
          <p:cNvSpPr>
            <a:spLocks noGrp="1"/>
          </p:cNvSpPr>
          <p:nvPr>
            <p:ph type="body" sz="quarter" idx="13" hasCustomPrompt="1"/>
          </p:nvPr>
        </p:nvSpPr>
        <p:spPr>
          <a:xfrm>
            <a:off x="3412063" y="734211"/>
            <a:ext cx="8409899"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Tree>
    <p:extLst>
      <p:ext uri="{BB962C8B-B14F-4D97-AF65-F5344CB8AC3E}">
        <p14:creationId xmlns:p14="http://schemas.microsoft.com/office/powerpoint/2010/main" val="201614870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elfolie_mittig_zentriert_ohne Logo">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285B7E-2BAB-36C5-D828-8F68990C577A}"/>
              </a:ext>
            </a:extLst>
          </p:cNvPr>
          <p:cNvSpPr>
            <a:spLocks noGrp="1"/>
          </p:cNvSpPr>
          <p:nvPr>
            <p:ph type="ctrTitle" hasCustomPrompt="1"/>
          </p:nvPr>
        </p:nvSpPr>
        <p:spPr>
          <a:xfrm>
            <a:off x="1839844" y="1423054"/>
            <a:ext cx="8512313" cy="2222660"/>
          </a:xfrm>
        </p:spPr>
        <p:txBody>
          <a:bodyPr anchor="b"/>
          <a:lstStyle>
            <a:lvl1pPr algn="ctr">
              <a:defRPr sz="5600">
                <a:solidFill>
                  <a:schemeClr val="bg1"/>
                </a:solidFill>
              </a:defRPr>
            </a:lvl1pPr>
          </a:lstStyle>
          <a:p>
            <a:r>
              <a:rPr lang="de-DE"/>
              <a:t>Key Statement bearbeiten</a:t>
            </a:r>
          </a:p>
        </p:txBody>
      </p:sp>
      <p:sp>
        <p:nvSpPr>
          <p:cNvPr id="3" name="Untertitel 2">
            <a:extLst>
              <a:ext uri="{FF2B5EF4-FFF2-40B4-BE49-F238E27FC236}">
                <a16:creationId xmlns:a16="http://schemas.microsoft.com/office/drawing/2014/main" id="{35CB8BD7-0DE8-7A2F-385D-F0CF05F718F2}"/>
              </a:ext>
            </a:extLst>
          </p:cNvPr>
          <p:cNvSpPr>
            <a:spLocks noGrp="1"/>
          </p:cNvSpPr>
          <p:nvPr>
            <p:ph type="subTitle" idx="1" hasCustomPrompt="1"/>
          </p:nvPr>
        </p:nvSpPr>
        <p:spPr>
          <a:xfrm>
            <a:off x="1839844" y="4010773"/>
            <a:ext cx="8512313" cy="1355595"/>
          </a:xfrm>
          <a:prstGeom prst="rect">
            <a:avLst/>
          </a:prstGeom>
        </p:spPr>
        <p:txBody>
          <a:bodyPr>
            <a:normAutofit/>
          </a:bodyPr>
          <a:lstStyle>
            <a:lvl1pPr marL="0" indent="0" algn="ctr">
              <a:buNone/>
              <a:defRPr sz="2267">
                <a:solidFill>
                  <a:schemeClr val="bg1"/>
                </a:solidFill>
              </a:defRPr>
            </a:lvl1pPr>
            <a:lvl2pPr marL="609570" indent="0" algn="ctr">
              <a:buNone/>
              <a:defRPr sz="2667"/>
            </a:lvl2pPr>
            <a:lvl3pPr marL="1219139" indent="0" algn="ctr">
              <a:buNone/>
              <a:defRPr sz="2400"/>
            </a:lvl3pPr>
            <a:lvl4pPr marL="1828709" indent="0" algn="ctr">
              <a:buNone/>
              <a:defRPr sz="2133"/>
            </a:lvl4pPr>
            <a:lvl5pPr marL="2438278" indent="0" algn="ctr">
              <a:buNone/>
              <a:defRPr sz="2133"/>
            </a:lvl5pPr>
            <a:lvl6pPr marL="3047848" indent="0" algn="ctr">
              <a:buNone/>
              <a:defRPr sz="2133"/>
            </a:lvl6pPr>
            <a:lvl7pPr marL="3657417" indent="0" algn="ctr">
              <a:buNone/>
              <a:defRPr sz="2133"/>
            </a:lvl7pPr>
            <a:lvl8pPr marL="4266987" indent="0" algn="ctr">
              <a:buNone/>
              <a:defRPr sz="2133"/>
            </a:lvl8pPr>
            <a:lvl9pPr marL="4876557" indent="0" algn="ctr">
              <a:buNone/>
              <a:defRPr sz="2133"/>
            </a:lvl9pPr>
          </a:lstStyle>
          <a:p>
            <a:r>
              <a:rPr lang="de-DE"/>
              <a:t>Key Statement bearbeiten</a:t>
            </a:r>
          </a:p>
        </p:txBody>
      </p:sp>
      <p:cxnSp>
        <p:nvCxnSpPr>
          <p:cNvPr id="4" name="Gerader Verbinder 3">
            <a:extLst>
              <a:ext uri="{FF2B5EF4-FFF2-40B4-BE49-F238E27FC236}">
                <a16:creationId xmlns:a16="http://schemas.microsoft.com/office/drawing/2014/main" id="{BF0B65F6-D4B2-9320-B252-9E9EE9FA9D3E}"/>
              </a:ext>
            </a:extLst>
          </p:cNvPr>
          <p:cNvCxnSpPr>
            <a:cxnSpLocks/>
          </p:cNvCxnSpPr>
          <p:nvPr userDrawn="1"/>
        </p:nvCxnSpPr>
        <p:spPr>
          <a:xfrm>
            <a:off x="1508810" y="3844357"/>
            <a:ext cx="9174381" cy="1"/>
          </a:xfrm>
          <a:prstGeom prst="line">
            <a:avLst/>
          </a:prstGeom>
          <a:ln w="15875">
            <a:solidFill>
              <a:schemeClr val="accent2"/>
            </a:solidFill>
          </a:ln>
        </p:spPr>
        <p:style>
          <a:lnRef idx="2">
            <a:schemeClr val="accent1"/>
          </a:lnRef>
          <a:fillRef idx="0">
            <a:schemeClr val="accent1"/>
          </a:fillRef>
          <a:effectRef idx="1">
            <a:schemeClr val="accent1"/>
          </a:effectRef>
          <a:fontRef idx="minor">
            <a:schemeClr val="tx1"/>
          </a:fontRef>
        </p:style>
      </p:cxnSp>
      <p:sp>
        <p:nvSpPr>
          <p:cNvPr id="7" name="Datumsplatzhalter 6">
            <a:extLst>
              <a:ext uri="{FF2B5EF4-FFF2-40B4-BE49-F238E27FC236}">
                <a16:creationId xmlns:a16="http://schemas.microsoft.com/office/drawing/2014/main" id="{34CCC5C3-288A-D45E-4F37-919F36165281}"/>
              </a:ext>
            </a:extLst>
          </p:cNvPr>
          <p:cNvSpPr>
            <a:spLocks noGrp="1"/>
          </p:cNvSpPr>
          <p:nvPr>
            <p:ph type="dt" sz="half" idx="10"/>
          </p:nvPr>
        </p:nvSpPr>
        <p:spPr/>
        <p:txBody>
          <a:bodyPr/>
          <a:lstStyle/>
          <a:p>
            <a:fld id="{B7F0833E-AECF-4836-90E0-377F96829EAF}" type="datetime1">
              <a:rPr lang="de-DE" smtClean="0"/>
              <a:t>18.08.2026</a:t>
            </a:fld>
            <a:endParaRPr lang="de-DE"/>
          </a:p>
        </p:txBody>
      </p:sp>
      <p:sp>
        <p:nvSpPr>
          <p:cNvPr id="9" name="Fußzeilenplatzhalter 8">
            <a:extLst>
              <a:ext uri="{FF2B5EF4-FFF2-40B4-BE49-F238E27FC236}">
                <a16:creationId xmlns:a16="http://schemas.microsoft.com/office/drawing/2014/main" id="{3B33A2BD-C69B-1EE8-79DC-4C0248BB1764}"/>
              </a:ext>
            </a:extLst>
          </p:cNvPr>
          <p:cNvSpPr>
            <a:spLocks noGrp="1"/>
          </p:cNvSpPr>
          <p:nvPr>
            <p:ph type="ftr" sz="quarter" idx="11"/>
          </p:nvPr>
        </p:nvSpPr>
        <p:spPr/>
        <p:txBody>
          <a:bodyPr/>
          <a:lstStyle/>
          <a:p>
            <a:r>
              <a:rPr lang="de-DE"/>
              <a:t>AIRCO  |  mosaiic GmbH  |</a:t>
            </a:r>
          </a:p>
        </p:txBody>
      </p:sp>
      <p:sp>
        <p:nvSpPr>
          <p:cNvPr id="10" name="Foliennummernplatzhalter 9">
            <a:extLst>
              <a:ext uri="{FF2B5EF4-FFF2-40B4-BE49-F238E27FC236}">
                <a16:creationId xmlns:a16="http://schemas.microsoft.com/office/drawing/2014/main" id="{F0665A29-D22D-8D6A-8F33-3C62A841B4B2}"/>
              </a:ext>
            </a:extLst>
          </p:cNvPr>
          <p:cNvSpPr>
            <a:spLocks noGrp="1"/>
          </p:cNvSpPr>
          <p:nvPr>
            <p:ph type="sldNum" sz="quarter" idx="12"/>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23728904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H1 doppelt Fußzeile-oben">
    <p:spTree>
      <p:nvGrpSpPr>
        <p:cNvPr id="1" name=""/>
        <p:cNvGrpSpPr/>
        <p:nvPr/>
      </p:nvGrpSpPr>
      <p:grpSpPr>
        <a:xfrm>
          <a:off x="0" y="0"/>
          <a:ext cx="0" cy="0"/>
          <a:chOff x="0" y="0"/>
          <a:chExt cx="0" cy="0"/>
        </a:xfrm>
      </p:grpSpPr>
      <p:sp>
        <p:nvSpPr>
          <p:cNvPr id="7" name="Titel 7">
            <a:extLst>
              <a:ext uri="{FF2B5EF4-FFF2-40B4-BE49-F238E27FC236}">
                <a16:creationId xmlns:a16="http://schemas.microsoft.com/office/drawing/2014/main" id="{5E956C49-47D0-4166-AAA1-CC8FE814D818}"/>
              </a:ext>
            </a:extLst>
          </p:cNvPr>
          <p:cNvSpPr>
            <a:spLocks noGrp="1"/>
          </p:cNvSpPr>
          <p:nvPr>
            <p:ph type="title" hasCustomPrompt="1"/>
          </p:nvPr>
        </p:nvSpPr>
        <p:spPr>
          <a:xfrm>
            <a:off x="391764" y="347622"/>
            <a:ext cx="11417117" cy="910935"/>
          </a:xfrm>
          <a:prstGeom prst="rect">
            <a:avLst/>
          </a:prstGeom>
        </p:spPr>
        <p:txBody>
          <a:bodyPr lIns="36000" anchor="t"/>
          <a:lstStyle>
            <a:lvl1pPr>
              <a:defRPr lang="de-DE" sz="3200" b="0">
                <a:solidFill>
                  <a:schemeClr val="tx2"/>
                </a:solidFill>
              </a:defRPr>
            </a:lvl1pPr>
          </a:lstStyle>
          <a:p>
            <a:pPr marL="0" marR="0" lvl="0" indent="0" fontAlgn="auto">
              <a:spcBef>
                <a:spcPts val="1333"/>
              </a:spcBef>
              <a:spcAft>
                <a:spcPts val="0"/>
              </a:spcAft>
              <a:buClrTx/>
              <a:buSzTx/>
              <a:buFont typeface="Arial" panose="020B0604020202020204" pitchFamily="34" charset="0"/>
              <a:tabLst/>
            </a:pPr>
            <a:r>
              <a:rPr lang="de-DE"/>
              <a:t>Mastertitelformat bearbeiten</a:t>
            </a:r>
            <a:br>
              <a:rPr lang="de-DE"/>
            </a:br>
            <a:r>
              <a:rPr lang="de-DE"/>
              <a:t>Mastertitelformat bearbeiten zweizeilig</a:t>
            </a:r>
          </a:p>
        </p:txBody>
      </p:sp>
      <p:sp>
        <p:nvSpPr>
          <p:cNvPr id="6" name="Fußzeilenplatzhalter 5">
            <a:extLst>
              <a:ext uri="{FF2B5EF4-FFF2-40B4-BE49-F238E27FC236}">
                <a16:creationId xmlns:a16="http://schemas.microsoft.com/office/drawing/2014/main" id="{ABF20B2F-E38C-4B36-910F-9113B5CB4DA0}"/>
              </a:ext>
            </a:extLst>
          </p:cNvPr>
          <p:cNvSpPr>
            <a:spLocks noGrp="1"/>
          </p:cNvSpPr>
          <p:nvPr>
            <p:ph type="ftr" sz="quarter" idx="13"/>
          </p:nvPr>
        </p:nvSpPr>
        <p:spPr>
          <a:xfrm>
            <a:off x="357662" y="5976"/>
            <a:ext cx="11834338" cy="246185"/>
          </a:xfrm>
        </p:spPr>
        <p:txBody>
          <a:bodyPr anchor="t"/>
          <a:lstStyle>
            <a:lvl1pPr algn="r">
              <a:defRPr>
                <a:solidFill>
                  <a:schemeClr val="tx2"/>
                </a:solidFill>
              </a:defRPr>
            </a:lvl1pPr>
          </a:lstStyle>
          <a:p>
            <a:r>
              <a:rPr lang="de-DE"/>
              <a:t>AIRCO  |  mosaiic GmbH  |</a:t>
            </a:r>
          </a:p>
        </p:txBody>
      </p:sp>
      <p:sp>
        <p:nvSpPr>
          <p:cNvPr id="4" name="Foliennummernplatzhalter 7">
            <a:extLst>
              <a:ext uri="{FF2B5EF4-FFF2-40B4-BE49-F238E27FC236}">
                <a16:creationId xmlns:a16="http://schemas.microsoft.com/office/drawing/2014/main" id="{4E4EEDAB-4F32-C1B6-8068-D84A47C5827D}"/>
              </a:ext>
            </a:extLst>
          </p:cNvPr>
          <p:cNvSpPr>
            <a:spLocks noGrp="1"/>
          </p:cNvSpPr>
          <p:nvPr>
            <p:ph type="sldNum" sz="quarter" idx="14"/>
          </p:nvPr>
        </p:nvSpPr>
        <p:spPr>
          <a:xfrm>
            <a:off x="0" y="0"/>
            <a:ext cx="391765" cy="246185"/>
          </a:xfrm>
        </p:spPr>
        <p:txBody>
          <a:bodyPr/>
          <a:lstStyle>
            <a:lvl1pPr>
              <a:defRPr>
                <a:solidFill>
                  <a:schemeClr val="tx2"/>
                </a:solidFill>
              </a:defRPr>
            </a:lvl1pPr>
          </a:lstStyle>
          <a:p>
            <a:fld id="{1A75287E-2834-48EB-AEA7-ECFBAEA3E5E4}" type="slidenum">
              <a:rPr lang="de-DE" smtClean="0"/>
              <a:pPr/>
              <a:t>‹Nr.›</a:t>
            </a:fld>
            <a:endParaRPr lang="de-DE"/>
          </a:p>
        </p:txBody>
      </p:sp>
      <p:sp>
        <p:nvSpPr>
          <p:cNvPr id="8" name="Textplatzhalter 2">
            <a:extLst>
              <a:ext uri="{FF2B5EF4-FFF2-40B4-BE49-F238E27FC236}">
                <a16:creationId xmlns:a16="http://schemas.microsoft.com/office/drawing/2014/main" id="{EE6FE7BB-EF7F-8C10-24C6-4E93C9717C59}"/>
              </a:ext>
            </a:extLst>
          </p:cNvPr>
          <p:cNvSpPr>
            <a:spLocks noGrp="1"/>
          </p:cNvSpPr>
          <p:nvPr>
            <p:ph idx="1"/>
          </p:nvPr>
        </p:nvSpPr>
        <p:spPr>
          <a:xfrm>
            <a:off x="383117" y="1318630"/>
            <a:ext cx="11407263" cy="5294821"/>
          </a:xfrm>
          <a:prstGeom prst="rect">
            <a:avLst/>
          </a:prstGeom>
        </p:spPr>
        <p:txBody>
          <a:bodyPr vert="horz" lIns="36000" tIns="45720" rIns="3600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a:t>
            </a:r>
          </a:p>
          <a:p>
            <a:pPr lvl="6"/>
            <a:r>
              <a:rPr lang="de-DE"/>
              <a:t>Siebte</a:t>
            </a:r>
          </a:p>
        </p:txBody>
      </p:sp>
    </p:spTree>
    <p:extLst>
      <p:ext uri="{BB962C8B-B14F-4D97-AF65-F5344CB8AC3E}">
        <p14:creationId xmlns:p14="http://schemas.microsoft.com/office/powerpoint/2010/main" val="2153345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el und Sub-Titel_intern_Textfeld">
    <p:spTree>
      <p:nvGrpSpPr>
        <p:cNvPr id="1" name=""/>
        <p:cNvGrpSpPr/>
        <p:nvPr/>
      </p:nvGrpSpPr>
      <p:grpSpPr>
        <a:xfrm>
          <a:off x="0" y="0"/>
          <a:ext cx="0" cy="0"/>
          <a:chOff x="0" y="0"/>
          <a:chExt cx="0" cy="0"/>
        </a:xfrm>
      </p:grpSpPr>
      <p:sp>
        <p:nvSpPr>
          <p:cNvPr id="10" name="Titelplatzhalter 72"/>
          <p:cNvSpPr>
            <a:spLocks noGrp="1"/>
          </p:cNvSpPr>
          <p:nvPr>
            <p:ph type="title"/>
          </p:nvPr>
        </p:nvSpPr>
        <p:spPr>
          <a:xfrm>
            <a:off x="624417" y="349955"/>
            <a:ext cx="9599083" cy="598311"/>
          </a:xfrm>
          <a:prstGeom prst="rect">
            <a:avLst/>
          </a:prstGeom>
        </p:spPr>
        <p:txBody>
          <a:bodyPr vert="horz" lIns="0" tIns="45720" rIns="91440" bIns="45720" rtlCol="0" anchor="t">
            <a:noAutofit/>
          </a:bodyPr>
          <a:lstStyle>
            <a:lvl1pPr>
              <a:defRPr sz="3733" b="1">
                <a:solidFill>
                  <a:srgbClr val="FF9900"/>
                </a:solidFill>
                <a:latin typeface="Calibri" panose="020F0502020204030204" pitchFamily="34" charset="0"/>
              </a:defRPr>
            </a:lvl1pPr>
          </a:lstStyle>
          <a:p>
            <a:r>
              <a:rPr lang="de-DE"/>
              <a:t>Mastertitelformat bearbeiten</a:t>
            </a:r>
          </a:p>
        </p:txBody>
      </p:sp>
      <p:sp>
        <p:nvSpPr>
          <p:cNvPr id="8" name="Fußzeilenplatzhalter 3"/>
          <p:cNvSpPr>
            <a:spLocks noGrp="1"/>
          </p:cNvSpPr>
          <p:nvPr>
            <p:ph type="ftr" sz="quarter" idx="3"/>
          </p:nvPr>
        </p:nvSpPr>
        <p:spPr>
          <a:xfrm>
            <a:off x="1066297" y="1"/>
            <a:ext cx="4786992" cy="349956"/>
          </a:xfrm>
          <a:prstGeom prst="rect">
            <a:avLst/>
          </a:prstGeom>
          <a:noFill/>
        </p:spPr>
        <p:txBody>
          <a:bodyPr wrap="square" lIns="36000" tIns="0" rIns="0" bIns="0" rtlCol="0" anchor="ctr">
            <a:noAutofit/>
          </a:bodyPr>
          <a:lstStyle>
            <a:lvl1pPr>
              <a:defRPr lang="de-DE" sz="1067">
                <a:solidFill>
                  <a:srgbClr val="000000"/>
                </a:solidFill>
                <a:latin typeface="Calibri" panose="020F0502020204030204" pitchFamily="34" charset="0"/>
                <a:cs typeface="Arial" panose="020B0604020202020204" pitchFamily="34" charset="0"/>
              </a:defRPr>
            </a:lvl1pPr>
          </a:lstStyle>
          <a:p>
            <a:pPr defTabSz="1218938"/>
            <a:r>
              <a:rPr lang="de-DE"/>
              <a:t>AIRCO  |  mosaiic GmbH  |</a:t>
            </a:r>
          </a:p>
        </p:txBody>
      </p:sp>
      <p:sp>
        <p:nvSpPr>
          <p:cNvPr id="3" name="Textplatzhalter 2"/>
          <p:cNvSpPr>
            <a:spLocks noGrp="1"/>
          </p:cNvSpPr>
          <p:nvPr>
            <p:ph type="body" sz="quarter" idx="11"/>
          </p:nvPr>
        </p:nvSpPr>
        <p:spPr>
          <a:xfrm>
            <a:off x="624418" y="1221318"/>
            <a:ext cx="11233149" cy="4895849"/>
          </a:xfrm>
          <a:prstGeom prst="rect">
            <a:avLst/>
          </a:prstGeom>
        </p:spPr>
        <p:txBody>
          <a:bodyPr/>
          <a:lstStyle>
            <a:lvl1pPr marL="243411" indent="-243411">
              <a:buClr>
                <a:schemeClr val="tx1"/>
              </a:buClr>
              <a:buFont typeface="Arial" panose="020B0604020202020204" pitchFamily="34" charset="0"/>
              <a:buChar char="•"/>
              <a:defRPr>
                <a:solidFill>
                  <a:srgbClr val="000000"/>
                </a:solidFill>
                <a:latin typeface="Calibri" panose="020F0502020204030204" pitchFamily="34" charset="0"/>
              </a:defRPr>
            </a:lvl1pPr>
            <a:lvl2pPr marL="833946" indent="-224361">
              <a:buClr>
                <a:schemeClr val="tx1"/>
              </a:buClr>
              <a:buFont typeface="Arial" panose="020B0604020202020204" pitchFamily="34" charset="0"/>
              <a:buChar char="•"/>
              <a:defRPr sz="1867">
                <a:solidFill>
                  <a:srgbClr val="000000"/>
                </a:solidFill>
                <a:latin typeface="Calibri" panose="020F0502020204030204" pitchFamily="34" charset="0"/>
              </a:defRPr>
            </a:lvl2pPr>
            <a:lvl3pPr marL="1432948" indent="-213779">
              <a:buClr>
                <a:schemeClr val="tx1"/>
              </a:buClr>
              <a:buFont typeface="Arial" panose="020B0604020202020204" pitchFamily="34" charset="0"/>
              <a:buChar char="•"/>
              <a:defRPr sz="1600">
                <a:solidFill>
                  <a:srgbClr val="000000"/>
                </a:solidFill>
                <a:latin typeface="Calibri" panose="020F0502020204030204" pitchFamily="34" charset="0"/>
              </a:defRPr>
            </a:lvl3pPr>
            <a:lvl4pPr marL="2031949" indent="-203195">
              <a:buClr>
                <a:schemeClr val="tx1"/>
              </a:buClr>
              <a:buFont typeface="Arial" panose="020B0604020202020204" pitchFamily="34" charset="0"/>
              <a:buChar char="•"/>
              <a:defRPr sz="1600">
                <a:solidFill>
                  <a:srgbClr val="000000"/>
                </a:solidFill>
                <a:latin typeface="Calibri" panose="020F0502020204030204" pitchFamily="34" charset="0"/>
              </a:defRPr>
            </a:lvl4pPr>
            <a:lvl5pPr marL="2630952" indent="-192613">
              <a:buClr>
                <a:schemeClr val="tx1"/>
              </a:buClr>
              <a:buFont typeface="Arial" panose="020B0604020202020204" pitchFamily="34" charset="0"/>
              <a:buChar char="•"/>
              <a:defRPr sz="1600">
                <a:solidFill>
                  <a:srgbClr val="000000"/>
                </a:solidFill>
                <a:latin typeface="Calibri" panose="020F0502020204030204" pitchFamily="34" charset="0"/>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pic>
        <p:nvPicPr>
          <p:cNvPr id="2" name="Grafik 1" descr="Ein Bild, das Screenshot, Text, Grafiken, Grafikdesign enthält.&#10;&#10;Automatisch generierte Beschreibung">
            <a:extLst>
              <a:ext uri="{FF2B5EF4-FFF2-40B4-BE49-F238E27FC236}">
                <a16:creationId xmlns:a16="http://schemas.microsoft.com/office/drawing/2014/main" id="{9EBCD723-06C0-84D3-5F0F-689E27855A3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177670" y="0"/>
            <a:ext cx="2104308" cy="1095597"/>
          </a:xfrm>
          <a:prstGeom prst="rect">
            <a:avLst/>
          </a:prstGeom>
        </p:spPr>
      </p:pic>
    </p:spTree>
    <p:extLst>
      <p:ext uri="{BB962C8B-B14F-4D97-AF65-F5344CB8AC3E}">
        <p14:creationId xmlns:p14="http://schemas.microsoft.com/office/powerpoint/2010/main" val="239799639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elfolie_mittig_linksbündig_ohne Logo">
    <p:spTree>
      <p:nvGrpSpPr>
        <p:cNvPr id="1" name=""/>
        <p:cNvGrpSpPr/>
        <p:nvPr/>
      </p:nvGrpSpPr>
      <p:grpSpPr>
        <a:xfrm>
          <a:off x="0" y="0"/>
          <a:ext cx="0" cy="0"/>
          <a:chOff x="0" y="0"/>
          <a:chExt cx="0" cy="0"/>
        </a:xfrm>
      </p:grpSpPr>
      <p:sp>
        <p:nvSpPr>
          <p:cNvPr id="76" name="Textplatzhalter 80">
            <a:extLst>
              <a:ext uri="{FF2B5EF4-FFF2-40B4-BE49-F238E27FC236}">
                <a16:creationId xmlns:a16="http://schemas.microsoft.com/office/drawing/2014/main" id="{EFED5BB8-9EA0-FC84-E74F-E0E376947300}"/>
              </a:ext>
            </a:extLst>
          </p:cNvPr>
          <p:cNvSpPr>
            <a:spLocks noGrp="1"/>
          </p:cNvSpPr>
          <p:nvPr>
            <p:ph type="body" sz="quarter" idx="11"/>
          </p:nvPr>
        </p:nvSpPr>
        <p:spPr>
          <a:xfrm>
            <a:off x="743892" y="1995296"/>
            <a:ext cx="8950109" cy="1329595"/>
          </a:xfrm>
          <a:prstGeom prst="rect">
            <a:avLst/>
          </a:prstGeom>
        </p:spPr>
        <p:txBody>
          <a:bodyPr vert="horz" wrap="square" lIns="0" tIns="0" rIns="0" bIns="0" rtlCol="0" anchor="b">
            <a:spAutoFit/>
          </a:bodyPr>
          <a:lstStyle>
            <a:lvl1pPr marL="0" indent="0">
              <a:buNone/>
              <a:defRPr kumimoji="0" lang="de-DE" sz="4800" b="0" i="0" u="none" strike="noStrike" cap="none" spc="0" normalizeH="0" baseline="0" dirty="0" smtClean="0">
                <a:ln>
                  <a:noFill/>
                </a:ln>
                <a:solidFill>
                  <a:schemeClr val="bg1"/>
                </a:solidFill>
                <a:effectLst/>
                <a:uLnTx/>
                <a:uFillTx/>
                <a:latin typeface="+mj-lt"/>
                <a:ea typeface="+mj-ea"/>
                <a:cs typeface="+mj-cs"/>
              </a:defRPr>
            </a:lvl1pPr>
            <a:lvl2pPr>
              <a:defRPr lang="de-DE" sz="2400" dirty="0" smtClean="0"/>
            </a:lvl2pPr>
            <a:lvl3pPr>
              <a:defRPr lang="de-DE" sz="2400" dirty="0" smtClean="0"/>
            </a:lvl3pPr>
            <a:lvl4pPr>
              <a:defRPr lang="de-DE" dirty="0" smtClean="0"/>
            </a:lvl4pPr>
            <a:lvl5pPr>
              <a:defRPr lang="de-DE" dirty="0"/>
            </a:lvl5pPr>
          </a:lstStyle>
          <a:p>
            <a:pPr marL="228594" marR="0" lvl="0" indent="-228594" defTabSz="575971" fontAlgn="auto">
              <a:spcBef>
                <a:spcPct val="0"/>
              </a:spcBef>
              <a:spcAft>
                <a:spcPts val="0"/>
              </a:spcAft>
              <a:buClrTx/>
              <a:buSzTx/>
              <a:tabLst/>
            </a:pPr>
            <a:r>
              <a:rPr lang="de-DE"/>
              <a:t>Mastertextformat bearbeiten</a:t>
            </a:r>
          </a:p>
          <a:p>
            <a:pPr marL="228594" marR="0" lvl="0" indent="-228594" defTabSz="575971" fontAlgn="auto">
              <a:spcBef>
                <a:spcPct val="0"/>
              </a:spcBef>
              <a:spcAft>
                <a:spcPts val="0"/>
              </a:spcAft>
              <a:buClrTx/>
              <a:buSzTx/>
              <a:tabLst/>
            </a:pPr>
            <a:r>
              <a:rPr lang="de-DE"/>
              <a:t>ggf. zweizeilig</a:t>
            </a:r>
          </a:p>
        </p:txBody>
      </p:sp>
      <p:sp>
        <p:nvSpPr>
          <p:cNvPr id="77" name="Textplatzhalter 82">
            <a:extLst>
              <a:ext uri="{FF2B5EF4-FFF2-40B4-BE49-F238E27FC236}">
                <a16:creationId xmlns:a16="http://schemas.microsoft.com/office/drawing/2014/main" id="{0766679E-D051-DD50-77BF-D027FA627D66}"/>
              </a:ext>
            </a:extLst>
          </p:cNvPr>
          <p:cNvSpPr>
            <a:spLocks noGrp="1"/>
          </p:cNvSpPr>
          <p:nvPr>
            <p:ph type="body" sz="quarter" idx="12"/>
          </p:nvPr>
        </p:nvSpPr>
        <p:spPr>
          <a:xfrm>
            <a:off x="743892" y="3487534"/>
            <a:ext cx="8950109" cy="246221"/>
          </a:xfrm>
          <a:prstGeom prst="rect">
            <a:avLst/>
          </a:prstGeom>
        </p:spPr>
        <p:txBody>
          <a:bodyPr vert="horz" wrap="square" lIns="0" tIns="0" rIns="0" bIns="0" rtlCol="0">
            <a:spAutoFit/>
          </a:bodyPr>
          <a:lstStyle>
            <a:lvl1pPr marL="0" indent="0">
              <a:buNone/>
              <a:defRPr kumimoji="0" lang="de-DE" sz="1600" b="0" i="0" u="none" strike="noStrike" cap="none" spc="0" normalizeH="0" baseline="0" dirty="0" smtClean="0">
                <a:ln>
                  <a:noFill/>
                </a:ln>
                <a:solidFill>
                  <a:schemeClr val="bg1"/>
                </a:solidFill>
                <a:effectLst/>
                <a:uLnTx/>
                <a:uFillTx/>
                <a:latin typeface="+mn-lt"/>
              </a:defRPr>
            </a:lvl1pPr>
            <a:lvl2pPr>
              <a:defRPr lang="de-DE" sz="2667" dirty="0" smtClean="0">
                <a:solidFill>
                  <a:schemeClr val="tx2"/>
                </a:solidFill>
              </a:defRPr>
            </a:lvl2pPr>
            <a:lvl3pPr>
              <a:defRPr lang="de-DE" sz="2400" dirty="0" smtClean="0">
                <a:solidFill>
                  <a:schemeClr val="tx2"/>
                </a:solidFill>
              </a:defRPr>
            </a:lvl3pPr>
            <a:lvl4pPr>
              <a:defRPr lang="de-DE" sz="2133" dirty="0" smtClean="0">
                <a:solidFill>
                  <a:schemeClr val="tx2"/>
                </a:solidFill>
              </a:defRPr>
            </a:lvl4pPr>
            <a:lvl5pPr>
              <a:defRPr lang="de-DE" sz="2133" dirty="0">
                <a:solidFill>
                  <a:schemeClr val="tx2"/>
                </a:solidFill>
              </a:defRPr>
            </a:lvl5pPr>
          </a:lstStyle>
          <a:p>
            <a:pPr marL="304784" marR="0" lvl="0" indent="-304784" defTabSz="575971" fontAlgn="auto">
              <a:lnSpc>
                <a:spcPct val="100000"/>
              </a:lnSpc>
              <a:spcAft>
                <a:spcPts val="0"/>
              </a:spcAft>
              <a:buClrTx/>
              <a:buSzTx/>
              <a:tabLst/>
            </a:pPr>
            <a:r>
              <a:rPr lang="de-DE"/>
              <a:t>Mastertextformat bearbeiten</a:t>
            </a:r>
          </a:p>
        </p:txBody>
      </p:sp>
      <p:sp>
        <p:nvSpPr>
          <p:cNvPr id="78" name="Textplatzhalter 82">
            <a:extLst>
              <a:ext uri="{FF2B5EF4-FFF2-40B4-BE49-F238E27FC236}">
                <a16:creationId xmlns:a16="http://schemas.microsoft.com/office/drawing/2014/main" id="{D846DAA9-1A2C-CCC9-6751-3DD0D28139EC}"/>
              </a:ext>
            </a:extLst>
          </p:cNvPr>
          <p:cNvSpPr>
            <a:spLocks noGrp="1"/>
          </p:cNvSpPr>
          <p:nvPr>
            <p:ph type="body" sz="quarter" idx="13"/>
          </p:nvPr>
        </p:nvSpPr>
        <p:spPr>
          <a:xfrm>
            <a:off x="743892" y="3803884"/>
            <a:ext cx="8950109" cy="240555"/>
          </a:xfrm>
          <a:prstGeom prst="rect">
            <a:avLst/>
          </a:prstGeom>
        </p:spPr>
        <p:txBody>
          <a:bodyPr vert="horz" wrap="square" lIns="0" tIns="0" rIns="0" bIns="0" rtlCol="0">
            <a:noAutofit/>
          </a:bodyPr>
          <a:lstStyle>
            <a:lvl1pPr marL="0" indent="0">
              <a:buNone/>
              <a:defRPr kumimoji="0" lang="de-DE" sz="1600" b="0" i="0" u="none" strike="noStrike" cap="none" spc="0" normalizeH="0" baseline="0" dirty="0">
                <a:ln>
                  <a:noFill/>
                </a:ln>
                <a:solidFill>
                  <a:schemeClr val="bg1"/>
                </a:solidFill>
                <a:effectLst/>
                <a:uLnTx/>
                <a:uFillTx/>
                <a:latin typeface="Avenir Next LT Pro Light" panose="020B0304020202020204" pitchFamily="34" charset="0"/>
              </a:defRPr>
            </a:lvl1pPr>
          </a:lstStyle>
          <a:p>
            <a:pPr marL="304784" marR="0" lvl="0" indent="-304784" defTabSz="575971" fontAlgn="auto">
              <a:lnSpc>
                <a:spcPct val="100000"/>
              </a:lnSpc>
              <a:spcAft>
                <a:spcPts val="0"/>
              </a:spcAft>
              <a:buClrTx/>
              <a:buSzTx/>
              <a:tabLst/>
            </a:pPr>
            <a:r>
              <a:rPr lang="de-DE"/>
              <a:t>Mastertextformat bearbeiten</a:t>
            </a:r>
          </a:p>
        </p:txBody>
      </p:sp>
      <p:sp>
        <p:nvSpPr>
          <p:cNvPr id="2" name="Fußzeilenplatzhalter 1">
            <a:extLst>
              <a:ext uri="{FF2B5EF4-FFF2-40B4-BE49-F238E27FC236}">
                <a16:creationId xmlns:a16="http://schemas.microsoft.com/office/drawing/2014/main" id="{38711525-D483-59CC-5137-47AA5A7D9AA0}"/>
              </a:ext>
            </a:extLst>
          </p:cNvPr>
          <p:cNvSpPr>
            <a:spLocks noGrp="1"/>
          </p:cNvSpPr>
          <p:nvPr>
            <p:ph type="ftr" sz="quarter" idx="14"/>
          </p:nvPr>
        </p:nvSpPr>
        <p:spPr/>
        <p:txBody>
          <a:bodyPr/>
          <a:lstStyle/>
          <a:p>
            <a:r>
              <a:rPr lang="de-DE"/>
              <a:t>AIRCO  |  mosaiic GmbH  |</a:t>
            </a:r>
          </a:p>
        </p:txBody>
      </p:sp>
      <p:sp>
        <p:nvSpPr>
          <p:cNvPr id="3" name="Foliennummernplatzhalter 2">
            <a:extLst>
              <a:ext uri="{FF2B5EF4-FFF2-40B4-BE49-F238E27FC236}">
                <a16:creationId xmlns:a16="http://schemas.microsoft.com/office/drawing/2014/main" id="{DA61E157-C9EA-4F3B-9DF0-3E9D1B0C6E30}"/>
              </a:ext>
            </a:extLst>
          </p:cNvPr>
          <p:cNvSpPr>
            <a:spLocks noGrp="1"/>
          </p:cNvSpPr>
          <p:nvPr>
            <p:ph type="sldNum" sz="quarter" idx="15"/>
          </p:nvPr>
        </p:nvSpPr>
        <p:spPr/>
        <p:txBody>
          <a:bodyPr/>
          <a:lstStyle/>
          <a:p>
            <a:fld id="{F4B5F3EB-31C7-4555-828E-971415072856}" type="slidenum">
              <a:rPr lang="de-DE" smtClean="0"/>
              <a:pPr/>
              <a:t>‹Nr.›</a:t>
            </a:fld>
            <a:endParaRPr lang="de-DE"/>
          </a:p>
        </p:txBody>
      </p:sp>
      <p:sp>
        <p:nvSpPr>
          <p:cNvPr id="4" name="Datumsplatzhalter 3">
            <a:extLst>
              <a:ext uri="{FF2B5EF4-FFF2-40B4-BE49-F238E27FC236}">
                <a16:creationId xmlns:a16="http://schemas.microsoft.com/office/drawing/2014/main" id="{96CA68BE-9705-5178-5AA7-A418C83576F1}"/>
              </a:ext>
            </a:extLst>
          </p:cNvPr>
          <p:cNvSpPr>
            <a:spLocks noGrp="1"/>
          </p:cNvSpPr>
          <p:nvPr>
            <p:ph type="dt" sz="half" idx="16"/>
          </p:nvPr>
        </p:nvSpPr>
        <p:spPr/>
        <p:txBody>
          <a:bodyPr/>
          <a:lstStyle/>
          <a:p>
            <a:fld id="{4EC49177-4E89-4F38-8EBB-F3939FC6E1D7}" type="datetime1">
              <a:rPr lang="de-DE" smtClean="0"/>
              <a:t>18.08.2026</a:t>
            </a:fld>
            <a:endParaRPr lang="de-DE"/>
          </a:p>
        </p:txBody>
      </p:sp>
    </p:spTree>
    <p:extLst>
      <p:ext uri="{BB962C8B-B14F-4D97-AF65-F5344CB8AC3E}">
        <p14:creationId xmlns:p14="http://schemas.microsoft.com/office/powerpoint/2010/main" val="34189331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elfolie_unten_linksbündig_ohne Logo">
    <p:spTree>
      <p:nvGrpSpPr>
        <p:cNvPr id="1" name=""/>
        <p:cNvGrpSpPr/>
        <p:nvPr/>
      </p:nvGrpSpPr>
      <p:grpSpPr>
        <a:xfrm>
          <a:off x="0" y="0"/>
          <a:ext cx="0" cy="0"/>
          <a:chOff x="0" y="0"/>
          <a:chExt cx="0" cy="0"/>
        </a:xfrm>
      </p:grpSpPr>
      <p:sp>
        <p:nvSpPr>
          <p:cNvPr id="8" name="Textplatzhalter 6">
            <a:extLst>
              <a:ext uri="{FF2B5EF4-FFF2-40B4-BE49-F238E27FC236}">
                <a16:creationId xmlns:a16="http://schemas.microsoft.com/office/drawing/2014/main" id="{17F1106C-DD4F-C7B5-045A-743BB329F0D8}"/>
              </a:ext>
            </a:extLst>
          </p:cNvPr>
          <p:cNvSpPr>
            <a:spLocks noGrp="1"/>
          </p:cNvSpPr>
          <p:nvPr>
            <p:ph type="body" sz="quarter" idx="13" hasCustomPrompt="1"/>
          </p:nvPr>
        </p:nvSpPr>
        <p:spPr>
          <a:xfrm>
            <a:off x="383117" y="5717520"/>
            <a:ext cx="11413147" cy="378481"/>
          </a:xfrm>
          <a:prstGeom prst="rect">
            <a:avLst/>
          </a:prstGeom>
        </p:spPr>
        <p:txBody>
          <a:bodyPr>
            <a:normAutofit/>
          </a:bodyPr>
          <a:lstStyle>
            <a:lvl1pPr marL="0" indent="0">
              <a:buNone/>
              <a:defRPr sz="1867">
                <a:solidFill>
                  <a:schemeClr val="bg1"/>
                </a:solidFill>
              </a:defRPr>
            </a:lvl1pPr>
            <a:lvl2pPr>
              <a:defRPr>
                <a:solidFill>
                  <a:schemeClr val="bg1"/>
                </a:solidFill>
              </a:defRPr>
            </a:lvl2pPr>
            <a:lvl3pPr marL="1219139" indent="0">
              <a:buNone/>
              <a:defRPr>
                <a:solidFill>
                  <a:schemeClr val="bg1"/>
                </a:solidFill>
              </a:defRPr>
            </a:lvl3pPr>
            <a:lvl4pPr>
              <a:defRPr>
                <a:solidFill>
                  <a:schemeClr val="bg1"/>
                </a:solidFill>
              </a:defRPr>
            </a:lvl4pPr>
            <a:lvl5pPr>
              <a:defRPr>
                <a:solidFill>
                  <a:schemeClr val="bg1"/>
                </a:solidFill>
              </a:defRPr>
            </a:lvl5pPr>
          </a:lstStyle>
          <a:p>
            <a:pPr lvl="0"/>
            <a:r>
              <a:rPr lang="de-DE"/>
              <a:t>Thema bearbeiten</a:t>
            </a:r>
          </a:p>
        </p:txBody>
      </p:sp>
      <p:sp>
        <p:nvSpPr>
          <p:cNvPr id="10" name="Titel 1">
            <a:extLst>
              <a:ext uri="{FF2B5EF4-FFF2-40B4-BE49-F238E27FC236}">
                <a16:creationId xmlns:a16="http://schemas.microsoft.com/office/drawing/2014/main" id="{29970973-A04B-D76A-C5DF-02834F1724BF}"/>
              </a:ext>
            </a:extLst>
          </p:cNvPr>
          <p:cNvSpPr>
            <a:spLocks noGrp="1"/>
          </p:cNvSpPr>
          <p:nvPr>
            <p:ph type="title" hasCustomPrompt="1"/>
          </p:nvPr>
        </p:nvSpPr>
        <p:spPr>
          <a:xfrm>
            <a:off x="377231" y="3845852"/>
            <a:ext cx="11413147" cy="1768369"/>
          </a:xfrm>
        </p:spPr>
        <p:txBody>
          <a:bodyPr vert="horz" lIns="36000" tIns="45720" rIns="36000" bIns="45720" rtlCol="0" anchor="b">
            <a:noAutofit/>
          </a:bodyPr>
          <a:lstStyle>
            <a:lvl1pPr>
              <a:defRPr lang="de-DE" sz="4000"/>
            </a:lvl1pPr>
          </a:lstStyle>
          <a:p>
            <a:r>
              <a:rPr lang="de-DE" sz="4000"/>
              <a:t>Titel bearbeiten</a:t>
            </a:r>
            <a:br>
              <a:rPr lang="de-DE" sz="4000"/>
            </a:br>
            <a:r>
              <a:rPr lang="de-DE" sz="4000"/>
              <a:t>in Avenir Next LT Pro Demi, 30pt, </a:t>
            </a:r>
            <a:br>
              <a:rPr lang="de-DE" sz="4000"/>
            </a:br>
            <a:r>
              <a:rPr lang="de-DE" sz="4000"/>
              <a:t>dunkelblau, ggf. 3 zeilig</a:t>
            </a:r>
          </a:p>
        </p:txBody>
      </p:sp>
      <p:sp>
        <p:nvSpPr>
          <p:cNvPr id="2" name="Fußzeilenplatzhalter 1">
            <a:extLst>
              <a:ext uri="{FF2B5EF4-FFF2-40B4-BE49-F238E27FC236}">
                <a16:creationId xmlns:a16="http://schemas.microsoft.com/office/drawing/2014/main" id="{5E536CB5-448A-0573-B477-21CD7CDB3D44}"/>
              </a:ext>
            </a:extLst>
          </p:cNvPr>
          <p:cNvSpPr>
            <a:spLocks noGrp="1"/>
          </p:cNvSpPr>
          <p:nvPr>
            <p:ph type="ftr" sz="quarter" idx="14"/>
          </p:nvPr>
        </p:nvSpPr>
        <p:spPr/>
        <p:txBody>
          <a:bodyPr/>
          <a:lstStyle/>
          <a:p>
            <a:r>
              <a:rPr lang="de-DE"/>
              <a:t>AIRCO  |  mosaiic GmbH  |</a:t>
            </a:r>
          </a:p>
        </p:txBody>
      </p:sp>
      <p:sp>
        <p:nvSpPr>
          <p:cNvPr id="3" name="Foliennummernplatzhalter 2">
            <a:extLst>
              <a:ext uri="{FF2B5EF4-FFF2-40B4-BE49-F238E27FC236}">
                <a16:creationId xmlns:a16="http://schemas.microsoft.com/office/drawing/2014/main" id="{E56D5A09-323C-3CFE-24AC-15D391B307BD}"/>
              </a:ext>
            </a:extLst>
          </p:cNvPr>
          <p:cNvSpPr>
            <a:spLocks noGrp="1"/>
          </p:cNvSpPr>
          <p:nvPr>
            <p:ph type="sldNum" sz="quarter" idx="15"/>
          </p:nvPr>
        </p:nvSpPr>
        <p:spPr/>
        <p:txBody>
          <a:bodyPr/>
          <a:lstStyle/>
          <a:p>
            <a:fld id="{F4B5F3EB-31C7-4555-828E-971415072856}" type="slidenum">
              <a:rPr lang="de-DE" smtClean="0"/>
              <a:pPr/>
              <a:t>‹Nr.›</a:t>
            </a:fld>
            <a:endParaRPr lang="de-DE"/>
          </a:p>
        </p:txBody>
      </p:sp>
      <p:sp>
        <p:nvSpPr>
          <p:cNvPr id="4" name="Datumsplatzhalter 3">
            <a:extLst>
              <a:ext uri="{FF2B5EF4-FFF2-40B4-BE49-F238E27FC236}">
                <a16:creationId xmlns:a16="http://schemas.microsoft.com/office/drawing/2014/main" id="{7B8E7DD1-C26C-DF82-F1C8-4A948EE532C0}"/>
              </a:ext>
            </a:extLst>
          </p:cNvPr>
          <p:cNvSpPr>
            <a:spLocks noGrp="1"/>
          </p:cNvSpPr>
          <p:nvPr>
            <p:ph type="dt" sz="half" idx="16"/>
          </p:nvPr>
        </p:nvSpPr>
        <p:spPr>
          <a:xfrm>
            <a:off x="383117" y="-9762"/>
            <a:ext cx="2743200" cy="235057"/>
          </a:xfrm>
        </p:spPr>
        <p:txBody>
          <a:bodyPr/>
          <a:lstStyle/>
          <a:p>
            <a:fld id="{24D168A2-EFA1-4176-BC1E-D63E9FC57ECB}" type="datetime1">
              <a:rPr lang="de-DE" smtClean="0"/>
              <a:t>18.08.2026</a:t>
            </a:fld>
            <a:endParaRPr lang="de-DE"/>
          </a:p>
        </p:txBody>
      </p:sp>
    </p:spTree>
    <p:extLst>
      <p:ext uri="{BB962C8B-B14F-4D97-AF65-F5344CB8AC3E}">
        <p14:creationId xmlns:p14="http://schemas.microsoft.com/office/powerpoint/2010/main" val="14281365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eer + ohne Logo + Fußzeile oben">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A4BC791-1199-7265-1B87-AE79CC85768A}"/>
              </a:ext>
            </a:extLst>
          </p:cNvPr>
          <p:cNvSpPr>
            <a:spLocks noGrp="1"/>
          </p:cNvSpPr>
          <p:nvPr>
            <p:ph type="ftr" sz="quarter" idx="10"/>
          </p:nvPr>
        </p:nvSpPr>
        <p:spPr/>
        <p:txBody>
          <a:bodyPr/>
          <a:lstStyle/>
          <a:p>
            <a:r>
              <a:rPr lang="de-DE"/>
              <a:t>AIRCO  |  mosaiic GmbH  |</a:t>
            </a:r>
          </a:p>
        </p:txBody>
      </p:sp>
      <p:sp>
        <p:nvSpPr>
          <p:cNvPr id="3" name="Foliennummernplatzhalter 2">
            <a:extLst>
              <a:ext uri="{FF2B5EF4-FFF2-40B4-BE49-F238E27FC236}">
                <a16:creationId xmlns:a16="http://schemas.microsoft.com/office/drawing/2014/main" id="{C31C0224-A4EA-0DD5-FA42-3039371FDD0B}"/>
              </a:ext>
            </a:extLst>
          </p:cNvPr>
          <p:cNvSpPr>
            <a:spLocks noGrp="1"/>
          </p:cNvSpPr>
          <p:nvPr>
            <p:ph type="sldNum" sz="quarter" idx="11"/>
          </p:nvPr>
        </p:nvSpPr>
        <p:spPr/>
        <p:txBody>
          <a:bodyPr/>
          <a:lstStyle/>
          <a:p>
            <a:fld id="{F4B5F3EB-31C7-4555-828E-971415072856}" type="slidenum">
              <a:rPr lang="de-DE" smtClean="0"/>
              <a:pPr/>
              <a:t>‹Nr.›</a:t>
            </a:fld>
            <a:endParaRPr lang="de-DE"/>
          </a:p>
        </p:txBody>
      </p:sp>
      <p:sp>
        <p:nvSpPr>
          <p:cNvPr id="4" name="Datumsplatzhalter 3">
            <a:extLst>
              <a:ext uri="{FF2B5EF4-FFF2-40B4-BE49-F238E27FC236}">
                <a16:creationId xmlns:a16="http://schemas.microsoft.com/office/drawing/2014/main" id="{4178AD9A-FA12-0D59-9AB3-5D7AFC0BAC3F}"/>
              </a:ext>
            </a:extLst>
          </p:cNvPr>
          <p:cNvSpPr>
            <a:spLocks noGrp="1"/>
          </p:cNvSpPr>
          <p:nvPr>
            <p:ph type="dt" sz="half" idx="16"/>
          </p:nvPr>
        </p:nvSpPr>
        <p:spPr>
          <a:xfrm>
            <a:off x="383117" y="-9762"/>
            <a:ext cx="2743200" cy="235057"/>
          </a:xfrm>
        </p:spPr>
        <p:txBody>
          <a:bodyPr/>
          <a:lstStyle/>
          <a:p>
            <a:fld id="{EDD64F10-9596-4A57-89C8-2D8A72491421}" type="datetime1">
              <a:rPr lang="de-DE" smtClean="0"/>
              <a:t>18.08.2026</a:t>
            </a:fld>
            <a:endParaRPr lang="de-DE"/>
          </a:p>
        </p:txBody>
      </p:sp>
    </p:spTree>
    <p:extLst>
      <p:ext uri="{BB962C8B-B14F-4D97-AF65-F5344CB8AC3E}">
        <p14:creationId xmlns:p14="http://schemas.microsoft.com/office/powerpoint/2010/main" val="14566124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 H1/ H3 + ohne Logo + Fußzeile oben">
    <p:spTree>
      <p:nvGrpSpPr>
        <p:cNvPr id="1" name=""/>
        <p:cNvGrpSpPr/>
        <p:nvPr/>
      </p:nvGrpSpPr>
      <p:grpSpPr>
        <a:xfrm>
          <a:off x="0" y="0"/>
          <a:ext cx="0" cy="0"/>
          <a:chOff x="0" y="0"/>
          <a:chExt cx="0" cy="0"/>
        </a:xfrm>
      </p:grpSpPr>
      <p:sp>
        <p:nvSpPr>
          <p:cNvPr id="22" name="Titel 0">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8" y="297875"/>
            <a:ext cx="11434662" cy="830989"/>
          </a:xfrm>
        </p:spPr>
        <p:txBody>
          <a:bodyPr/>
          <a:lstStyle>
            <a:lvl1pPr>
              <a:defRPr/>
            </a:lvl1pPr>
          </a:lstStyle>
          <a:p>
            <a:r>
              <a:rPr lang="de-DE"/>
              <a:t>Headline1</a:t>
            </a:r>
          </a:p>
        </p:txBody>
      </p:sp>
      <p:sp>
        <p:nvSpPr>
          <p:cNvPr id="4" name="Inhaltsplatzhalter 4">
            <a:extLst>
              <a:ext uri="{FF2B5EF4-FFF2-40B4-BE49-F238E27FC236}">
                <a16:creationId xmlns:a16="http://schemas.microsoft.com/office/drawing/2014/main" id="{4F9499C5-5410-2C13-2905-ACC66235E2AD}"/>
              </a:ext>
            </a:extLst>
          </p:cNvPr>
          <p:cNvSpPr>
            <a:spLocks noGrp="1"/>
          </p:cNvSpPr>
          <p:nvPr>
            <p:ph sz="quarter" idx="17"/>
          </p:nvPr>
        </p:nvSpPr>
        <p:spPr>
          <a:xfrm>
            <a:off x="382587" y="1454709"/>
            <a:ext cx="11435188" cy="5035847"/>
          </a:xfrm>
        </p:spPr>
        <p:txBody>
          <a:bodyPr/>
          <a:lstStyle>
            <a:lvl1pPr>
              <a:spcAft>
                <a:spcPts val="1000"/>
              </a:spcAft>
              <a:defRPr/>
            </a:lvl1pPr>
            <a:lvl2pPr>
              <a:spcAft>
                <a:spcPts val="1000"/>
              </a:spcAft>
              <a:defRPr/>
            </a:lvl2pPr>
            <a:lvl3pPr>
              <a:spcAft>
                <a:spcPts val="1000"/>
              </a:spcAft>
              <a:defRPr/>
            </a:lvl3pPr>
            <a:lvl4pPr>
              <a:spcAft>
                <a:spcPts val="1000"/>
              </a:spcAft>
              <a:defRPr/>
            </a:lvl4pPr>
            <a:lvl5pPr>
              <a:spcAft>
                <a:spcPts val="1000"/>
              </a:spcAf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1">
            <a:extLst>
              <a:ext uri="{FF2B5EF4-FFF2-40B4-BE49-F238E27FC236}">
                <a16:creationId xmlns:a16="http://schemas.microsoft.com/office/drawing/2014/main" id="{72277774-1994-F73B-88FD-3EF4789219F2}"/>
              </a:ext>
            </a:extLst>
          </p:cNvPr>
          <p:cNvSpPr>
            <a:spLocks noGrp="1"/>
          </p:cNvSpPr>
          <p:nvPr>
            <p:ph type="body" sz="quarter" idx="13" hasCustomPrompt="1"/>
          </p:nvPr>
        </p:nvSpPr>
        <p:spPr>
          <a:xfrm>
            <a:off x="383113" y="715161"/>
            <a:ext cx="11434662"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2" name="Fußzeilenplatzhalter 1">
            <a:extLst>
              <a:ext uri="{FF2B5EF4-FFF2-40B4-BE49-F238E27FC236}">
                <a16:creationId xmlns:a16="http://schemas.microsoft.com/office/drawing/2014/main" id="{A0BF1C5C-DD8B-81A6-2C05-AB2A17632159}"/>
              </a:ext>
            </a:extLst>
          </p:cNvPr>
          <p:cNvSpPr>
            <a:spLocks noGrp="1"/>
          </p:cNvSpPr>
          <p:nvPr>
            <p:ph type="ftr" sz="quarter" idx="18"/>
          </p:nvPr>
        </p:nvSpPr>
        <p:spPr/>
        <p:txBody>
          <a:bodyPr/>
          <a:lstStyle/>
          <a:p>
            <a:r>
              <a:rPr lang="de-DE"/>
              <a:t>AIRCO  |  mosaiic GmbH  |</a:t>
            </a:r>
          </a:p>
        </p:txBody>
      </p:sp>
      <p:sp>
        <p:nvSpPr>
          <p:cNvPr id="3" name="Foliennummernplatzhalter 2">
            <a:extLst>
              <a:ext uri="{FF2B5EF4-FFF2-40B4-BE49-F238E27FC236}">
                <a16:creationId xmlns:a16="http://schemas.microsoft.com/office/drawing/2014/main" id="{379E3440-BB84-1F2C-C515-31E8A514CA1D}"/>
              </a:ext>
            </a:extLst>
          </p:cNvPr>
          <p:cNvSpPr>
            <a:spLocks noGrp="1"/>
          </p:cNvSpPr>
          <p:nvPr>
            <p:ph type="sldNum" sz="quarter" idx="19"/>
          </p:nvPr>
        </p:nvSpPr>
        <p:spPr/>
        <p:txBody>
          <a:bodyPr/>
          <a:lstStyle/>
          <a:p>
            <a:fld id="{F4B5F3EB-31C7-4555-828E-971415072856}" type="slidenum">
              <a:rPr lang="de-DE" smtClean="0"/>
              <a:pPr/>
              <a:t>‹Nr.›</a:t>
            </a:fld>
            <a:endParaRPr lang="de-DE"/>
          </a:p>
        </p:txBody>
      </p:sp>
      <p:sp>
        <p:nvSpPr>
          <p:cNvPr id="6" name="Datumsplatzhalter 3">
            <a:extLst>
              <a:ext uri="{FF2B5EF4-FFF2-40B4-BE49-F238E27FC236}">
                <a16:creationId xmlns:a16="http://schemas.microsoft.com/office/drawing/2014/main" id="{81E501BD-A3A0-B44E-589D-4E22CBEF049A}"/>
              </a:ext>
            </a:extLst>
          </p:cNvPr>
          <p:cNvSpPr>
            <a:spLocks noGrp="1"/>
          </p:cNvSpPr>
          <p:nvPr>
            <p:ph type="dt" sz="half" idx="16"/>
          </p:nvPr>
        </p:nvSpPr>
        <p:spPr>
          <a:xfrm>
            <a:off x="383117" y="-9762"/>
            <a:ext cx="2743200" cy="235057"/>
          </a:xfrm>
        </p:spPr>
        <p:txBody>
          <a:bodyPr/>
          <a:lstStyle/>
          <a:p>
            <a:fld id="{B486F9DE-F45D-4BFA-9259-5FA6C33BD61E}" type="datetime1">
              <a:rPr lang="de-DE" smtClean="0"/>
              <a:t>18.08.2026</a:t>
            </a:fld>
            <a:endParaRPr lang="de-DE"/>
          </a:p>
        </p:txBody>
      </p:sp>
    </p:spTree>
    <p:extLst>
      <p:ext uri="{BB962C8B-B14F-4D97-AF65-F5344CB8AC3E}">
        <p14:creationId xmlns:p14="http://schemas.microsoft.com/office/powerpoint/2010/main" val="23982161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 H1/H2/H3 + ohne Logo + Fußzeile oben">
    <p:spTree>
      <p:nvGrpSpPr>
        <p:cNvPr id="1" name=""/>
        <p:cNvGrpSpPr/>
        <p:nvPr/>
      </p:nvGrpSpPr>
      <p:grpSpPr>
        <a:xfrm>
          <a:off x="0" y="0"/>
          <a:ext cx="0" cy="0"/>
          <a:chOff x="0" y="0"/>
          <a:chExt cx="0" cy="0"/>
        </a:xfrm>
      </p:grpSpPr>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8" y="297875"/>
            <a:ext cx="11434662" cy="830989"/>
          </a:xfrm>
        </p:spPr>
        <p:txBody>
          <a:bodyPr/>
          <a:lstStyle>
            <a:lvl1pPr>
              <a:defRPr/>
            </a:lvl1pPr>
          </a:lstStyle>
          <a:p>
            <a:r>
              <a:rPr lang="de-DE"/>
              <a:t>Headline1 </a:t>
            </a:r>
            <a:br>
              <a:rPr lang="de-DE"/>
            </a:br>
            <a:r>
              <a:rPr lang="de-DE"/>
              <a:t>Headline2</a:t>
            </a:r>
          </a:p>
        </p:txBody>
      </p:sp>
      <p:sp>
        <p:nvSpPr>
          <p:cNvPr id="5" name="Inhaltsplatzhalter 4">
            <a:extLst>
              <a:ext uri="{FF2B5EF4-FFF2-40B4-BE49-F238E27FC236}">
                <a16:creationId xmlns:a16="http://schemas.microsoft.com/office/drawing/2014/main" id="{0BED28B2-F131-22FE-18BB-B67310567DEB}"/>
              </a:ext>
            </a:extLst>
          </p:cNvPr>
          <p:cNvSpPr>
            <a:spLocks noGrp="1"/>
          </p:cNvSpPr>
          <p:nvPr>
            <p:ph sz="quarter" idx="17"/>
          </p:nvPr>
        </p:nvSpPr>
        <p:spPr>
          <a:xfrm>
            <a:off x="382587" y="2109986"/>
            <a:ext cx="11435188" cy="4380569"/>
          </a:xfrm>
        </p:spPr>
        <p:txBody>
          <a:bodyPr/>
          <a:lstStyle>
            <a:lvl1pPr>
              <a:spcAft>
                <a:spcPts val="1000"/>
              </a:spcAft>
              <a:defRPr/>
            </a:lvl1pPr>
            <a:lvl2pPr>
              <a:spcAft>
                <a:spcPts val="1000"/>
              </a:spcAft>
              <a:defRPr/>
            </a:lvl2pPr>
            <a:lvl3pPr>
              <a:spcAft>
                <a:spcPts val="1000"/>
              </a:spcAft>
              <a:defRPr/>
            </a:lvl3pPr>
            <a:lvl4pPr>
              <a:spcAft>
                <a:spcPts val="1000"/>
              </a:spcAft>
              <a:defRPr/>
            </a:lvl4pPr>
            <a:lvl5pPr>
              <a:spcAft>
                <a:spcPts val="1000"/>
              </a:spcAf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9" name="Textplatzhalter 1">
            <a:extLst>
              <a:ext uri="{FF2B5EF4-FFF2-40B4-BE49-F238E27FC236}">
                <a16:creationId xmlns:a16="http://schemas.microsoft.com/office/drawing/2014/main" id="{2ADFC871-3897-583D-A565-7B73DE888D60}"/>
              </a:ext>
            </a:extLst>
          </p:cNvPr>
          <p:cNvSpPr>
            <a:spLocks noGrp="1"/>
          </p:cNvSpPr>
          <p:nvPr>
            <p:ph type="body" sz="quarter" idx="13" hasCustomPrompt="1"/>
          </p:nvPr>
        </p:nvSpPr>
        <p:spPr>
          <a:xfrm>
            <a:off x="383113" y="1400961"/>
            <a:ext cx="11434662"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10" name="Datumsplatzhalter 9">
            <a:extLst>
              <a:ext uri="{FF2B5EF4-FFF2-40B4-BE49-F238E27FC236}">
                <a16:creationId xmlns:a16="http://schemas.microsoft.com/office/drawing/2014/main" id="{F8F46D8B-79BC-5ED8-BDB1-0A42156409A4}"/>
              </a:ext>
            </a:extLst>
          </p:cNvPr>
          <p:cNvSpPr>
            <a:spLocks noGrp="1"/>
          </p:cNvSpPr>
          <p:nvPr>
            <p:ph type="dt" sz="half" idx="18"/>
          </p:nvPr>
        </p:nvSpPr>
        <p:spPr/>
        <p:txBody>
          <a:bodyPr/>
          <a:lstStyle/>
          <a:p>
            <a:fld id="{0502C591-C688-4372-BDB5-2E2E3C3FCB8F}" type="datetime1">
              <a:rPr lang="de-DE" smtClean="0"/>
              <a:t>18.08.2026</a:t>
            </a:fld>
            <a:endParaRPr lang="de-DE"/>
          </a:p>
        </p:txBody>
      </p:sp>
      <p:sp>
        <p:nvSpPr>
          <p:cNvPr id="11" name="Fußzeilenplatzhalter 10">
            <a:extLst>
              <a:ext uri="{FF2B5EF4-FFF2-40B4-BE49-F238E27FC236}">
                <a16:creationId xmlns:a16="http://schemas.microsoft.com/office/drawing/2014/main" id="{BC1A0965-778A-9DFB-0CDB-89AED03A52C4}"/>
              </a:ext>
            </a:extLst>
          </p:cNvPr>
          <p:cNvSpPr>
            <a:spLocks noGrp="1"/>
          </p:cNvSpPr>
          <p:nvPr>
            <p:ph type="ftr" sz="quarter" idx="19"/>
          </p:nvPr>
        </p:nvSpPr>
        <p:spPr/>
        <p:txBody>
          <a:bodyPr/>
          <a:lstStyle/>
          <a:p>
            <a:r>
              <a:rPr lang="de-DE"/>
              <a:t>AIRCO  |  mosaiic GmbH  |</a:t>
            </a:r>
          </a:p>
        </p:txBody>
      </p:sp>
      <p:sp>
        <p:nvSpPr>
          <p:cNvPr id="12" name="Foliennummernplatzhalter 11">
            <a:extLst>
              <a:ext uri="{FF2B5EF4-FFF2-40B4-BE49-F238E27FC236}">
                <a16:creationId xmlns:a16="http://schemas.microsoft.com/office/drawing/2014/main" id="{C2152FF0-3BDF-4B42-8D0F-44C3E3BF4D10}"/>
              </a:ext>
            </a:extLst>
          </p:cNvPr>
          <p:cNvSpPr>
            <a:spLocks noGrp="1"/>
          </p:cNvSpPr>
          <p:nvPr>
            <p:ph type="sldNum" sz="quarter" idx="20"/>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8767310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elfolie_mittig_zentriert_ohne Logo">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285B7E-2BAB-36C5-D828-8F68990C577A}"/>
              </a:ext>
            </a:extLst>
          </p:cNvPr>
          <p:cNvSpPr>
            <a:spLocks noGrp="1"/>
          </p:cNvSpPr>
          <p:nvPr>
            <p:ph type="ctrTitle" hasCustomPrompt="1"/>
          </p:nvPr>
        </p:nvSpPr>
        <p:spPr>
          <a:xfrm>
            <a:off x="1839844" y="1423054"/>
            <a:ext cx="8512313" cy="2222660"/>
          </a:xfrm>
        </p:spPr>
        <p:txBody>
          <a:bodyPr anchor="b"/>
          <a:lstStyle>
            <a:lvl1pPr algn="ctr">
              <a:defRPr sz="5600">
                <a:solidFill>
                  <a:schemeClr val="bg1"/>
                </a:solidFill>
              </a:defRPr>
            </a:lvl1pPr>
          </a:lstStyle>
          <a:p>
            <a:r>
              <a:rPr lang="de-DE"/>
              <a:t>Key Statement bearbeiten</a:t>
            </a:r>
          </a:p>
        </p:txBody>
      </p:sp>
      <p:sp>
        <p:nvSpPr>
          <p:cNvPr id="3" name="Untertitel 2">
            <a:extLst>
              <a:ext uri="{FF2B5EF4-FFF2-40B4-BE49-F238E27FC236}">
                <a16:creationId xmlns:a16="http://schemas.microsoft.com/office/drawing/2014/main" id="{35CB8BD7-0DE8-7A2F-385D-F0CF05F718F2}"/>
              </a:ext>
            </a:extLst>
          </p:cNvPr>
          <p:cNvSpPr>
            <a:spLocks noGrp="1"/>
          </p:cNvSpPr>
          <p:nvPr>
            <p:ph type="subTitle" idx="1" hasCustomPrompt="1"/>
          </p:nvPr>
        </p:nvSpPr>
        <p:spPr>
          <a:xfrm>
            <a:off x="1839844" y="4010773"/>
            <a:ext cx="8512313" cy="1355595"/>
          </a:xfrm>
          <a:prstGeom prst="rect">
            <a:avLst/>
          </a:prstGeom>
        </p:spPr>
        <p:txBody>
          <a:bodyPr>
            <a:normAutofit/>
          </a:bodyPr>
          <a:lstStyle>
            <a:lvl1pPr marL="0" indent="0" algn="ctr">
              <a:buNone/>
              <a:defRPr sz="2267">
                <a:solidFill>
                  <a:schemeClr val="bg1"/>
                </a:solidFill>
              </a:defRPr>
            </a:lvl1pPr>
            <a:lvl2pPr marL="609570" indent="0" algn="ctr">
              <a:buNone/>
              <a:defRPr sz="2667"/>
            </a:lvl2pPr>
            <a:lvl3pPr marL="1219139" indent="0" algn="ctr">
              <a:buNone/>
              <a:defRPr sz="2400"/>
            </a:lvl3pPr>
            <a:lvl4pPr marL="1828709" indent="0" algn="ctr">
              <a:buNone/>
              <a:defRPr sz="2133"/>
            </a:lvl4pPr>
            <a:lvl5pPr marL="2438278" indent="0" algn="ctr">
              <a:buNone/>
              <a:defRPr sz="2133"/>
            </a:lvl5pPr>
            <a:lvl6pPr marL="3047848" indent="0" algn="ctr">
              <a:buNone/>
              <a:defRPr sz="2133"/>
            </a:lvl6pPr>
            <a:lvl7pPr marL="3657417" indent="0" algn="ctr">
              <a:buNone/>
              <a:defRPr sz="2133"/>
            </a:lvl7pPr>
            <a:lvl8pPr marL="4266987" indent="0" algn="ctr">
              <a:buNone/>
              <a:defRPr sz="2133"/>
            </a:lvl8pPr>
            <a:lvl9pPr marL="4876557" indent="0" algn="ctr">
              <a:buNone/>
              <a:defRPr sz="2133"/>
            </a:lvl9pPr>
          </a:lstStyle>
          <a:p>
            <a:r>
              <a:rPr lang="de-DE"/>
              <a:t>Key Statement bearbeiten</a:t>
            </a:r>
          </a:p>
        </p:txBody>
      </p:sp>
      <p:cxnSp>
        <p:nvCxnSpPr>
          <p:cNvPr id="4" name="Gerader Verbinder 3">
            <a:extLst>
              <a:ext uri="{FF2B5EF4-FFF2-40B4-BE49-F238E27FC236}">
                <a16:creationId xmlns:a16="http://schemas.microsoft.com/office/drawing/2014/main" id="{BF0B65F6-D4B2-9320-B252-9E9EE9FA9D3E}"/>
              </a:ext>
            </a:extLst>
          </p:cNvPr>
          <p:cNvCxnSpPr>
            <a:cxnSpLocks/>
          </p:cNvCxnSpPr>
          <p:nvPr userDrawn="1"/>
        </p:nvCxnSpPr>
        <p:spPr>
          <a:xfrm>
            <a:off x="1508810" y="3844357"/>
            <a:ext cx="9174381" cy="1"/>
          </a:xfrm>
          <a:prstGeom prst="line">
            <a:avLst/>
          </a:prstGeom>
          <a:ln w="15875">
            <a:solidFill>
              <a:schemeClr val="accent2"/>
            </a:solidFill>
          </a:ln>
        </p:spPr>
        <p:style>
          <a:lnRef idx="2">
            <a:schemeClr val="accent1"/>
          </a:lnRef>
          <a:fillRef idx="0">
            <a:schemeClr val="accent1"/>
          </a:fillRef>
          <a:effectRef idx="1">
            <a:schemeClr val="accent1"/>
          </a:effectRef>
          <a:fontRef idx="minor">
            <a:schemeClr val="tx1"/>
          </a:fontRef>
        </p:style>
      </p:cxnSp>
      <p:sp>
        <p:nvSpPr>
          <p:cNvPr id="5" name="Fußzeilenplatzhalter 4">
            <a:extLst>
              <a:ext uri="{FF2B5EF4-FFF2-40B4-BE49-F238E27FC236}">
                <a16:creationId xmlns:a16="http://schemas.microsoft.com/office/drawing/2014/main" id="{0BF67F16-DC81-39F3-11A0-1FC3D63C34BE}"/>
              </a:ext>
            </a:extLst>
          </p:cNvPr>
          <p:cNvSpPr>
            <a:spLocks noGrp="1"/>
          </p:cNvSpPr>
          <p:nvPr>
            <p:ph type="ftr" sz="quarter" idx="10"/>
          </p:nvPr>
        </p:nvSpPr>
        <p:spPr/>
        <p:txBody>
          <a:bodyPr/>
          <a:lstStyle/>
          <a:p>
            <a:r>
              <a:rPr lang="de-DE"/>
              <a:t>AIRCO  |  mosaiic GmbH  |</a:t>
            </a:r>
          </a:p>
        </p:txBody>
      </p:sp>
      <p:sp>
        <p:nvSpPr>
          <p:cNvPr id="6" name="Foliennummernplatzhalter 5">
            <a:extLst>
              <a:ext uri="{FF2B5EF4-FFF2-40B4-BE49-F238E27FC236}">
                <a16:creationId xmlns:a16="http://schemas.microsoft.com/office/drawing/2014/main" id="{B87D8224-06E2-04EE-8EA6-36DD963D3C13}"/>
              </a:ext>
            </a:extLst>
          </p:cNvPr>
          <p:cNvSpPr>
            <a:spLocks noGrp="1"/>
          </p:cNvSpPr>
          <p:nvPr>
            <p:ph type="sldNum" sz="quarter" idx="11"/>
          </p:nvPr>
        </p:nvSpPr>
        <p:spPr/>
        <p:txBody>
          <a:bodyPr/>
          <a:lstStyle/>
          <a:p>
            <a:fld id="{F4B5F3EB-31C7-4555-828E-971415072856}" type="slidenum">
              <a:rPr lang="de-DE" smtClean="0"/>
              <a:pPr/>
              <a:t>‹Nr.›</a:t>
            </a:fld>
            <a:endParaRPr lang="de-DE"/>
          </a:p>
        </p:txBody>
      </p:sp>
      <p:sp>
        <p:nvSpPr>
          <p:cNvPr id="7" name="Datumsplatzhalter 3">
            <a:extLst>
              <a:ext uri="{FF2B5EF4-FFF2-40B4-BE49-F238E27FC236}">
                <a16:creationId xmlns:a16="http://schemas.microsoft.com/office/drawing/2014/main" id="{0D012020-DD7D-239A-4224-5EC87A81D3DF}"/>
              </a:ext>
            </a:extLst>
          </p:cNvPr>
          <p:cNvSpPr>
            <a:spLocks noGrp="1"/>
          </p:cNvSpPr>
          <p:nvPr>
            <p:ph type="dt" sz="half" idx="16"/>
          </p:nvPr>
        </p:nvSpPr>
        <p:spPr>
          <a:xfrm>
            <a:off x="383117" y="-9762"/>
            <a:ext cx="2743200" cy="235057"/>
          </a:xfrm>
        </p:spPr>
        <p:txBody>
          <a:bodyPr/>
          <a:lstStyle/>
          <a:p>
            <a:fld id="{0720327D-BED7-41B7-8312-A754F2700562}" type="datetime1">
              <a:rPr lang="de-DE" smtClean="0"/>
              <a:t>18.08.2026</a:t>
            </a:fld>
            <a:endParaRPr lang="de-DE"/>
          </a:p>
        </p:txBody>
      </p:sp>
    </p:spTree>
    <p:extLst>
      <p:ext uri="{BB962C8B-B14F-4D97-AF65-F5344CB8AC3E}">
        <p14:creationId xmlns:p14="http://schemas.microsoft.com/office/powerpoint/2010/main" val="8043881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osaiic Folienmaster">
    <p:spTree>
      <p:nvGrpSpPr>
        <p:cNvPr id="1" name=""/>
        <p:cNvGrpSpPr/>
        <p:nvPr/>
      </p:nvGrpSpPr>
      <p:grpSpPr>
        <a:xfrm>
          <a:off x="0" y="0"/>
          <a:ext cx="0" cy="0"/>
          <a:chOff x="0" y="0"/>
          <a:chExt cx="0" cy="0"/>
        </a:xfrm>
      </p:grpSpPr>
      <p:pic>
        <p:nvPicPr>
          <p:cNvPr id="2" name="Grafik 1">
            <a:extLst>
              <a:ext uri="{FF2B5EF4-FFF2-40B4-BE49-F238E27FC236}">
                <a16:creationId xmlns:a16="http://schemas.microsoft.com/office/drawing/2014/main" id="{F1EFF26C-9407-061C-63A1-3FF24A9F489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080979" y="1830350"/>
            <a:ext cx="5904641" cy="3071899"/>
          </a:xfrm>
          <a:prstGeom prst="rect">
            <a:avLst/>
          </a:prstGeom>
        </p:spPr>
      </p:pic>
      <p:sp>
        <p:nvSpPr>
          <p:cNvPr id="3" name="Datumsplatzhalter 2">
            <a:extLst>
              <a:ext uri="{FF2B5EF4-FFF2-40B4-BE49-F238E27FC236}">
                <a16:creationId xmlns:a16="http://schemas.microsoft.com/office/drawing/2014/main" id="{12702CA0-4D99-6F39-8C62-105C247FC6F3}"/>
              </a:ext>
            </a:extLst>
          </p:cNvPr>
          <p:cNvSpPr>
            <a:spLocks noGrp="1"/>
          </p:cNvSpPr>
          <p:nvPr>
            <p:ph type="dt" sz="half" idx="2"/>
          </p:nvPr>
        </p:nvSpPr>
        <p:spPr>
          <a:xfrm>
            <a:off x="383117" y="6634231"/>
            <a:ext cx="3132596" cy="235058"/>
          </a:xfrm>
          <a:prstGeom prst="rect">
            <a:avLst/>
          </a:prstGeom>
        </p:spPr>
        <p:txBody>
          <a:bodyPr lIns="0" tIns="0" rIns="0" bIns="0" anchor="ctr"/>
          <a:lstStyle>
            <a:lvl1pPr>
              <a:defRPr sz="933">
                <a:solidFill>
                  <a:schemeClr val="bg1"/>
                </a:solidFill>
              </a:defRPr>
            </a:lvl1pPr>
          </a:lstStyle>
          <a:p>
            <a:fld id="{DC4945B5-3BAE-43A0-84E4-0F1F61DA2D55}" type="datetime1">
              <a:rPr lang="de-DE" smtClean="0"/>
              <a:t>18.08.2026</a:t>
            </a:fld>
            <a:endParaRPr lang="de-DE"/>
          </a:p>
        </p:txBody>
      </p:sp>
      <p:sp>
        <p:nvSpPr>
          <p:cNvPr id="4" name="Fußzeilenplatzhalter 3">
            <a:extLst>
              <a:ext uri="{FF2B5EF4-FFF2-40B4-BE49-F238E27FC236}">
                <a16:creationId xmlns:a16="http://schemas.microsoft.com/office/drawing/2014/main" id="{4BF494B5-FAF8-4F0C-F13B-BC8A0F3E350F}"/>
              </a:ext>
            </a:extLst>
          </p:cNvPr>
          <p:cNvSpPr>
            <a:spLocks noGrp="1"/>
          </p:cNvSpPr>
          <p:nvPr>
            <p:ph type="ftr" sz="quarter" idx="3"/>
          </p:nvPr>
        </p:nvSpPr>
        <p:spPr>
          <a:xfrm>
            <a:off x="3515713" y="6634231"/>
            <a:ext cx="8302062" cy="235057"/>
          </a:xfrm>
          <a:prstGeom prst="rect">
            <a:avLst/>
          </a:prstGeom>
        </p:spPr>
        <p:txBody>
          <a:bodyPr lIns="0" tIns="0" rIns="0" bIns="0" anchor="ctr"/>
          <a:lstStyle>
            <a:lvl1pPr algn="r">
              <a:defRPr sz="933">
                <a:solidFill>
                  <a:schemeClr val="bg1"/>
                </a:solidFill>
              </a:defRPr>
            </a:lvl1pPr>
          </a:lstStyle>
          <a:p>
            <a:r>
              <a:rPr lang="de-DE"/>
              <a:t>AIRCO  |  mosaiic GmbH  |</a:t>
            </a:r>
          </a:p>
        </p:txBody>
      </p:sp>
      <p:sp>
        <p:nvSpPr>
          <p:cNvPr id="5" name="Foliennummernplatzhalter 4">
            <a:extLst>
              <a:ext uri="{FF2B5EF4-FFF2-40B4-BE49-F238E27FC236}">
                <a16:creationId xmlns:a16="http://schemas.microsoft.com/office/drawing/2014/main" id="{55AE430B-AA71-BF34-AE84-0AB70B445F92}"/>
              </a:ext>
            </a:extLst>
          </p:cNvPr>
          <p:cNvSpPr>
            <a:spLocks noGrp="1"/>
          </p:cNvSpPr>
          <p:nvPr>
            <p:ph type="sldNum" sz="quarter" idx="4"/>
          </p:nvPr>
        </p:nvSpPr>
        <p:spPr>
          <a:xfrm>
            <a:off x="11817775" y="6634229"/>
            <a:ext cx="374222" cy="235057"/>
          </a:xfrm>
          <a:prstGeom prst="rect">
            <a:avLst/>
          </a:prstGeom>
        </p:spPr>
        <p:txBody>
          <a:bodyPr lIns="54000" tIns="0" rIns="0" bIns="0" anchor="ctr"/>
          <a:lstStyle>
            <a:lvl1pPr algn="l">
              <a:defRPr sz="933">
                <a:solidFill>
                  <a:schemeClr val="bg1"/>
                </a:solidFill>
              </a:defRPr>
            </a:lvl1pPr>
          </a:lstStyle>
          <a:p>
            <a:fld id="{F4B5F3EB-31C7-4555-828E-971415072856}" type="slidenum">
              <a:rPr lang="de-DE" smtClean="0"/>
              <a:pPr/>
              <a:t>‹Nr.›</a:t>
            </a:fld>
            <a:endParaRPr lang="de-DE"/>
          </a:p>
        </p:txBody>
      </p:sp>
    </p:spTree>
    <p:extLst>
      <p:ext uri="{BB962C8B-B14F-4D97-AF65-F5344CB8AC3E}">
        <p14:creationId xmlns:p14="http://schemas.microsoft.com/office/powerpoint/2010/main" val="58322540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elfolie_mittig_linksbündig_ohne Fußzeile_mit Logo">
    <p:spTree>
      <p:nvGrpSpPr>
        <p:cNvPr id="1" name=""/>
        <p:cNvGrpSpPr/>
        <p:nvPr/>
      </p:nvGrpSpPr>
      <p:grpSpPr>
        <a:xfrm>
          <a:off x="0" y="0"/>
          <a:ext cx="0" cy="0"/>
          <a:chOff x="0" y="0"/>
          <a:chExt cx="0" cy="0"/>
        </a:xfrm>
      </p:grpSpPr>
      <p:sp>
        <p:nvSpPr>
          <p:cNvPr id="76" name="Textplatzhalter 80">
            <a:extLst>
              <a:ext uri="{FF2B5EF4-FFF2-40B4-BE49-F238E27FC236}">
                <a16:creationId xmlns:a16="http://schemas.microsoft.com/office/drawing/2014/main" id="{EFED5BB8-9EA0-FC84-E74F-E0E376947300}"/>
              </a:ext>
            </a:extLst>
          </p:cNvPr>
          <p:cNvSpPr>
            <a:spLocks noGrp="1"/>
          </p:cNvSpPr>
          <p:nvPr>
            <p:ph type="body" sz="quarter" idx="11"/>
          </p:nvPr>
        </p:nvSpPr>
        <p:spPr>
          <a:xfrm>
            <a:off x="743892" y="1995296"/>
            <a:ext cx="8950109" cy="1329595"/>
          </a:xfrm>
          <a:prstGeom prst="rect">
            <a:avLst/>
          </a:prstGeom>
        </p:spPr>
        <p:txBody>
          <a:bodyPr vert="horz" wrap="square" lIns="0" tIns="0" rIns="0" bIns="0" rtlCol="0" anchor="b">
            <a:spAutoFit/>
          </a:bodyPr>
          <a:lstStyle>
            <a:lvl1pPr marL="0" indent="0">
              <a:buNone/>
              <a:defRPr kumimoji="0" lang="de-DE" sz="4800" b="0" i="0" u="none" strike="noStrike" cap="none" spc="0" normalizeH="0" baseline="0" dirty="0" smtClean="0">
                <a:ln>
                  <a:noFill/>
                </a:ln>
                <a:solidFill>
                  <a:schemeClr val="bg1"/>
                </a:solidFill>
                <a:effectLst/>
                <a:uLnTx/>
                <a:uFillTx/>
                <a:latin typeface="+mj-lt"/>
                <a:ea typeface="+mj-ea"/>
                <a:cs typeface="+mj-cs"/>
              </a:defRPr>
            </a:lvl1pPr>
            <a:lvl2pPr>
              <a:defRPr lang="de-DE" sz="2400" dirty="0" smtClean="0"/>
            </a:lvl2pPr>
            <a:lvl3pPr>
              <a:defRPr lang="de-DE" sz="2400" dirty="0" smtClean="0"/>
            </a:lvl3pPr>
            <a:lvl4pPr>
              <a:defRPr lang="de-DE" dirty="0" smtClean="0"/>
            </a:lvl4pPr>
            <a:lvl5pPr>
              <a:defRPr lang="de-DE" dirty="0"/>
            </a:lvl5pPr>
          </a:lstStyle>
          <a:p>
            <a:pPr marL="228594" marR="0" lvl="0" indent="-228594" defTabSz="575971" fontAlgn="auto">
              <a:spcBef>
                <a:spcPct val="0"/>
              </a:spcBef>
              <a:spcAft>
                <a:spcPts val="0"/>
              </a:spcAft>
              <a:buClrTx/>
              <a:buSzTx/>
              <a:tabLst/>
            </a:pPr>
            <a:r>
              <a:rPr lang="de-DE"/>
              <a:t>Mastertextformat bearbeiten</a:t>
            </a:r>
          </a:p>
          <a:p>
            <a:pPr marL="228594" marR="0" lvl="0" indent="-228594" defTabSz="575971" fontAlgn="auto">
              <a:spcBef>
                <a:spcPct val="0"/>
              </a:spcBef>
              <a:spcAft>
                <a:spcPts val="0"/>
              </a:spcAft>
              <a:buClrTx/>
              <a:buSzTx/>
              <a:tabLst/>
            </a:pPr>
            <a:r>
              <a:rPr lang="de-DE"/>
              <a:t>ggf. zweizeilig</a:t>
            </a:r>
          </a:p>
        </p:txBody>
      </p:sp>
      <p:sp>
        <p:nvSpPr>
          <p:cNvPr id="77" name="Textplatzhalter 82">
            <a:extLst>
              <a:ext uri="{FF2B5EF4-FFF2-40B4-BE49-F238E27FC236}">
                <a16:creationId xmlns:a16="http://schemas.microsoft.com/office/drawing/2014/main" id="{0766679E-D051-DD50-77BF-D027FA627D66}"/>
              </a:ext>
            </a:extLst>
          </p:cNvPr>
          <p:cNvSpPr>
            <a:spLocks noGrp="1"/>
          </p:cNvSpPr>
          <p:nvPr>
            <p:ph type="body" sz="quarter" idx="12"/>
          </p:nvPr>
        </p:nvSpPr>
        <p:spPr>
          <a:xfrm>
            <a:off x="743892" y="3487534"/>
            <a:ext cx="8950109" cy="246221"/>
          </a:xfrm>
          <a:prstGeom prst="rect">
            <a:avLst/>
          </a:prstGeom>
        </p:spPr>
        <p:txBody>
          <a:bodyPr vert="horz" wrap="square" lIns="0" tIns="0" rIns="0" bIns="0" rtlCol="0">
            <a:spAutoFit/>
          </a:bodyPr>
          <a:lstStyle>
            <a:lvl1pPr marL="0" indent="0">
              <a:buNone/>
              <a:defRPr kumimoji="0" lang="de-DE" sz="1600" b="0" i="0" u="none" strike="noStrike" cap="none" spc="0" normalizeH="0" baseline="0" dirty="0" smtClean="0">
                <a:ln>
                  <a:noFill/>
                </a:ln>
                <a:solidFill>
                  <a:schemeClr val="bg1"/>
                </a:solidFill>
                <a:effectLst/>
                <a:uLnTx/>
                <a:uFillTx/>
                <a:latin typeface="+mn-lt"/>
              </a:defRPr>
            </a:lvl1pPr>
            <a:lvl2pPr>
              <a:defRPr lang="de-DE" sz="2667" dirty="0" smtClean="0">
                <a:solidFill>
                  <a:schemeClr val="tx2"/>
                </a:solidFill>
              </a:defRPr>
            </a:lvl2pPr>
            <a:lvl3pPr>
              <a:defRPr lang="de-DE" sz="2400" dirty="0" smtClean="0">
                <a:solidFill>
                  <a:schemeClr val="tx2"/>
                </a:solidFill>
              </a:defRPr>
            </a:lvl3pPr>
            <a:lvl4pPr>
              <a:defRPr lang="de-DE" sz="2133" dirty="0" smtClean="0">
                <a:solidFill>
                  <a:schemeClr val="tx2"/>
                </a:solidFill>
              </a:defRPr>
            </a:lvl4pPr>
            <a:lvl5pPr>
              <a:defRPr lang="de-DE" sz="2133" dirty="0">
                <a:solidFill>
                  <a:schemeClr val="tx2"/>
                </a:solidFill>
              </a:defRPr>
            </a:lvl5pPr>
          </a:lstStyle>
          <a:p>
            <a:pPr marL="304784" marR="0" lvl="0" indent="-304784" defTabSz="575971" fontAlgn="auto">
              <a:lnSpc>
                <a:spcPct val="100000"/>
              </a:lnSpc>
              <a:spcAft>
                <a:spcPts val="0"/>
              </a:spcAft>
              <a:buClrTx/>
              <a:buSzTx/>
              <a:tabLst/>
            </a:pPr>
            <a:r>
              <a:rPr lang="de-DE"/>
              <a:t>Mastertextformat bearbeiten</a:t>
            </a:r>
          </a:p>
        </p:txBody>
      </p:sp>
      <p:sp>
        <p:nvSpPr>
          <p:cNvPr id="78" name="Textplatzhalter 82">
            <a:extLst>
              <a:ext uri="{FF2B5EF4-FFF2-40B4-BE49-F238E27FC236}">
                <a16:creationId xmlns:a16="http://schemas.microsoft.com/office/drawing/2014/main" id="{D846DAA9-1A2C-CCC9-6751-3DD0D28139EC}"/>
              </a:ext>
            </a:extLst>
          </p:cNvPr>
          <p:cNvSpPr>
            <a:spLocks noGrp="1"/>
          </p:cNvSpPr>
          <p:nvPr>
            <p:ph type="body" sz="quarter" idx="13"/>
          </p:nvPr>
        </p:nvSpPr>
        <p:spPr>
          <a:xfrm>
            <a:off x="743892" y="3803884"/>
            <a:ext cx="8950109" cy="240555"/>
          </a:xfrm>
          <a:prstGeom prst="rect">
            <a:avLst/>
          </a:prstGeom>
        </p:spPr>
        <p:txBody>
          <a:bodyPr vert="horz" wrap="square" lIns="0" tIns="0" rIns="0" bIns="0" rtlCol="0">
            <a:noAutofit/>
          </a:bodyPr>
          <a:lstStyle>
            <a:lvl1pPr marL="0" indent="0">
              <a:buNone/>
              <a:defRPr kumimoji="0" lang="de-DE" sz="1600" b="0" i="0" u="none" strike="noStrike" cap="none" spc="0" normalizeH="0" baseline="0" dirty="0">
                <a:ln>
                  <a:noFill/>
                </a:ln>
                <a:solidFill>
                  <a:schemeClr val="bg1"/>
                </a:solidFill>
                <a:effectLst/>
                <a:uLnTx/>
                <a:uFillTx/>
                <a:latin typeface="Avenir Next LT Pro Light" panose="020B0304020202020204" pitchFamily="34" charset="0"/>
              </a:defRPr>
            </a:lvl1pPr>
          </a:lstStyle>
          <a:p>
            <a:pPr marL="304784" marR="0" lvl="0" indent="-304784" defTabSz="575971" fontAlgn="auto">
              <a:lnSpc>
                <a:spcPct val="100000"/>
              </a:lnSpc>
              <a:spcAft>
                <a:spcPts val="0"/>
              </a:spcAft>
              <a:buClrTx/>
              <a:buSzTx/>
              <a:tabLst/>
            </a:pPr>
            <a:r>
              <a:rPr lang="de-DE"/>
              <a:t>Mastertextformat bearbeiten</a:t>
            </a:r>
          </a:p>
        </p:txBody>
      </p:sp>
      <p:pic>
        <p:nvPicPr>
          <p:cNvPr id="6" name="Grafik 5" descr="Ein Bild, das Text, Schrift, Grafiken, Grafikdesign enthält.&#10;&#10;KI-generierte Inhalte können fehlerhaft sein.">
            <a:extLst>
              <a:ext uri="{FF2B5EF4-FFF2-40B4-BE49-F238E27FC236}">
                <a16:creationId xmlns:a16="http://schemas.microsoft.com/office/drawing/2014/main" id="{312A526B-A0B5-718E-DA8A-F3F7FEBF1B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28591" y="51788"/>
            <a:ext cx="1938795" cy="1008661"/>
          </a:xfrm>
          <a:prstGeom prst="rect">
            <a:avLst/>
          </a:prstGeom>
        </p:spPr>
      </p:pic>
      <p:sp>
        <p:nvSpPr>
          <p:cNvPr id="2" name="Datumsplatzhalter 5">
            <a:extLst>
              <a:ext uri="{FF2B5EF4-FFF2-40B4-BE49-F238E27FC236}">
                <a16:creationId xmlns:a16="http://schemas.microsoft.com/office/drawing/2014/main" id="{D81158B3-9E74-620B-EE90-751F0F124191}"/>
              </a:ext>
            </a:extLst>
          </p:cNvPr>
          <p:cNvSpPr>
            <a:spLocks noGrp="1"/>
          </p:cNvSpPr>
          <p:nvPr>
            <p:ph type="dt" sz="half" idx="14"/>
          </p:nvPr>
        </p:nvSpPr>
        <p:spPr>
          <a:xfrm>
            <a:off x="383117" y="6634231"/>
            <a:ext cx="3132596" cy="235058"/>
          </a:xfrm>
        </p:spPr>
        <p:txBody>
          <a:bodyPr/>
          <a:lstStyle/>
          <a:p>
            <a:fld id="{6F96FA36-8677-4D4E-BE79-F29F1F70EB59}" type="datetime1">
              <a:rPr lang="de-DE" smtClean="0"/>
              <a:t>18.08.2026</a:t>
            </a:fld>
            <a:endParaRPr lang="de-DE"/>
          </a:p>
        </p:txBody>
      </p:sp>
    </p:spTree>
    <p:extLst>
      <p:ext uri="{BB962C8B-B14F-4D97-AF65-F5344CB8AC3E}">
        <p14:creationId xmlns:p14="http://schemas.microsoft.com/office/powerpoint/2010/main" val="33958158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elfolie_unten_linksbündig_mit Logo">
    <p:spTree>
      <p:nvGrpSpPr>
        <p:cNvPr id="1" name=""/>
        <p:cNvGrpSpPr/>
        <p:nvPr/>
      </p:nvGrpSpPr>
      <p:grpSpPr>
        <a:xfrm>
          <a:off x="0" y="0"/>
          <a:ext cx="0" cy="0"/>
          <a:chOff x="0" y="0"/>
          <a:chExt cx="0" cy="0"/>
        </a:xfrm>
      </p:grpSpPr>
      <p:sp>
        <p:nvSpPr>
          <p:cNvPr id="8" name="Textplatzhalter 6">
            <a:extLst>
              <a:ext uri="{FF2B5EF4-FFF2-40B4-BE49-F238E27FC236}">
                <a16:creationId xmlns:a16="http://schemas.microsoft.com/office/drawing/2014/main" id="{17F1106C-DD4F-C7B5-045A-743BB329F0D8}"/>
              </a:ext>
            </a:extLst>
          </p:cNvPr>
          <p:cNvSpPr>
            <a:spLocks noGrp="1"/>
          </p:cNvSpPr>
          <p:nvPr>
            <p:ph type="body" sz="quarter" idx="13" hasCustomPrompt="1"/>
          </p:nvPr>
        </p:nvSpPr>
        <p:spPr>
          <a:xfrm>
            <a:off x="383117" y="5717520"/>
            <a:ext cx="11413147" cy="378481"/>
          </a:xfrm>
          <a:prstGeom prst="rect">
            <a:avLst/>
          </a:prstGeom>
        </p:spPr>
        <p:txBody>
          <a:bodyPr>
            <a:normAutofit/>
          </a:bodyPr>
          <a:lstStyle>
            <a:lvl1pPr marL="0" indent="0">
              <a:buNone/>
              <a:defRPr sz="1867">
                <a:solidFill>
                  <a:schemeClr val="bg1"/>
                </a:solidFill>
              </a:defRPr>
            </a:lvl1pPr>
            <a:lvl2pPr>
              <a:defRPr>
                <a:solidFill>
                  <a:schemeClr val="bg1"/>
                </a:solidFill>
              </a:defRPr>
            </a:lvl2pPr>
            <a:lvl3pPr marL="1219139" indent="0">
              <a:buNone/>
              <a:defRPr>
                <a:solidFill>
                  <a:schemeClr val="bg1"/>
                </a:solidFill>
              </a:defRPr>
            </a:lvl3pPr>
            <a:lvl4pPr>
              <a:defRPr>
                <a:solidFill>
                  <a:schemeClr val="bg1"/>
                </a:solidFill>
              </a:defRPr>
            </a:lvl4pPr>
            <a:lvl5pPr>
              <a:defRPr>
                <a:solidFill>
                  <a:schemeClr val="bg1"/>
                </a:solidFill>
              </a:defRPr>
            </a:lvl5pPr>
          </a:lstStyle>
          <a:p>
            <a:pPr lvl="0"/>
            <a:r>
              <a:rPr lang="de-DE"/>
              <a:t>Thema bearbeiten</a:t>
            </a:r>
          </a:p>
        </p:txBody>
      </p:sp>
      <p:sp>
        <p:nvSpPr>
          <p:cNvPr id="10" name="Titel 1">
            <a:extLst>
              <a:ext uri="{FF2B5EF4-FFF2-40B4-BE49-F238E27FC236}">
                <a16:creationId xmlns:a16="http://schemas.microsoft.com/office/drawing/2014/main" id="{29970973-A04B-D76A-C5DF-02834F1724BF}"/>
              </a:ext>
            </a:extLst>
          </p:cNvPr>
          <p:cNvSpPr>
            <a:spLocks noGrp="1"/>
          </p:cNvSpPr>
          <p:nvPr>
            <p:ph type="title" hasCustomPrompt="1"/>
          </p:nvPr>
        </p:nvSpPr>
        <p:spPr>
          <a:xfrm>
            <a:off x="377231" y="3845852"/>
            <a:ext cx="11413147" cy="1768369"/>
          </a:xfrm>
        </p:spPr>
        <p:txBody>
          <a:bodyPr vert="horz" lIns="36000" tIns="45720" rIns="36000" bIns="45720" rtlCol="0" anchor="b">
            <a:noAutofit/>
          </a:bodyPr>
          <a:lstStyle>
            <a:lvl1pPr>
              <a:defRPr lang="de-DE" sz="4000"/>
            </a:lvl1pPr>
          </a:lstStyle>
          <a:p>
            <a:r>
              <a:rPr lang="de-DE" sz="4000"/>
              <a:t>Titel bearbeiten</a:t>
            </a:r>
            <a:br>
              <a:rPr lang="de-DE" sz="4000"/>
            </a:br>
            <a:r>
              <a:rPr lang="de-DE" sz="4000"/>
              <a:t>in Avenir Next LT Pro Demi, 30pt, </a:t>
            </a:r>
            <a:br>
              <a:rPr lang="de-DE" sz="4000"/>
            </a:br>
            <a:r>
              <a:rPr lang="de-DE" sz="4000"/>
              <a:t>dunkelblau, ggf. 3 zeilig</a:t>
            </a:r>
          </a:p>
        </p:txBody>
      </p:sp>
      <p:pic>
        <p:nvPicPr>
          <p:cNvPr id="2" name="Grafik 1" descr="Ein Bild, das Text, Schrift, Grafiken, Grafikdesign enthält.&#10;&#10;KI-generierte Inhalte können fehlerhaft sein.">
            <a:extLst>
              <a:ext uri="{FF2B5EF4-FFF2-40B4-BE49-F238E27FC236}">
                <a16:creationId xmlns:a16="http://schemas.microsoft.com/office/drawing/2014/main" id="{90499AF2-8F89-14C1-0388-D792B08F50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28591" y="51788"/>
            <a:ext cx="1938795" cy="1008661"/>
          </a:xfrm>
          <a:prstGeom prst="rect">
            <a:avLst/>
          </a:prstGeom>
        </p:spPr>
      </p:pic>
      <p:sp>
        <p:nvSpPr>
          <p:cNvPr id="6" name="Datumsplatzhalter 5">
            <a:extLst>
              <a:ext uri="{FF2B5EF4-FFF2-40B4-BE49-F238E27FC236}">
                <a16:creationId xmlns:a16="http://schemas.microsoft.com/office/drawing/2014/main" id="{3E295777-0C26-391D-B401-AF05E1B89635}"/>
              </a:ext>
            </a:extLst>
          </p:cNvPr>
          <p:cNvSpPr>
            <a:spLocks noGrp="1"/>
          </p:cNvSpPr>
          <p:nvPr>
            <p:ph type="dt" sz="half" idx="14"/>
          </p:nvPr>
        </p:nvSpPr>
        <p:spPr/>
        <p:txBody>
          <a:bodyPr/>
          <a:lstStyle/>
          <a:p>
            <a:fld id="{74210064-006D-4193-BA92-DF89F3B9D7BA}" type="datetime1">
              <a:rPr lang="de-DE" smtClean="0"/>
              <a:t>18.08.2026</a:t>
            </a:fld>
            <a:endParaRPr lang="de-DE"/>
          </a:p>
        </p:txBody>
      </p:sp>
      <p:sp>
        <p:nvSpPr>
          <p:cNvPr id="7" name="Fußzeilenplatzhalter 6">
            <a:extLst>
              <a:ext uri="{FF2B5EF4-FFF2-40B4-BE49-F238E27FC236}">
                <a16:creationId xmlns:a16="http://schemas.microsoft.com/office/drawing/2014/main" id="{01514D77-98A1-2255-3189-63CF2C75B684}"/>
              </a:ext>
            </a:extLst>
          </p:cNvPr>
          <p:cNvSpPr>
            <a:spLocks noGrp="1"/>
          </p:cNvSpPr>
          <p:nvPr>
            <p:ph type="ftr" sz="quarter" idx="15"/>
          </p:nvPr>
        </p:nvSpPr>
        <p:spPr/>
        <p:txBody>
          <a:bodyPr/>
          <a:lstStyle/>
          <a:p>
            <a:r>
              <a:rPr lang="de-DE"/>
              <a:t>AIRCO  |  mosaiic GmbH  |</a:t>
            </a:r>
          </a:p>
        </p:txBody>
      </p:sp>
      <p:sp>
        <p:nvSpPr>
          <p:cNvPr id="9" name="Foliennummernplatzhalter 8">
            <a:extLst>
              <a:ext uri="{FF2B5EF4-FFF2-40B4-BE49-F238E27FC236}">
                <a16:creationId xmlns:a16="http://schemas.microsoft.com/office/drawing/2014/main" id="{F152FFB0-36A0-ED6E-F832-AE9DCFA35D88}"/>
              </a:ext>
            </a:extLst>
          </p:cNvPr>
          <p:cNvSpPr>
            <a:spLocks noGrp="1"/>
          </p:cNvSpPr>
          <p:nvPr>
            <p:ph type="sldNum" sz="quarter" idx="16"/>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115153710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eer + ohne Logo + Fußzeile unten">
    <p:spTree>
      <p:nvGrpSpPr>
        <p:cNvPr id="1" name=""/>
        <p:cNvGrpSpPr/>
        <p:nvPr/>
      </p:nvGrpSpPr>
      <p:grpSpPr>
        <a:xfrm>
          <a:off x="0" y="0"/>
          <a:ext cx="0" cy="0"/>
          <a:chOff x="0" y="0"/>
          <a:chExt cx="0" cy="0"/>
        </a:xfrm>
      </p:grpSpPr>
      <p:sp>
        <p:nvSpPr>
          <p:cNvPr id="5" name="Datumsplatzhalter 4">
            <a:extLst>
              <a:ext uri="{FF2B5EF4-FFF2-40B4-BE49-F238E27FC236}">
                <a16:creationId xmlns:a16="http://schemas.microsoft.com/office/drawing/2014/main" id="{A122426F-3526-6379-2406-BF205EBC961D}"/>
              </a:ext>
            </a:extLst>
          </p:cNvPr>
          <p:cNvSpPr>
            <a:spLocks noGrp="1"/>
          </p:cNvSpPr>
          <p:nvPr>
            <p:ph type="dt" sz="half" idx="10"/>
          </p:nvPr>
        </p:nvSpPr>
        <p:spPr/>
        <p:txBody>
          <a:bodyPr/>
          <a:lstStyle/>
          <a:p>
            <a:fld id="{94530886-F591-49BF-8A04-AC775880981F}" type="datetime1">
              <a:rPr lang="de-DE" smtClean="0"/>
              <a:t>18.08.2026</a:t>
            </a:fld>
            <a:endParaRPr lang="de-DE"/>
          </a:p>
        </p:txBody>
      </p:sp>
      <p:sp>
        <p:nvSpPr>
          <p:cNvPr id="7" name="Fußzeilenplatzhalter 6">
            <a:extLst>
              <a:ext uri="{FF2B5EF4-FFF2-40B4-BE49-F238E27FC236}">
                <a16:creationId xmlns:a16="http://schemas.microsoft.com/office/drawing/2014/main" id="{6F2E3135-BE20-1ACF-D876-69EFAC26974E}"/>
              </a:ext>
            </a:extLst>
          </p:cNvPr>
          <p:cNvSpPr>
            <a:spLocks noGrp="1"/>
          </p:cNvSpPr>
          <p:nvPr>
            <p:ph type="ftr" sz="quarter" idx="11"/>
          </p:nvPr>
        </p:nvSpPr>
        <p:spPr/>
        <p:txBody>
          <a:bodyPr/>
          <a:lstStyle/>
          <a:p>
            <a:r>
              <a:rPr lang="de-DE"/>
              <a:t>AIRCO  |  mosaiic GmbH  |</a:t>
            </a:r>
          </a:p>
        </p:txBody>
      </p:sp>
      <p:sp>
        <p:nvSpPr>
          <p:cNvPr id="8" name="Foliennummernplatzhalter 7">
            <a:extLst>
              <a:ext uri="{FF2B5EF4-FFF2-40B4-BE49-F238E27FC236}">
                <a16:creationId xmlns:a16="http://schemas.microsoft.com/office/drawing/2014/main" id="{5752C50E-6863-03AE-3214-B93CFBEBE612}"/>
              </a:ext>
            </a:extLst>
          </p:cNvPr>
          <p:cNvSpPr>
            <a:spLocks noGrp="1"/>
          </p:cNvSpPr>
          <p:nvPr>
            <p:ph type="sldNum" sz="quarter" idx="12"/>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35588595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eer + Logo + Fußzeile unten">
    <p:spTree>
      <p:nvGrpSpPr>
        <p:cNvPr id="1" name=""/>
        <p:cNvGrpSpPr/>
        <p:nvPr/>
      </p:nvGrpSpPr>
      <p:grpSpPr>
        <a:xfrm>
          <a:off x="0" y="0"/>
          <a:ext cx="0" cy="0"/>
          <a:chOff x="0" y="0"/>
          <a:chExt cx="0" cy="0"/>
        </a:xfrm>
      </p:grpSpPr>
      <p:pic>
        <p:nvPicPr>
          <p:cNvPr id="2" name="Grafik 1" descr="Ein Bild, das Text, Schrift, Grafiken, Grafikdesign enthält.&#10;&#10;KI-generierte Inhalte können fehlerhaft sein.">
            <a:extLst>
              <a:ext uri="{FF2B5EF4-FFF2-40B4-BE49-F238E27FC236}">
                <a16:creationId xmlns:a16="http://schemas.microsoft.com/office/drawing/2014/main" id="{BB48D557-7FAF-0813-7133-D1267CF6679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28591" y="51788"/>
            <a:ext cx="1938795" cy="1008661"/>
          </a:xfrm>
          <a:prstGeom prst="rect">
            <a:avLst/>
          </a:prstGeom>
        </p:spPr>
      </p:pic>
      <p:sp>
        <p:nvSpPr>
          <p:cNvPr id="5" name="Datumsplatzhalter 4">
            <a:extLst>
              <a:ext uri="{FF2B5EF4-FFF2-40B4-BE49-F238E27FC236}">
                <a16:creationId xmlns:a16="http://schemas.microsoft.com/office/drawing/2014/main" id="{A122426F-3526-6379-2406-BF205EBC961D}"/>
              </a:ext>
            </a:extLst>
          </p:cNvPr>
          <p:cNvSpPr>
            <a:spLocks noGrp="1"/>
          </p:cNvSpPr>
          <p:nvPr>
            <p:ph type="dt" sz="half" idx="10"/>
          </p:nvPr>
        </p:nvSpPr>
        <p:spPr/>
        <p:txBody>
          <a:bodyPr/>
          <a:lstStyle/>
          <a:p>
            <a:fld id="{BCD5D2DC-BAD2-4BA0-802D-C2C2E24B86CD}" type="datetime1">
              <a:rPr lang="de-DE" smtClean="0"/>
              <a:t>18.08.2026</a:t>
            </a:fld>
            <a:endParaRPr lang="de-DE"/>
          </a:p>
        </p:txBody>
      </p:sp>
      <p:sp>
        <p:nvSpPr>
          <p:cNvPr id="7" name="Fußzeilenplatzhalter 6">
            <a:extLst>
              <a:ext uri="{FF2B5EF4-FFF2-40B4-BE49-F238E27FC236}">
                <a16:creationId xmlns:a16="http://schemas.microsoft.com/office/drawing/2014/main" id="{6F2E3135-BE20-1ACF-D876-69EFAC26974E}"/>
              </a:ext>
            </a:extLst>
          </p:cNvPr>
          <p:cNvSpPr>
            <a:spLocks noGrp="1"/>
          </p:cNvSpPr>
          <p:nvPr>
            <p:ph type="ftr" sz="quarter" idx="11"/>
          </p:nvPr>
        </p:nvSpPr>
        <p:spPr/>
        <p:txBody>
          <a:bodyPr/>
          <a:lstStyle/>
          <a:p>
            <a:r>
              <a:rPr lang="de-DE"/>
              <a:t>AIRCO  |  mosaiic GmbH  |</a:t>
            </a:r>
          </a:p>
        </p:txBody>
      </p:sp>
      <p:sp>
        <p:nvSpPr>
          <p:cNvPr id="8" name="Foliennummernplatzhalter 7">
            <a:extLst>
              <a:ext uri="{FF2B5EF4-FFF2-40B4-BE49-F238E27FC236}">
                <a16:creationId xmlns:a16="http://schemas.microsoft.com/office/drawing/2014/main" id="{5752C50E-6863-03AE-3214-B93CFBEBE612}"/>
              </a:ext>
            </a:extLst>
          </p:cNvPr>
          <p:cNvSpPr>
            <a:spLocks noGrp="1"/>
          </p:cNvSpPr>
          <p:nvPr>
            <p:ph type="sldNum" sz="quarter" idx="12"/>
          </p:nvPr>
        </p:nvSpPr>
        <p:spPr/>
        <p:txBody>
          <a:bodyPr/>
          <a:lstStyle/>
          <a:p>
            <a:fld id="{F4B5F3EB-31C7-4555-828E-971415072856}" type="slidenum">
              <a:rPr lang="de-DE" smtClean="0"/>
              <a:pPr/>
              <a:t>‹Nr.›</a:t>
            </a:fld>
            <a:endParaRPr lang="de-DE"/>
          </a:p>
        </p:txBody>
      </p:sp>
      <p:sp>
        <p:nvSpPr>
          <p:cNvPr id="3" name="Textfeld 2">
            <a:extLst>
              <a:ext uri="{FF2B5EF4-FFF2-40B4-BE49-F238E27FC236}">
                <a16:creationId xmlns:a16="http://schemas.microsoft.com/office/drawing/2014/main" id="{F7DB1366-8CF2-D1FE-B2D7-78770B3618CA}"/>
              </a:ext>
            </a:extLst>
          </p:cNvPr>
          <p:cNvSpPr txBox="1"/>
          <p:nvPr userDrawn="1"/>
        </p:nvSpPr>
        <p:spPr>
          <a:xfrm>
            <a:off x="383117" y="772998"/>
            <a:ext cx="2598416" cy="2790333"/>
          </a:xfrm>
          <a:prstGeom prst="rect">
            <a:avLst/>
          </a:prstGeom>
        </p:spPr>
        <p:txBody>
          <a:bodyPr vert="horz" wrap="square" lIns="0" tIns="0" rIns="0" bIns="0" rtlCol="0" anchor="t" anchorCtr="0">
            <a:noAutofit/>
          </a:bodyPr>
          <a:lstStyle/>
          <a:p>
            <a:pPr algn="l">
              <a:spcBef>
                <a:spcPts val="600"/>
              </a:spcBef>
            </a:pPr>
            <a:endParaRPr lang="de-DE" sz="1600">
              <a:solidFill>
                <a:schemeClr val="bg1"/>
              </a:solidFill>
            </a:endParaRPr>
          </a:p>
        </p:txBody>
      </p:sp>
    </p:spTree>
    <p:extLst>
      <p:ext uri="{BB962C8B-B14F-4D97-AF65-F5344CB8AC3E}">
        <p14:creationId xmlns:p14="http://schemas.microsoft.com/office/powerpoint/2010/main" val="34691516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 H1/ H3 + Logo + Fußzeile unten">
    <p:spTree>
      <p:nvGrpSpPr>
        <p:cNvPr id="1" name=""/>
        <p:cNvGrpSpPr/>
        <p:nvPr/>
      </p:nvGrpSpPr>
      <p:grpSpPr>
        <a:xfrm>
          <a:off x="0" y="0"/>
          <a:ext cx="0" cy="0"/>
          <a:chOff x="0" y="0"/>
          <a:chExt cx="0" cy="0"/>
        </a:xfrm>
      </p:grpSpPr>
      <p:pic>
        <p:nvPicPr>
          <p:cNvPr id="4" name="Grafik 3" descr="Ein Bild, das Text, Schrift, Grafiken, Grafikdesign enthält.&#10;&#10;KI-generierte Inhalte können fehlerhaft sein.">
            <a:extLst>
              <a:ext uri="{FF2B5EF4-FFF2-40B4-BE49-F238E27FC236}">
                <a16:creationId xmlns:a16="http://schemas.microsoft.com/office/drawing/2014/main" id="{2C089250-43DE-12C4-B9F4-A32E42DFA88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28591" y="51788"/>
            <a:ext cx="1938795" cy="1008661"/>
          </a:xfrm>
          <a:prstGeom prst="rect">
            <a:avLst/>
          </a:prstGeom>
        </p:spPr>
      </p:pic>
      <p:sp>
        <p:nvSpPr>
          <p:cNvPr id="22" name="Titel 0">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9" y="297875"/>
            <a:ext cx="9986163" cy="830989"/>
          </a:xfrm>
        </p:spPr>
        <p:txBody>
          <a:bodyPr/>
          <a:lstStyle>
            <a:lvl1pPr>
              <a:defRPr/>
            </a:lvl1pPr>
          </a:lstStyle>
          <a:p>
            <a:r>
              <a:rPr lang="de-DE"/>
              <a:t>Headline1</a:t>
            </a:r>
          </a:p>
        </p:txBody>
      </p:sp>
      <p:sp>
        <p:nvSpPr>
          <p:cNvPr id="17" name="Textplatzhalter 1">
            <a:extLst>
              <a:ext uri="{FF2B5EF4-FFF2-40B4-BE49-F238E27FC236}">
                <a16:creationId xmlns:a16="http://schemas.microsoft.com/office/drawing/2014/main" id="{DFFD9127-595F-4DED-868B-7B33370A7946}"/>
              </a:ext>
            </a:extLst>
          </p:cNvPr>
          <p:cNvSpPr>
            <a:spLocks noGrp="1"/>
          </p:cNvSpPr>
          <p:nvPr>
            <p:ph type="body" sz="quarter" idx="13" hasCustomPrompt="1"/>
          </p:nvPr>
        </p:nvSpPr>
        <p:spPr>
          <a:xfrm>
            <a:off x="383113" y="715161"/>
            <a:ext cx="9986169"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5" name="Inhaltsplatzhalter 4">
            <a:extLst>
              <a:ext uri="{FF2B5EF4-FFF2-40B4-BE49-F238E27FC236}">
                <a16:creationId xmlns:a16="http://schemas.microsoft.com/office/drawing/2014/main" id="{E687908D-9989-8B18-AC71-76F017403FD8}"/>
              </a:ext>
            </a:extLst>
          </p:cNvPr>
          <p:cNvSpPr>
            <a:spLocks noGrp="1"/>
          </p:cNvSpPr>
          <p:nvPr>
            <p:ph sz="quarter" idx="17"/>
          </p:nvPr>
        </p:nvSpPr>
        <p:spPr>
          <a:xfrm>
            <a:off x="382587" y="1454709"/>
            <a:ext cx="11435188" cy="5035847"/>
          </a:xfrm>
        </p:spPr>
        <p:txBody>
          <a:bodyPr numCol="1">
            <a:noAutofit/>
          </a:bodyPr>
          <a:lstStyle>
            <a:lvl1pPr>
              <a:spcAft>
                <a:spcPts val="1000"/>
              </a:spcAft>
              <a:defRPr/>
            </a:lvl1pPr>
            <a:lvl2pPr>
              <a:spcAft>
                <a:spcPts val="1000"/>
              </a:spcAft>
              <a:defRPr/>
            </a:lvl2pPr>
            <a:lvl3pPr>
              <a:spcAft>
                <a:spcPts val="1000"/>
              </a:spcAft>
              <a:defRPr/>
            </a:lvl3pPr>
            <a:lvl4pPr>
              <a:spcAft>
                <a:spcPts val="1000"/>
              </a:spcAft>
              <a:defRPr/>
            </a:lvl4pPr>
            <a:lvl5pPr>
              <a:spcAft>
                <a:spcPts val="1000"/>
              </a:spcAf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3" name="Datumsplatzhalter 2">
            <a:extLst>
              <a:ext uri="{FF2B5EF4-FFF2-40B4-BE49-F238E27FC236}">
                <a16:creationId xmlns:a16="http://schemas.microsoft.com/office/drawing/2014/main" id="{48984C0B-4DAF-EBD5-2479-E25A0B975E26}"/>
              </a:ext>
            </a:extLst>
          </p:cNvPr>
          <p:cNvSpPr>
            <a:spLocks noGrp="1"/>
          </p:cNvSpPr>
          <p:nvPr>
            <p:ph type="dt" sz="half" idx="18"/>
          </p:nvPr>
        </p:nvSpPr>
        <p:spPr/>
        <p:txBody>
          <a:bodyPr/>
          <a:lstStyle/>
          <a:p>
            <a:fld id="{9CAACDF3-7238-4465-9B3E-6501A1ED6EA1}" type="datetime1">
              <a:rPr lang="de-DE" smtClean="0"/>
              <a:t>18.08.2026</a:t>
            </a:fld>
            <a:endParaRPr lang="de-DE"/>
          </a:p>
        </p:txBody>
      </p:sp>
      <p:sp>
        <p:nvSpPr>
          <p:cNvPr id="6" name="Fußzeilenplatzhalter 5">
            <a:extLst>
              <a:ext uri="{FF2B5EF4-FFF2-40B4-BE49-F238E27FC236}">
                <a16:creationId xmlns:a16="http://schemas.microsoft.com/office/drawing/2014/main" id="{0DB5FD6C-3C2C-CBD1-F82D-2DDF0AEBA07B}"/>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A8DB3190-0383-892D-AA9B-7AA79FFF70FE}"/>
              </a:ext>
            </a:extLst>
          </p:cNvPr>
          <p:cNvSpPr>
            <a:spLocks noGrp="1"/>
          </p:cNvSpPr>
          <p:nvPr>
            <p:ph type="sldNum" sz="quarter" idx="20"/>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54586984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 H1/H2/H3 + Logo + Fußzeile unten">
    <p:spTree>
      <p:nvGrpSpPr>
        <p:cNvPr id="1" name=""/>
        <p:cNvGrpSpPr/>
        <p:nvPr/>
      </p:nvGrpSpPr>
      <p:grpSpPr>
        <a:xfrm>
          <a:off x="0" y="0"/>
          <a:ext cx="0" cy="0"/>
          <a:chOff x="0" y="0"/>
          <a:chExt cx="0" cy="0"/>
        </a:xfrm>
      </p:grpSpPr>
      <p:pic>
        <p:nvPicPr>
          <p:cNvPr id="2" name="Grafik 1" descr="Ein Bild, das Text, Schrift, Grafiken, Grafikdesign enthält.&#10;&#10;KI-generierte Inhalte können fehlerhaft sein.">
            <a:extLst>
              <a:ext uri="{FF2B5EF4-FFF2-40B4-BE49-F238E27FC236}">
                <a16:creationId xmlns:a16="http://schemas.microsoft.com/office/drawing/2014/main" id="{3B9197E2-5D36-795E-5920-6297A1EBC8C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328591" y="51788"/>
            <a:ext cx="1938795" cy="1008661"/>
          </a:xfrm>
          <a:prstGeom prst="rect">
            <a:avLst/>
          </a:prstGeom>
        </p:spPr>
      </p:pic>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9" y="297875"/>
            <a:ext cx="9995815" cy="830989"/>
          </a:xfrm>
        </p:spPr>
        <p:txBody>
          <a:bodyPr/>
          <a:lstStyle>
            <a:lvl1pPr>
              <a:defRPr/>
            </a:lvl1pPr>
          </a:lstStyle>
          <a:p>
            <a:r>
              <a:rPr lang="de-DE"/>
              <a:t>Headline1</a:t>
            </a:r>
            <a:br>
              <a:rPr lang="de-DE"/>
            </a:br>
            <a:r>
              <a:rPr lang="de-DE"/>
              <a:t>Headline2</a:t>
            </a:r>
          </a:p>
        </p:txBody>
      </p:sp>
      <p:sp>
        <p:nvSpPr>
          <p:cNvPr id="3" name="Inhaltsplatzhalter 4">
            <a:extLst>
              <a:ext uri="{FF2B5EF4-FFF2-40B4-BE49-F238E27FC236}">
                <a16:creationId xmlns:a16="http://schemas.microsoft.com/office/drawing/2014/main" id="{EDAAD0CE-8278-8E0F-007E-D476C3EC8D3A}"/>
              </a:ext>
            </a:extLst>
          </p:cNvPr>
          <p:cNvSpPr>
            <a:spLocks noGrp="1"/>
          </p:cNvSpPr>
          <p:nvPr>
            <p:ph sz="quarter" idx="17"/>
          </p:nvPr>
        </p:nvSpPr>
        <p:spPr>
          <a:xfrm>
            <a:off x="382587" y="2109986"/>
            <a:ext cx="11435188" cy="4380569"/>
          </a:xfrm>
        </p:spPr>
        <p:txBody>
          <a:bodyPr>
            <a:noAutofit/>
          </a:bodyPr>
          <a:lstStyle>
            <a:lvl1pPr>
              <a:spcAft>
                <a:spcPts val="1000"/>
              </a:spcAft>
              <a:defRPr/>
            </a:lvl1pPr>
            <a:lvl2pPr>
              <a:spcAft>
                <a:spcPts val="1000"/>
              </a:spcAft>
              <a:defRPr/>
            </a:lvl2pPr>
            <a:lvl3pPr>
              <a:spcAft>
                <a:spcPts val="1000"/>
              </a:spcAft>
              <a:defRPr/>
            </a:lvl3pPr>
            <a:lvl4pPr>
              <a:spcAft>
                <a:spcPts val="1000"/>
              </a:spcAft>
              <a:defRPr/>
            </a:lvl4pPr>
            <a:lvl5pPr>
              <a:spcAft>
                <a:spcPts val="1000"/>
              </a:spcAft>
              <a:defRPr/>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1">
            <a:extLst>
              <a:ext uri="{FF2B5EF4-FFF2-40B4-BE49-F238E27FC236}">
                <a16:creationId xmlns:a16="http://schemas.microsoft.com/office/drawing/2014/main" id="{067335BD-A582-CEE6-56AB-8CAB0A6AA267}"/>
              </a:ext>
            </a:extLst>
          </p:cNvPr>
          <p:cNvSpPr>
            <a:spLocks noGrp="1"/>
          </p:cNvSpPr>
          <p:nvPr>
            <p:ph type="body" sz="quarter" idx="13" hasCustomPrompt="1"/>
          </p:nvPr>
        </p:nvSpPr>
        <p:spPr>
          <a:xfrm>
            <a:off x="383113" y="1400961"/>
            <a:ext cx="11434662"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6" name="Datumsplatzhalter 5">
            <a:extLst>
              <a:ext uri="{FF2B5EF4-FFF2-40B4-BE49-F238E27FC236}">
                <a16:creationId xmlns:a16="http://schemas.microsoft.com/office/drawing/2014/main" id="{618E03C0-F4DD-7EA8-3492-DF4A66CC2BBA}"/>
              </a:ext>
            </a:extLst>
          </p:cNvPr>
          <p:cNvSpPr>
            <a:spLocks noGrp="1"/>
          </p:cNvSpPr>
          <p:nvPr>
            <p:ph type="dt" sz="half" idx="18"/>
          </p:nvPr>
        </p:nvSpPr>
        <p:spPr/>
        <p:txBody>
          <a:bodyPr/>
          <a:lstStyle/>
          <a:p>
            <a:fld id="{06517475-F5C5-4A23-B2DB-449254D1B118}" type="datetime1">
              <a:rPr lang="de-DE" smtClean="0"/>
              <a:t>18.08.2026</a:t>
            </a:fld>
            <a:endParaRPr lang="de-DE"/>
          </a:p>
        </p:txBody>
      </p:sp>
      <p:sp>
        <p:nvSpPr>
          <p:cNvPr id="7" name="Fußzeilenplatzhalter 6">
            <a:extLst>
              <a:ext uri="{FF2B5EF4-FFF2-40B4-BE49-F238E27FC236}">
                <a16:creationId xmlns:a16="http://schemas.microsoft.com/office/drawing/2014/main" id="{6848C6B6-433A-9994-C197-BD3A6356AD26}"/>
              </a:ext>
            </a:extLst>
          </p:cNvPr>
          <p:cNvSpPr>
            <a:spLocks noGrp="1"/>
          </p:cNvSpPr>
          <p:nvPr>
            <p:ph type="ftr" sz="quarter" idx="19"/>
          </p:nvPr>
        </p:nvSpPr>
        <p:spPr/>
        <p:txBody>
          <a:bodyPr/>
          <a:lstStyle/>
          <a:p>
            <a:r>
              <a:rPr lang="de-DE"/>
              <a:t>AIRCO  |  mosaiic GmbH  |</a:t>
            </a:r>
          </a:p>
        </p:txBody>
      </p:sp>
      <p:sp>
        <p:nvSpPr>
          <p:cNvPr id="8" name="Foliennummernplatzhalter 7">
            <a:extLst>
              <a:ext uri="{FF2B5EF4-FFF2-40B4-BE49-F238E27FC236}">
                <a16:creationId xmlns:a16="http://schemas.microsoft.com/office/drawing/2014/main" id="{81417410-7B30-60DD-3231-5B5E9E3FBB46}"/>
              </a:ext>
            </a:extLst>
          </p:cNvPr>
          <p:cNvSpPr>
            <a:spLocks noGrp="1"/>
          </p:cNvSpPr>
          <p:nvPr>
            <p:ph type="sldNum" sz="quarter" idx="20"/>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42746414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 H1/H3 + Fußzeile unten + Bild rechts">
    <p:spTree>
      <p:nvGrpSpPr>
        <p:cNvPr id="1" name=""/>
        <p:cNvGrpSpPr/>
        <p:nvPr/>
      </p:nvGrpSpPr>
      <p:grpSpPr>
        <a:xfrm>
          <a:off x="0" y="0"/>
          <a:ext cx="0" cy="0"/>
          <a:chOff x="0" y="0"/>
          <a:chExt cx="0" cy="0"/>
        </a:xfrm>
      </p:grpSpPr>
      <p:sp>
        <p:nvSpPr>
          <p:cNvPr id="3" name="Bildplatzhalter 6">
            <a:extLst>
              <a:ext uri="{FF2B5EF4-FFF2-40B4-BE49-F238E27FC236}">
                <a16:creationId xmlns:a16="http://schemas.microsoft.com/office/drawing/2014/main" id="{A33F371B-6733-B6C9-E864-35EE2A80ACFD}"/>
              </a:ext>
            </a:extLst>
          </p:cNvPr>
          <p:cNvSpPr>
            <a:spLocks noGrp="1"/>
          </p:cNvSpPr>
          <p:nvPr>
            <p:ph type="pic" sz="quarter" idx="18"/>
          </p:nvPr>
        </p:nvSpPr>
        <p:spPr>
          <a:xfrm>
            <a:off x="8916805" y="0"/>
            <a:ext cx="3275195" cy="6858000"/>
          </a:xfrm>
          <a:prstGeom prst="rect">
            <a:avLst/>
          </a:prstGeom>
          <a:solidFill>
            <a:schemeClr val="accent3"/>
          </a:solidFill>
        </p:spPr>
        <p:txBody>
          <a:bodyPr/>
          <a:lstStyle>
            <a:lvl1pPr marL="0" indent="0">
              <a:buNone/>
              <a:defRPr sz="2400"/>
            </a:lvl1pPr>
          </a:lstStyle>
          <a:p>
            <a:endParaRPr lang="de-DE"/>
          </a:p>
        </p:txBody>
      </p:sp>
      <p:sp>
        <p:nvSpPr>
          <p:cNvPr id="19" name="Datumsplatzhalter 18">
            <a:extLst>
              <a:ext uri="{FF2B5EF4-FFF2-40B4-BE49-F238E27FC236}">
                <a16:creationId xmlns:a16="http://schemas.microsoft.com/office/drawing/2014/main" id="{32AB74F5-E937-C777-EE96-A0014DB2FBB9}"/>
              </a:ext>
            </a:extLst>
          </p:cNvPr>
          <p:cNvSpPr>
            <a:spLocks noGrp="1"/>
          </p:cNvSpPr>
          <p:nvPr>
            <p:ph type="dt" sz="half" idx="14"/>
          </p:nvPr>
        </p:nvSpPr>
        <p:spPr>
          <a:xfrm>
            <a:off x="383117" y="6627239"/>
            <a:ext cx="1344083" cy="235058"/>
          </a:xfrm>
        </p:spPr>
        <p:txBody>
          <a:bodyPr/>
          <a:lstStyle/>
          <a:p>
            <a:fld id="{5A9C0897-EFBF-4EFF-9881-6B36965054C8}" type="datetime1">
              <a:rPr lang="de-DE" smtClean="0"/>
              <a:t>18.08.2026</a:t>
            </a:fld>
            <a:endParaRPr lang="de-DE"/>
          </a:p>
        </p:txBody>
      </p:sp>
      <p:sp>
        <p:nvSpPr>
          <p:cNvPr id="20" name="Fußzeilenplatzhalter 19">
            <a:extLst>
              <a:ext uri="{FF2B5EF4-FFF2-40B4-BE49-F238E27FC236}">
                <a16:creationId xmlns:a16="http://schemas.microsoft.com/office/drawing/2014/main" id="{8BF84A28-F50E-CC1C-9AB6-13821FD076B8}"/>
              </a:ext>
            </a:extLst>
          </p:cNvPr>
          <p:cNvSpPr>
            <a:spLocks noGrp="1"/>
          </p:cNvSpPr>
          <p:nvPr>
            <p:ph type="ftr" sz="quarter" idx="15"/>
          </p:nvPr>
        </p:nvSpPr>
        <p:spPr>
          <a:xfrm>
            <a:off x="1727201" y="6627239"/>
            <a:ext cx="7051813" cy="235057"/>
          </a:xfrm>
        </p:spPr>
        <p:txBody>
          <a:bodyPr/>
          <a:lstStyle/>
          <a:p>
            <a:r>
              <a:rPr lang="de-DE"/>
              <a:t>AIRCO  |  mosaiic GmbH  |</a:t>
            </a:r>
          </a:p>
        </p:txBody>
      </p:sp>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83118" y="297875"/>
            <a:ext cx="8393237" cy="830989"/>
          </a:xfrm>
        </p:spPr>
        <p:txBody>
          <a:bodyPr/>
          <a:lstStyle>
            <a:lvl1pPr>
              <a:defRPr/>
            </a:lvl1pPr>
          </a:lstStyle>
          <a:p>
            <a:r>
              <a:rPr lang="de-DE"/>
              <a:t>Headline1</a:t>
            </a:r>
          </a:p>
        </p:txBody>
      </p:sp>
      <p:sp>
        <p:nvSpPr>
          <p:cNvPr id="2" name="Foliennummernplatzhalter 4">
            <a:extLst>
              <a:ext uri="{FF2B5EF4-FFF2-40B4-BE49-F238E27FC236}">
                <a16:creationId xmlns:a16="http://schemas.microsoft.com/office/drawing/2014/main" id="{CF6583BC-CBD7-DDA0-57DE-D6535CFFED70}"/>
              </a:ext>
            </a:extLst>
          </p:cNvPr>
          <p:cNvSpPr>
            <a:spLocks noGrp="1"/>
          </p:cNvSpPr>
          <p:nvPr>
            <p:ph type="sldNum" sz="quarter" idx="12"/>
          </p:nvPr>
        </p:nvSpPr>
        <p:spPr>
          <a:xfrm>
            <a:off x="11817775" y="6631508"/>
            <a:ext cx="374225" cy="235057"/>
          </a:xfrm>
        </p:spPr>
        <p:txBody>
          <a:bodyPr/>
          <a:lstStyle>
            <a:lvl1pPr algn="l">
              <a:defRPr>
                <a:solidFill>
                  <a:schemeClr val="bg1"/>
                </a:solidFill>
              </a:defRPr>
            </a:lvl1pPr>
          </a:lstStyle>
          <a:p>
            <a:fld id="{F4B5F3EB-31C7-4555-828E-971415072856}" type="slidenum">
              <a:rPr lang="de-DE" smtClean="0"/>
              <a:pPr/>
              <a:t>‹Nr.›</a:t>
            </a:fld>
            <a:endParaRPr lang="de-DE"/>
          </a:p>
        </p:txBody>
      </p:sp>
      <p:sp>
        <p:nvSpPr>
          <p:cNvPr id="4" name="Textplatzhalter 1">
            <a:extLst>
              <a:ext uri="{FF2B5EF4-FFF2-40B4-BE49-F238E27FC236}">
                <a16:creationId xmlns:a16="http://schemas.microsoft.com/office/drawing/2014/main" id="{D93C37A8-5891-D1B3-8CA6-084EDDD48223}"/>
              </a:ext>
            </a:extLst>
          </p:cNvPr>
          <p:cNvSpPr>
            <a:spLocks noGrp="1"/>
          </p:cNvSpPr>
          <p:nvPr>
            <p:ph type="body" sz="quarter" idx="13" hasCustomPrompt="1"/>
          </p:nvPr>
        </p:nvSpPr>
        <p:spPr>
          <a:xfrm>
            <a:off x="383113" y="734211"/>
            <a:ext cx="8393237"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
        <p:nvSpPr>
          <p:cNvPr id="8" name="Inhaltsplatzhalter 7">
            <a:extLst>
              <a:ext uri="{FF2B5EF4-FFF2-40B4-BE49-F238E27FC236}">
                <a16:creationId xmlns:a16="http://schemas.microsoft.com/office/drawing/2014/main" id="{AC380B74-29D9-E0AC-D7F6-207183AB66E5}"/>
              </a:ext>
            </a:extLst>
          </p:cNvPr>
          <p:cNvSpPr>
            <a:spLocks noGrp="1"/>
          </p:cNvSpPr>
          <p:nvPr>
            <p:ph sz="quarter" idx="19"/>
          </p:nvPr>
        </p:nvSpPr>
        <p:spPr>
          <a:xfrm>
            <a:off x="382463" y="1483384"/>
            <a:ext cx="8393237" cy="5011178"/>
          </a:xfrm>
        </p:spPr>
        <p:txBody>
          <a:bodyPr vert="horz" lIns="0" tIns="0" rIns="0" bIns="0" rtlCol="0">
            <a:noAutofit/>
          </a:bodyPr>
          <a:lstStyle>
            <a:lvl1pPr>
              <a:defRPr lang="de-DE"/>
            </a:lvl1pPr>
            <a:lvl2pPr>
              <a:defRPr lang="de-DE"/>
            </a:lvl2pPr>
            <a:lvl3pPr>
              <a:defRPr lang="de-DE"/>
            </a:lvl3pPr>
            <a:lvl4pPr>
              <a:defRPr lang="de-DE"/>
            </a:lvl4pPr>
            <a:lvl5pPr>
              <a:defRPr lang="de-DE"/>
            </a:lvl5pPr>
          </a:lstStyle>
          <a:p>
            <a:pPr lvl="0">
              <a:spcAft>
                <a:spcPts val="1000"/>
              </a:spcAft>
            </a:pPr>
            <a:r>
              <a:rPr lang="de-DE"/>
              <a:t>Mastertextformat bearbeiten</a:t>
            </a:r>
          </a:p>
          <a:p>
            <a:pPr lvl="1">
              <a:spcAft>
                <a:spcPts val="1000"/>
              </a:spcAft>
            </a:pPr>
            <a:r>
              <a:rPr lang="de-DE"/>
              <a:t>Zweite Ebene</a:t>
            </a:r>
          </a:p>
          <a:p>
            <a:pPr lvl="2">
              <a:spcAft>
                <a:spcPts val="1000"/>
              </a:spcAft>
            </a:pPr>
            <a:r>
              <a:rPr lang="de-DE"/>
              <a:t>Dritte Ebene</a:t>
            </a:r>
          </a:p>
          <a:p>
            <a:pPr lvl="3">
              <a:spcAft>
                <a:spcPts val="1000"/>
              </a:spcAft>
            </a:pPr>
            <a:r>
              <a:rPr lang="de-DE"/>
              <a:t>Vierte Ebene</a:t>
            </a:r>
          </a:p>
          <a:p>
            <a:pPr lvl="4">
              <a:spcAft>
                <a:spcPts val="1000"/>
              </a:spcAft>
            </a:pPr>
            <a:r>
              <a:rPr lang="de-DE"/>
              <a:t>Fünfte Ebene</a:t>
            </a:r>
          </a:p>
        </p:txBody>
      </p:sp>
    </p:spTree>
    <p:extLst>
      <p:ext uri="{BB962C8B-B14F-4D97-AF65-F5344CB8AC3E}">
        <p14:creationId xmlns:p14="http://schemas.microsoft.com/office/powerpoint/2010/main" val="35576007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 H1/H3 + Fußzeile unten + Bild links">
    <p:bg>
      <p:bgPr>
        <a:solidFill>
          <a:schemeClr val="tx2"/>
        </a:solidFill>
        <a:effectLst/>
      </p:bgPr>
    </p:bg>
    <p:spTree>
      <p:nvGrpSpPr>
        <p:cNvPr id="1" name=""/>
        <p:cNvGrpSpPr/>
        <p:nvPr/>
      </p:nvGrpSpPr>
      <p:grpSpPr>
        <a:xfrm>
          <a:off x="0" y="0"/>
          <a:ext cx="0" cy="0"/>
          <a:chOff x="0" y="0"/>
          <a:chExt cx="0" cy="0"/>
        </a:xfrm>
      </p:grpSpPr>
      <p:sp>
        <p:nvSpPr>
          <p:cNvPr id="3" name="Bildplatzhalter 6">
            <a:extLst>
              <a:ext uri="{FF2B5EF4-FFF2-40B4-BE49-F238E27FC236}">
                <a16:creationId xmlns:a16="http://schemas.microsoft.com/office/drawing/2014/main" id="{A33F371B-6733-B6C9-E864-35EE2A80ACFD}"/>
              </a:ext>
            </a:extLst>
          </p:cNvPr>
          <p:cNvSpPr>
            <a:spLocks noGrp="1"/>
          </p:cNvSpPr>
          <p:nvPr>
            <p:ph type="pic" sz="quarter" idx="18"/>
          </p:nvPr>
        </p:nvSpPr>
        <p:spPr>
          <a:xfrm>
            <a:off x="0" y="0"/>
            <a:ext cx="3275195" cy="6858000"/>
          </a:xfrm>
          <a:prstGeom prst="rect">
            <a:avLst/>
          </a:prstGeom>
          <a:solidFill>
            <a:schemeClr val="accent3"/>
          </a:solidFill>
        </p:spPr>
        <p:txBody>
          <a:bodyPr/>
          <a:lstStyle>
            <a:lvl1pPr marL="0" indent="0">
              <a:buNone/>
              <a:defRPr sz="2400"/>
            </a:lvl1pPr>
          </a:lstStyle>
          <a:p>
            <a:endParaRPr lang="de-DE"/>
          </a:p>
        </p:txBody>
      </p:sp>
      <p:sp>
        <p:nvSpPr>
          <p:cNvPr id="19" name="Datumsplatzhalter 18">
            <a:extLst>
              <a:ext uri="{FF2B5EF4-FFF2-40B4-BE49-F238E27FC236}">
                <a16:creationId xmlns:a16="http://schemas.microsoft.com/office/drawing/2014/main" id="{32AB74F5-E937-C777-EE96-A0014DB2FBB9}"/>
              </a:ext>
            </a:extLst>
          </p:cNvPr>
          <p:cNvSpPr>
            <a:spLocks noGrp="1"/>
          </p:cNvSpPr>
          <p:nvPr>
            <p:ph type="dt" sz="half" idx="14"/>
          </p:nvPr>
        </p:nvSpPr>
        <p:spPr>
          <a:xfrm>
            <a:off x="3407871" y="6623306"/>
            <a:ext cx="1411779" cy="235058"/>
          </a:xfrm>
        </p:spPr>
        <p:txBody>
          <a:bodyPr/>
          <a:lstStyle>
            <a:lvl1pPr>
              <a:defRPr>
                <a:solidFill>
                  <a:schemeClr val="bg1"/>
                </a:solidFill>
              </a:defRPr>
            </a:lvl1pPr>
          </a:lstStyle>
          <a:p>
            <a:fld id="{546DCC80-199F-4246-A69E-CE44ACF61E02}" type="datetime1">
              <a:rPr lang="de-DE" smtClean="0"/>
              <a:t>18.08.2026</a:t>
            </a:fld>
            <a:endParaRPr lang="de-DE"/>
          </a:p>
        </p:txBody>
      </p:sp>
      <p:sp>
        <p:nvSpPr>
          <p:cNvPr id="20" name="Fußzeilenplatzhalter 19">
            <a:extLst>
              <a:ext uri="{FF2B5EF4-FFF2-40B4-BE49-F238E27FC236}">
                <a16:creationId xmlns:a16="http://schemas.microsoft.com/office/drawing/2014/main" id="{8BF84A28-F50E-CC1C-9AB6-13821FD076B8}"/>
              </a:ext>
            </a:extLst>
          </p:cNvPr>
          <p:cNvSpPr>
            <a:spLocks noGrp="1"/>
          </p:cNvSpPr>
          <p:nvPr>
            <p:ph type="ftr" sz="quarter" idx="15"/>
          </p:nvPr>
        </p:nvSpPr>
        <p:spPr>
          <a:xfrm>
            <a:off x="4819651" y="6625449"/>
            <a:ext cx="6998124" cy="235057"/>
          </a:xfrm>
        </p:spPr>
        <p:txBody>
          <a:bodyPr/>
          <a:lstStyle/>
          <a:p>
            <a:r>
              <a:rPr lang="de-DE"/>
              <a:t>AIRCO  |  mosaiic GmbH  |</a:t>
            </a:r>
          </a:p>
        </p:txBody>
      </p:sp>
      <p:sp>
        <p:nvSpPr>
          <p:cNvPr id="22" name="Titel 21">
            <a:extLst>
              <a:ext uri="{FF2B5EF4-FFF2-40B4-BE49-F238E27FC236}">
                <a16:creationId xmlns:a16="http://schemas.microsoft.com/office/drawing/2014/main" id="{05B7C670-BD51-8785-078C-A84F3A119C92}"/>
              </a:ext>
            </a:extLst>
          </p:cNvPr>
          <p:cNvSpPr>
            <a:spLocks noGrp="1"/>
          </p:cNvSpPr>
          <p:nvPr>
            <p:ph type="title" hasCustomPrompt="1"/>
          </p:nvPr>
        </p:nvSpPr>
        <p:spPr>
          <a:xfrm>
            <a:off x="3407876" y="297875"/>
            <a:ext cx="8409899" cy="830989"/>
          </a:xfrm>
        </p:spPr>
        <p:txBody>
          <a:bodyPr/>
          <a:lstStyle>
            <a:lvl1pPr>
              <a:defRPr/>
            </a:lvl1pPr>
          </a:lstStyle>
          <a:p>
            <a:r>
              <a:rPr lang="de-DE"/>
              <a:t>Headline1</a:t>
            </a:r>
          </a:p>
        </p:txBody>
      </p:sp>
      <p:sp>
        <p:nvSpPr>
          <p:cNvPr id="25" name="Textplatzhalter 2">
            <a:extLst>
              <a:ext uri="{FF2B5EF4-FFF2-40B4-BE49-F238E27FC236}">
                <a16:creationId xmlns:a16="http://schemas.microsoft.com/office/drawing/2014/main" id="{558FC05B-7AF7-E192-4A54-B378B575BC9E}"/>
              </a:ext>
            </a:extLst>
          </p:cNvPr>
          <p:cNvSpPr>
            <a:spLocks noGrp="1"/>
          </p:cNvSpPr>
          <p:nvPr>
            <p:ph idx="1"/>
          </p:nvPr>
        </p:nvSpPr>
        <p:spPr>
          <a:xfrm>
            <a:off x="3407874" y="1478843"/>
            <a:ext cx="8409901" cy="5019679"/>
          </a:xfrm>
          <a:prstGeom prst="rect">
            <a:avLst/>
          </a:prstGeom>
        </p:spPr>
        <p:txBody>
          <a:bodyPr vert="horz" lIns="0" tIns="0" rIns="0" bIns="0" rtlCol="0">
            <a:noAutofit/>
          </a:bodyPr>
          <a:lstStyle>
            <a:lvl1pPr>
              <a:defRPr lang="de-DE" dirty="0"/>
            </a:lvl1pPr>
            <a:lvl2pPr>
              <a:defRPr lang="de-DE" dirty="0"/>
            </a:lvl2pPr>
            <a:lvl3pPr>
              <a:defRPr lang="de-DE" dirty="0"/>
            </a:lvl3pPr>
            <a:lvl4pPr>
              <a:defRPr lang="de-DE" dirty="0"/>
            </a:lvl4pPr>
            <a:lvl5pPr>
              <a:defRPr lang="de-DE" dirty="0"/>
            </a:lvl5pPr>
            <a:lvl6pPr>
              <a:defRPr lang="de-DE" dirty="0"/>
            </a:lvl6pPr>
            <a:lvl7pPr>
              <a:defRPr lang="de-DE" dirty="0"/>
            </a:lvl7pPr>
            <a:lvl8pPr>
              <a:defRPr lang="de-DE" dirty="0"/>
            </a:lvl8pPr>
          </a:lstStyle>
          <a:p>
            <a:pPr lvl="0">
              <a:spcAft>
                <a:spcPts val="1000"/>
              </a:spcAft>
            </a:pPr>
            <a:r>
              <a:rPr lang="de-DE"/>
              <a:t>Mastertextformat bearbeiten</a:t>
            </a:r>
          </a:p>
          <a:p>
            <a:pPr lvl="1">
              <a:spcAft>
                <a:spcPts val="1000"/>
              </a:spcAft>
            </a:pPr>
            <a:r>
              <a:rPr lang="de-DE"/>
              <a:t>Zweite Ebene</a:t>
            </a:r>
          </a:p>
          <a:p>
            <a:pPr lvl="2">
              <a:spcAft>
                <a:spcPts val="1000"/>
              </a:spcAft>
            </a:pPr>
            <a:r>
              <a:rPr lang="de-DE"/>
              <a:t>Dritte Ebene</a:t>
            </a:r>
          </a:p>
          <a:p>
            <a:pPr lvl="3">
              <a:spcAft>
                <a:spcPts val="1000"/>
              </a:spcAft>
            </a:pPr>
            <a:r>
              <a:rPr lang="de-DE"/>
              <a:t>Vierte Ebene</a:t>
            </a:r>
          </a:p>
          <a:p>
            <a:pPr lvl="4">
              <a:spcAft>
                <a:spcPts val="1000"/>
              </a:spcAft>
            </a:pPr>
            <a:r>
              <a:rPr lang="de-DE"/>
              <a:t>Fünfte Ebene</a:t>
            </a:r>
          </a:p>
          <a:p>
            <a:pPr lvl="5"/>
            <a:r>
              <a:rPr lang="de-DE"/>
              <a:t>Sechste Ebene</a:t>
            </a:r>
          </a:p>
          <a:p>
            <a:pPr lvl="6"/>
            <a:r>
              <a:rPr lang="de-DE"/>
              <a:t>Siebte Ebene</a:t>
            </a:r>
          </a:p>
          <a:p>
            <a:pPr lvl="7"/>
            <a:r>
              <a:rPr lang="de-DE"/>
              <a:t>Achte Ebene</a:t>
            </a:r>
          </a:p>
        </p:txBody>
      </p:sp>
      <p:sp>
        <p:nvSpPr>
          <p:cNvPr id="2" name="Foliennummernplatzhalter 4">
            <a:extLst>
              <a:ext uri="{FF2B5EF4-FFF2-40B4-BE49-F238E27FC236}">
                <a16:creationId xmlns:a16="http://schemas.microsoft.com/office/drawing/2014/main" id="{18E56161-B4A8-15E9-022F-7EA5F716F4F5}"/>
              </a:ext>
            </a:extLst>
          </p:cNvPr>
          <p:cNvSpPr>
            <a:spLocks noGrp="1"/>
          </p:cNvSpPr>
          <p:nvPr>
            <p:ph type="sldNum" sz="quarter" idx="12"/>
          </p:nvPr>
        </p:nvSpPr>
        <p:spPr>
          <a:xfrm>
            <a:off x="11817775" y="6627211"/>
            <a:ext cx="374225" cy="235057"/>
          </a:xfrm>
        </p:spPr>
        <p:txBody>
          <a:bodyPr/>
          <a:lstStyle>
            <a:lvl1pPr algn="l">
              <a:defRPr>
                <a:solidFill>
                  <a:schemeClr val="bg1"/>
                </a:solidFill>
              </a:defRPr>
            </a:lvl1pPr>
          </a:lstStyle>
          <a:p>
            <a:fld id="{F4B5F3EB-31C7-4555-828E-971415072856}" type="slidenum">
              <a:rPr lang="de-DE" smtClean="0"/>
              <a:pPr/>
              <a:t>‹Nr.›</a:t>
            </a:fld>
            <a:endParaRPr lang="de-DE"/>
          </a:p>
        </p:txBody>
      </p:sp>
      <p:sp>
        <p:nvSpPr>
          <p:cNvPr id="4" name="Textplatzhalter 1">
            <a:extLst>
              <a:ext uri="{FF2B5EF4-FFF2-40B4-BE49-F238E27FC236}">
                <a16:creationId xmlns:a16="http://schemas.microsoft.com/office/drawing/2014/main" id="{4B54751A-682C-468E-3FC8-72B0308D89C1}"/>
              </a:ext>
            </a:extLst>
          </p:cNvPr>
          <p:cNvSpPr>
            <a:spLocks noGrp="1"/>
          </p:cNvSpPr>
          <p:nvPr>
            <p:ph type="body" sz="quarter" idx="13" hasCustomPrompt="1"/>
          </p:nvPr>
        </p:nvSpPr>
        <p:spPr>
          <a:xfrm>
            <a:off x="3412063" y="734211"/>
            <a:ext cx="8409899" cy="322263"/>
          </a:xfrm>
          <a:prstGeom prst="rect">
            <a:avLst/>
          </a:prstGeom>
        </p:spPr>
        <p:txBody>
          <a:bodyPr vert="horz" lIns="0" tIns="0" rIns="0" bIns="0" rtlCol="0" anchor="b" anchorCtr="0">
            <a:noAutofit/>
          </a:bodyPr>
          <a:lstStyle>
            <a:lvl1pPr marL="0" indent="0">
              <a:buNone/>
              <a:defRPr lang="de-DE" sz="1800" dirty="0" smtClean="0">
                <a:ea typeface="+mj-ea"/>
                <a:cs typeface="+mj-cs"/>
              </a:defRPr>
            </a:lvl1pPr>
            <a:lvl2pPr>
              <a:defRPr lang="de-DE" sz="2400" dirty="0" smtClean="0">
                <a:solidFill>
                  <a:schemeClr val="tx1"/>
                </a:solidFill>
              </a:defRPr>
            </a:lvl2pPr>
            <a:lvl3pPr>
              <a:defRPr lang="de-DE" sz="2400" dirty="0" smtClean="0">
                <a:solidFill>
                  <a:schemeClr val="tx1"/>
                </a:solidFill>
              </a:defRPr>
            </a:lvl3pPr>
            <a:lvl4pPr>
              <a:defRPr lang="de-DE" sz="2400" dirty="0" smtClean="0">
                <a:solidFill>
                  <a:schemeClr val="tx1"/>
                </a:solidFill>
              </a:defRPr>
            </a:lvl4pPr>
            <a:lvl5pPr>
              <a:defRPr lang="de-DE" sz="2400" dirty="0">
                <a:solidFill>
                  <a:schemeClr val="tx1"/>
                </a:solidFill>
              </a:defRPr>
            </a:lvl5pPr>
          </a:lstStyle>
          <a:p>
            <a:pPr marL="105750" lvl="0" indent="-285750">
              <a:spcBef>
                <a:spcPct val="0"/>
              </a:spcBef>
            </a:pPr>
            <a:r>
              <a:rPr lang="de-DE"/>
              <a:t>Headline3</a:t>
            </a:r>
          </a:p>
        </p:txBody>
      </p:sp>
    </p:spTree>
    <p:extLst>
      <p:ext uri="{BB962C8B-B14F-4D97-AF65-F5344CB8AC3E}">
        <p14:creationId xmlns:p14="http://schemas.microsoft.com/office/powerpoint/2010/main" val="1821280519"/>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elfolie_mittig_zentriert_ohne Logo">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285B7E-2BAB-36C5-D828-8F68990C577A}"/>
              </a:ext>
            </a:extLst>
          </p:cNvPr>
          <p:cNvSpPr>
            <a:spLocks noGrp="1"/>
          </p:cNvSpPr>
          <p:nvPr>
            <p:ph type="ctrTitle" hasCustomPrompt="1"/>
          </p:nvPr>
        </p:nvSpPr>
        <p:spPr>
          <a:xfrm>
            <a:off x="1839844" y="1423054"/>
            <a:ext cx="8512313" cy="2222660"/>
          </a:xfrm>
        </p:spPr>
        <p:txBody>
          <a:bodyPr anchor="b"/>
          <a:lstStyle>
            <a:lvl1pPr algn="ctr">
              <a:defRPr sz="5600">
                <a:solidFill>
                  <a:schemeClr val="bg1"/>
                </a:solidFill>
              </a:defRPr>
            </a:lvl1pPr>
          </a:lstStyle>
          <a:p>
            <a:r>
              <a:rPr lang="de-DE"/>
              <a:t>Key Statement bearbeiten</a:t>
            </a:r>
          </a:p>
        </p:txBody>
      </p:sp>
      <p:sp>
        <p:nvSpPr>
          <p:cNvPr id="3" name="Untertitel 2">
            <a:extLst>
              <a:ext uri="{FF2B5EF4-FFF2-40B4-BE49-F238E27FC236}">
                <a16:creationId xmlns:a16="http://schemas.microsoft.com/office/drawing/2014/main" id="{35CB8BD7-0DE8-7A2F-385D-F0CF05F718F2}"/>
              </a:ext>
            </a:extLst>
          </p:cNvPr>
          <p:cNvSpPr>
            <a:spLocks noGrp="1"/>
          </p:cNvSpPr>
          <p:nvPr>
            <p:ph type="subTitle" idx="1" hasCustomPrompt="1"/>
          </p:nvPr>
        </p:nvSpPr>
        <p:spPr>
          <a:xfrm>
            <a:off x="1839844" y="4010773"/>
            <a:ext cx="8512313" cy="1355595"/>
          </a:xfrm>
          <a:prstGeom prst="rect">
            <a:avLst/>
          </a:prstGeom>
        </p:spPr>
        <p:txBody>
          <a:bodyPr>
            <a:normAutofit/>
          </a:bodyPr>
          <a:lstStyle>
            <a:lvl1pPr marL="0" indent="0" algn="ctr">
              <a:buNone/>
              <a:defRPr sz="2267">
                <a:solidFill>
                  <a:schemeClr val="bg1"/>
                </a:solidFill>
              </a:defRPr>
            </a:lvl1pPr>
            <a:lvl2pPr marL="609570" indent="0" algn="ctr">
              <a:buNone/>
              <a:defRPr sz="2667"/>
            </a:lvl2pPr>
            <a:lvl3pPr marL="1219139" indent="0" algn="ctr">
              <a:buNone/>
              <a:defRPr sz="2400"/>
            </a:lvl3pPr>
            <a:lvl4pPr marL="1828709" indent="0" algn="ctr">
              <a:buNone/>
              <a:defRPr sz="2133"/>
            </a:lvl4pPr>
            <a:lvl5pPr marL="2438278" indent="0" algn="ctr">
              <a:buNone/>
              <a:defRPr sz="2133"/>
            </a:lvl5pPr>
            <a:lvl6pPr marL="3047848" indent="0" algn="ctr">
              <a:buNone/>
              <a:defRPr sz="2133"/>
            </a:lvl6pPr>
            <a:lvl7pPr marL="3657417" indent="0" algn="ctr">
              <a:buNone/>
              <a:defRPr sz="2133"/>
            </a:lvl7pPr>
            <a:lvl8pPr marL="4266987" indent="0" algn="ctr">
              <a:buNone/>
              <a:defRPr sz="2133"/>
            </a:lvl8pPr>
            <a:lvl9pPr marL="4876557" indent="0" algn="ctr">
              <a:buNone/>
              <a:defRPr sz="2133"/>
            </a:lvl9pPr>
          </a:lstStyle>
          <a:p>
            <a:r>
              <a:rPr lang="de-DE"/>
              <a:t>Key Statement bearbeiten</a:t>
            </a:r>
          </a:p>
        </p:txBody>
      </p:sp>
      <p:cxnSp>
        <p:nvCxnSpPr>
          <p:cNvPr id="4" name="Gerader Verbinder 3">
            <a:extLst>
              <a:ext uri="{FF2B5EF4-FFF2-40B4-BE49-F238E27FC236}">
                <a16:creationId xmlns:a16="http://schemas.microsoft.com/office/drawing/2014/main" id="{BF0B65F6-D4B2-9320-B252-9E9EE9FA9D3E}"/>
              </a:ext>
            </a:extLst>
          </p:cNvPr>
          <p:cNvCxnSpPr>
            <a:cxnSpLocks/>
          </p:cNvCxnSpPr>
          <p:nvPr userDrawn="1"/>
        </p:nvCxnSpPr>
        <p:spPr>
          <a:xfrm>
            <a:off x="1508810" y="3844357"/>
            <a:ext cx="9174381" cy="1"/>
          </a:xfrm>
          <a:prstGeom prst="line">
            <a:avLst/>
          </a:prstGeom>
          <a:ln w="15875">
            <a:solidFill>
              <a:schemeClr val="accent2"/>
            </a:solidFill>
          </a:ln>
        </p:spPr>
        <p:style>
          <a:lnRef idx="2">
            <a:schemeClr val="accent1"/>
          </a:lnRef>
          <a:fillRef idx="0">
            <a:schemeClr val="accent1"/>
          </a:fillRef>
          <a:effectRef idx="1">
            <a:schemeClr val="accent1"/>
          </a:effectRef>
          <a:fontRef idx="minor">
            <a:schemeClr val="tx1"/>
          </a:fontRef>
        </p:style>
      </p:cxnSp>
      <p:sp>
        <p:nvSpPr>
          <p:cNvPr id="7" name="Datumsplatzhalter 6">
            <a:extLst>
              <a:ext uri="{FF2B5EF4-FFF2-40B4-BE49-F238E27FC236}">
                <a16:creationId xmlns:a16="http://schemas.microsoft.com/office/drawing/2014/main" id="{34CCC5C3-288A-D45E-4F37-919F36165281}"/>
              </a:ext>
            </a:extLst>
          </p:cNvPr>
          <p:cNvSpPr>
            <a:spLocks noGrp="1"/>
          </p:cNvSpPr>
          <p:nvPr>
            <p:ph type="dt" sz="half" idx="10"/>
          </p:nvPr>
        </p:nvSpPr>
        <p:spPr/>
        <p:txBody>
          <a:bodyPr/>
          <a:lstStyle/>
          <a:p>
            <a:fld id="{56D233D5-0BBA-4C8D-8962-118201C907E9}" type="datetime1">
              <a:rPr lang="de-DE" smtClean="0"/>
              <a:t>18.08.2026</a:t>
            </a:fld>
            <a:endParaRPr lang="de-DE"/>
          </a:p>
        </p:txBody>
      </p:sp>
      <p:sp>
        <p:nvSpPr>
          <p:cNvPr id="9" name="Fußzeilenplatzhalter 8">
            <a:extLst>
              <a:ext uri="{FF2B5EF4-FFF2-40B4-BE49-F238E27FC236}">
                <a16:creationId xmlns:a16="http://schemas.microsoft.com/office/drawing/2014/main" id="{3B33A2BD-C69B-1EE8-79DC-4C0248BB1764}"/>
              </a:ext>
            </a:extLst>
          </p:cNvPr>
          <p:cNvSpPr>
            <a:spLocks noGrp="1"/>
          </p:cNvSpPr>
          <p:nvPr>
            <p:ph type="ftr" sz="quarter" idx="11"/>
          </p:nvPr>
        </p:nvSpPr>
        <p:spPr/>
        <p:txBody>
          <a:bodyPr/>
          <a:lstStyle/>
          <a:p>
            <a:r>
              <a:rPr lang="de-DE"/>
              <a:t>AIRCO  |  mosaiic GmbH  |</a:t>
            </a:r>
          </a:p>
        </p:txBody>
      </p:sp>
      <p:sp>
        <p:nvSpPr>
          <p:cNvPr id="10" name="Foliennummernplatzhalter 9">
            <a:extLst>
              <a:ext uri="{FF2B5EF4-FFF2-40B4-BE49-F238E27FC236}">
                <a16:creationId xmlns:a16="http://schemas.microsoft.com/office/drawing/2014/main" id="{F0665A29-D22D-8D6A-8F33-3C62A841B4B2}"/>
              </a:ext>
            </a:extLst>
          </p:cNvPr>
          <p:cNvSpPr>
            <a:spLocks noGrp="1"/>
          </p:cNvSpPr>
          <p:nvPr>
            <p:ph type="sldNum" sz="quarter" idx="12"/>
          </p:nvPr>
        </p:nvSpPr>
        <p:spPr/>
        <p:txBody>
          <a:bodyPr/>
          <a:lstStyle/>
          <a:p>
            <a:fld id="{F4B5F3EB-31C7-4555-828E-971415072856}" type="slidenum">
              <a:rPr lang="de-DE" smtClean="0"/>
              <a:pPr/>
              <a:t>‹Nr.›</a:t>
            </a:fld>
            <a:endParaRPr lang="de-DE"/>
          </a:p>
        </p:txBody>
      </p:sp>
    </p:spTree>
    <p:extLst>
      <p:ext uri="{BB962C8B-B14F-4D97-AF65-F5344CB8AC3E}">
        <p14:creationId xmlns:p14="http://schemas.microsoft.com/office/powerpoint/2010/main" val="7065099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4_H1+H2 Fußzeile-unten">
    <p:spTree>
      <p:nvGrpSpPr>
        <p:cNvPr id="1" name=""/>
        <p:cNvGrpSpPr/>
        <p:nvPr/>
      </p:nvGrpSpPr>
      <p:grpSpPr>
        <a:xfrm>
          <a:off x="0" y="0"/>
          <a:ext cx="0" cy="0"/>
          <a:chOff x="0" y="0"/>
          <a:chExt cx="0" cy="0"/>
        </a:xfrm>
      </p:grpSpPr>
      <p:sp>
        <p:nvSpPr>
          <p:cNvPr id="8" name="Titel 1">
            <a:extLst>
              <a:ext uri="{FF2B5EF4-FFF2-40B4-BE49-F238E27FC236}">
                <a16:creationId xmlns:a16="http://schemas.microsoft.com/office/drawing/2014/main" id="{B4CB2DE4-01F1-4200-B884-BC3D5735A445}"/>
              </a:ext>
            </a:extLst>
          </p:cNvPr>
          <p:cNvSpPr>
            <a:spLocks noGrp="1"/>
          </p:cNvSpPr>
          <p:nvPr>
            <p:ph type="title" hasCustomPrompt="1"/>
          </p:nvPr>
        </p:nvSpPr>
        <p:spPr>
          <a:xfrm>
            <a:off x="383114" y="846958"/>
            <a:ext cx="11407926" cy="407763"/>
          </a:xfrm>
        </p:spPr>
        <p:txBody>
          <a:bodyPr anchor="b">
            <a:noAutofit/>
          </a:bodyPr>
          <a:lstStyle>
            <a:lvl1pPr>
              <a:defRPr sz="1800">
                <a:latin typeface="+mn-lt"/>
              </a:defRPr>
            </a:lvl1pPr>
          </a:lstStyle>
          <a:p>
            <a:r>
              <a:rPr lang="de-DE"/>
              <a:t>Unterüberschrift</a:t>
            </a:r>
          </a:p>
        </p:txBody>
      </p:sp>
      <p:sp>
        <p:nvSpPr>
          <p:cNvPr id="9" name="Textplatzhalter 10">
            <a:extLst>
              <a:ext uri="{FF2B5EF4-FFF2-40B4-BE49-F238E27FC236}">
                <a16:creationId xmlns:a16="http://schemas.microsoft.com/office/drawing/2014/main" id="{A5333B94-BE58-D900-0E00-A363628905F8}"/>
              </a:ext>
            </a:extLst>
          </p:cNvPr>
          <p:cNvSpPr>
            <a:spLocks noGrp="1"/>
          </p:cNvSpPr>
          <p:nvPr>
            <p:ph type="body" sz="quarter" idx="66" hasCustomPrompt="1"/>
          </p:nvPr>
        </p:nvSpPr>
        <p:spPr>
          <a:xfrm>
            <a:off x="383114" y="343313"/>
            <a:ext cx="11425769" cy="522480"/>
          </a:xfrm>
        </p:spPr>
        <p:txBody>
          <a:bodyPr vert="horz" lIns="36000" tIns="46800" rIns="36000" bIns="46800" rtlCol="0" anchor="t" anchorCtr="0">
            <a:noAutofit/>
          </a:bodyPr>
          <a:lstStyle>
            <a:lvl1pPr marL="0" indent="0">
              <a:buNone/>
              <a:defRPr lang="de-DE" sz="3200" smtClean="0">
                <a:solidFill>
                  <a:schemeClr val="bg1"/>
                </a:solidFill>
                <a:latin typeface="+mj-lt"/>
                <a:ea typeface="+mj-ea"/>
                <a:cs typeface="+mj-cs"/>
              </a:defRPr>
            </a:lvl1pPr>
            <a:lvl2pPr>
              <a:defRPr lang="de-DE" smtClean="0">
                <a:solidFill>
                  <a:schemeClr val="bg1"/>
                </a:solidFill>
              </a:defRPr>
            </a:lvl2pPr>
            <a:lvl3pPr>
              <a:defRPr lang="de-DE" sz="2400" smtClean="0">
                <a:solidFill>
                  <a:schemeClr val="bg1"/>
                </a:solidFill>
              </a:defRPr>
            </a:lvl3pPr>
            <a:lvl4pPr>
              <a:defRPr lang="de-DE" sz="2400" smtClean="0">
                <a:solidFill>
                  <a:schemeClr val="bg1"/>
                </a:solidFill>
              </a:defRPr>
            </a:lvl4pPr>
            <a:lvl5pPr>
              <a:defRPr lang="de-DE" sz="2400">
                <a:solidFill>
                  <a:schemeClr val="bg1"/>
                </a:solidFill>
              </a:defRPr>
            </a:lvl5pPr>
          </a:lstStyle>
          <a:p>
            <a:pPr marL="342906" lvl="0" indent="-571500" defTabSz="609585">
              <a:spcBef>
                <a:spcPct val="0"/>
              </a:spcBef>
            </a:pPr>
            <a:r>
              <a:rPr lang="de-DE"/>
              <a:t>Mastertitel</a:t>
            </a:r>
          </a:p>
        </p:txBody>
      </p:sp>
      <p:sp>
        <p:nvSpPr>
          <p:cNvPr id="3" name="Datumsplatzhalter 2">
            <a:extLst>
              <a:ext uri="{FF2B5EF4-FFF2-40B4-BE49-F238E27FC236}">
                <a16:creationId xmlns:a16="http://schemas.microsoft.com/office/drawing/2014/main" id="{16DB0506-AA88-C4CB-DF6D-6B4FE8F3D586}"/>
              </a:ext>
            </a:extLst>
          </p:cNvPr>
          <p:cNvSpPr>
            <a:spLocks noGrp="1"/>
          </p:cNvSpPr>
          <p:nvPr>
            <p:ph type="dt" sz="half" idx="10"/>
          </p:nvPr>
        </p:nvSpPr>
        <p:spPr/>
        <p:txBody>
          <a:bodyPr anchor="ctr"/>
          <a:lstStyle/>
          <a:p>
            <a:fld id="{16040F88-DCFE-4D6E-AF2C-2F8F09ED73F9}" type="datetime1">
              <a:rPr lang="de-DE" smtClean="0"/>
              <a:t>18.08.2026</a:t>
            </a:fld>
            <a:endParaRPr lang="de-DE"/>
          </a:p>
        </p:txBody>
      </p:sp>
      <p:sp>
        <p:nvSpPr>
          <p:cNvPr id="4" name="Fußzeilenplatzhalter 3">
            <a:extLst>
              <a:ext uri="{FF2B5EF4-FFF2-40B4-BE49-F238E27FC236}">
                <a16:creationId xmlns:a16="http://schemas.microsoft.com/office/drawing/2014/main" id="{EEF4FEFC-8202-A26F-14CC-16BCCFCD9779}"/>
              </a:ext>
            </a:extLst>
          </p:cNvPr>
          <p:cNvSpPr>
            <a:spLocks noGrp="1"/>
          </p:cNvSpPr>
          <p:nvPr>
            <p:ph type="ftr" sz="quarter" idx="11"/>
          </p:nvPr>
        </p:nvSpPr>
        <p:spPr/>
        <p:txBody>
          <a:bodyPr anchor="ctr"/>
          <a:lstStyle/>
          <a:p>
            <a:r>
              <a:rPr lang="de-DE"/>
              <a:t>AIRCO  |  mosaiic GmbH  |</a:t>
            </a:r>
          </a:p>
        </p:txBody>
      </p:sp>
      <p:sp>
        <p:nvSpPr>
          <p:cNvPr id="5" name="Foliennummernplatzhalter 4">
            <a:extLst>
              <a:ext uri="{FF2B5EF4-FFF2-40B4-BE49-F238E27FC236}">
                <a16:creationId xmlns:a16="http://schemas.microsoft.com/office/drawing/2014/main" id="{2916AF86-0812-922E-B00B-1FBE3D382F7C}"/>
              </a:ext>
            </a:extLst>
          </p:cNvPr>
          <p:cNvSpPr>
            <a:spLocks noGrp="1"/>
          </p:cNvSpPr>
          <p:nvPr>
            <p:ph type="sldNum" sz="quarter" idx="12"/>
          </p:nvPr>
        </p:nvSpPr>
        <p:spPr/>
        <p:txBody>
          <a:bodyPr anchor="ctr"/>
          <a:lstStyle/>
          <a:p>
            <a:fld id="{F4B5F3EB-31C7-4555-828E-971415072856}" type="slidenum">
              <a:rPr lang="de-DE" smtClean="0"/>
              <a:pPr/>
              <a:t>‹Nr.›</a:t>
            </a:fld>
            <a:endParaRPr lang="de-DE"/>
          </a:p>
        </p:txBody>
      </p:sp>
      <p:sp>
        <p:nvSpPr>
          <p:cNvPr id="6" name="Textplatzhalter 2">
            <a:extLst>
              <a:ext uri="{FF2B5EF4-FFF2-40B4-BE49-F238E27FC236}">
                <a16:creationId xmlns:a16="http://schemas.microsoft.com/office/drawing/2014/main" id="{BB7122D5-A0C2-8191-91A4-497E606316AB}"/>
              </a:ext>
            </a:extLst>
          </p:cNvPr>
          <p:cNvSpPr>
            <a:spLocks noGrp="1"/>
          </p:cNvSpPr>
          <p:nvPr>
            <p:ph idx="1"/>
          </p:nvPr>
        </p:nvSpPr>
        <p:spPr>
          <a:xfrm>
            <a:off x="383117" y="1318630"/>
            <a:ext cx="11407263" cy="4938705"/>
          </a:xfrm>
          <a:prstGeom prst="rect">
            <a:avLst/>
          </a:prstGeom>
        </p:spPr>
        <p:txBody>
          <a:bodyPr vert="horz" lIns="36000" tIns="45720" rIns="3600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a:t>
            </a:r>
          </a:p>
          <a:p>
            <a:pPr lvl="6"/>
            <a:r>
              <a:rPr lang="de-DE"/>
              <a:t>Siebte</a:t>
            </a:r>
          </a:p>
        </p:txBody>
      </p:sp>
    </p:spTree>
    <p:extLst>
      <p:ext uri="{BB962C8B-B14F-4D97-AF65-F5344CB8AC3E}">
        <p14:creationId xmlns:p14="http://schemas.microsoft.com/office/powerpoint/2010/main" val="5980433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5_H1 doppelt  Fußzeile-oben">
    <p:spTree>
      <p:nvGrpSpPr>
        <p:cNvPr id="1" name=""/>
        <p:cNvGrpSpPr/>
        <p:nvPr/>
      </p:nvGrpSpPr>
      <p:grpSpPr>
        <a:xfrm>
          <a:off x="0" y="0"/>
          <a:ext cx="0" cy="0"/>
          <a:chOff x="0" y="0"/>
          <a:chExt cx="0" cy="0"/>
        </a:xfrm>
      </p:grpSpPr>
      <p:sp>
        <p:nvSpPr>
          <p:cNvPr id="7" name="Titel 7">
            <a:extLst>
              <a:ext uri="{FF2B5EF4-FFF2-40B4-BE49-F238E27FC236}">
                <a16:creationId xmlns:a16="http://schemas.microsoft.com/office/drawing/2014/main" id="{5E956C49-47D0-4166-AAA1-CC8FE814D818}"/>
              </a:ext>
            </a:extLst>
          </p:cNvPr>
          <p:cNvSpPr>
            <a:spLocks noGrp="1"/>
          </p:cNvSpPr>
          <p:nvPr>
            <p:ph type="title" hasCustomPrompt="1"/>
          </p:nvPr>
        </p:nvSpPr>
        <p:spPr>
          <a:xfrm>
            <a:off x="391764" y="347622"/>
            <a:ext cx="11417117" cy="910935"/>
          </a:xfrm>
          <a:prstGeom prst="rect">
            <a:avLst/>
          </a:prstGeom>
        </p:spPr>
        <p:txBody>
          <a:bodyPr lIns="36000" anchor="t"/>
          <a:lstStyle>
            <a:lvl1pPr>
              <a:defRPr lang="de-DE" sz="3200" b="0">
                <a:solidFill>
                  <a:schemeClr val="bg1"/>
                </a:solidFill>
              </a:defRPr>
            </a:lvl1pPr>
          </a:lstStyle>
          <a:p>
            <a:pPr marL="0" marR="0" lvl="0" indent="0" fontAlgn="auto">
              <a:spcBef>
                <a:spcPts val="1333"/>
              </a:spcBef>
              <a:spcAft>
                <a:spcPts val="0"/>
              </a:spcAft>
              <a:buClrTx/>
              <a:buSzTx/>
              <a:buFont typeface="Arial" panose="020B0604020202020204" pitchFamily="34" charset="0"/>
              <a:tabLst/>
            </a:pPr>
            <a:r>
              <a:rPr lang="de-DE"/>
              <a:t>Mastertitelformat bearbeiten</a:t>
            </a:r>
            <a:br>
              <a:rPr lang="de-DE"/>
            </a:br>
            <a:r>
              <a:rPr lang="de-DE"/>
              <a:t>Mastertitelformat bearbeiten zweizeilig</a:t>
            </a:r>
          </a:p>
        </p:txBody>
      </p:sp>
      <p:sp>
        <p:nvSpPr>
          <p:cNvPr id="6" name="Fußzeilenplatzhalter 5">
            <a:extLst>
              <a:ext uri="{FF2B5EF4-FFF2-40B4-BE49-F238E27FC236}">
                <a16:creationId xmlns:a16="http://schemas.microsoft.com/office/drawing/2014/main" id="{ABF20B2F-E38C-4B36-910F-9113B5CB4DA0}"/>
              </a:ext>
            </a:extLst>
          </p:cNvPr>
          <p:cNvSpPr>
            <a:spLocks noGrp="1"/>
          </p:cNvSpPr>
          <p:nvPr>
            <p:ph type="ftr" sz="quarter" idx="13"/>
          </p:nvPr>
        </p:nvSpPr>
        <p:spPr>
          <a:xfrm>
            <a:off x="357662" y="5976"/>
            <a:ext cx="11834338" cy="246185"/>
          </a:xfrm>
        </p:spPr>
        <p:txBody>
          <a:bodyPr anchor="t"/>
          <a:lstStyle>
            <a:lvl1pPr algn="r">
              <a:defRPr>
                <a:solidFill>
                  <a:schemeClr val="bg1"/>
                </a:solidFill>
              </a:defRPr>
            </a:lvl1pPr>
          </a:lstStyle>
          <a:p>
            <a:r>
              <a:rPr lang="de-DE"/>
              <a:t>AIRCO  |  mosaiic GmbH  |</a:t>
            </a:r>
          </a:p>
        </p:txBody>
      </p:sp>
      <p:sp>
        <p:nvSpPr>
          <p:cNvPr id="4" name="Foliennummernplatzhalter 7">
            <a:extLst>
              <a:ext uri="{FF2B5EF4-FFF2-40B4-BE49-F238E27FC236}">
                <a16:creationId xmlns:a16="http://schemas.microsoft.com/office/drawing/2014/main" id="{4E4EEDAB-4F32-C1B6-8068-D84A47C5827D}"/>
              </a:ext>
            </a:extLst>
          </p:cNvPr>
          <p:cNvSpPr>
            <a:spLocks noGrp="1"/>
          </p:cNvSpPr>
          <p:nvPr>
            <p:ph type="sldNum" sz="quarter" idx="14"/>
          </p:nvPr>
        </p:nvSpPr>
        <p:spPr>
          <a:xfrm>
            <a:off x="0" y="0"/>
            <a:ext cx="391765" cy="246185"/>
          </a:xfrm>
        </p:spPr>
        <p:txBody>
          <a:bodyPr/>
          <a:lstStyle>
            <a:lvl1pPr>
              <a:defRPr>
                <a:solidFill>
                  <a:schemeClr val="bg1"/>
                </a:solidFill>
              </a:defRPr>
            </a:lvl1pPr>
          </a:lstStyle>
          <a:p>
            <a:fld id="{1A75287E-2834-48EB-AEA7-ECFBAEA3E5E4}" type="slidenum">
              <a:rPr lang="de-DE" smtClean="0"/>
              <a:pPr/>
              <a:t>‹Nr.›</a:t>
            </a:fld>
            <a:endParaRPr lang="de-DE"/>
          </a:p>
        </p:txBody>
      </p:sp>
      <p:sp>
        <p:nvSpPr>
          <p:cNvPr id="8" name="Textplatzhalter 2">
            <a:extLst>
              <a:ext uri="{FF2B5EF4-FFF2-40B4-BE49-F238E27FC236}">
                <a16:creationId xmlns:a16="http://schemas.microsoft.com/office/drawing/2014/main" id="{EE6FE7BB-EF7F-8C10-24C6-4E93C9717C59}"/>
              </a:ext>
            </a:extLst>
          </p:cNvPr>
          <p:cNvSpPr>
            <a:spLocks noGrp="1"/>
          </p:cNvSpPr>
          <p:nvPr>
            <p:ph idx="1"/>
          </p:nvPr>
        </p:nvSpPr>
        <p:spPr>
          <a:xfrm>
            <a:off x="383117" y="1318630"/>
            <a:ext cx="11407263" cy="5294821"/>
          </a:xfrm>
          <a:prstGeom prst="rect">
            <a:avLst/>
          </a:prstGeom>
        </p:spPr>
        <p:txBody>
          <a:bodyPr vert="horz" lIns="36000" tIns="45720" rIns="3600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a:t>
            </a:r>
          </a:p>
          <a:p>
            <a:pPr lvl="6"/>
            <a:r>
              <a:rPr lang="de-DE"/>
              <a:t>Siebte</a:t>
            </a:r>
          </a:p>
        </p:txBody>
      </p:sp>
    </p:spTree>
    <p:extLst>
      <p:ext uri="{BB962C8B-B14F-4D97-AF65-F5344CB8AC3E}">
        <p14:creationId xmlns:p14="http://schemas.microsoft.com/office/powerpoint/2010/main" val="58732308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17636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Content | 2">
    <p:spTree>
      <p:nvGrpSpPr>
        <p:cNvPr id="1" name=""/>
        <p:cNvGrpSpPr/>
        <p:nvPr/>
      </p:nvGrpSpPr>
      <p:grpSpPr>
        <a:xfrm>
          <a:off x="0" y="0"/>
          <a:ext cx="0" cy="0"/>
          <a:chOff x="0" y="0"/>
          <a:chExt cx="0" cy="0"/>
        </a:xfrm>
      </p:grpSpPr>
      <p:graphicFrame>
        <p:nvGraphicFramePr>
          <p:cNvPr id="4" name="Objekt 3" hidden="1">
            <a:extLst>
              <a:ext uri="{FF2B5EF4-FFF2-40B4-BE49-F238E27FC236}">
                <a16:creationId xmlns:a16="http://schemas.microsoft.com/office/drawing/2014/main" id="{9873D050-8C41-4684-9B1D-81971AB52E6D}"/>
              </a:ext>
            </a:extLst>
          </p:cNvPr>
          <p:cNvGraphicFramePr>
            <a:graphicFrameLocks noChangeAspect="1"/>
          </p:cNvGraphicFramePr>
          <p:nvPr userDrawn="1">
            <p:custDataLst>
              <p:tags r:id="rId1"/>
            </p:custDataLst>
            <p:extLst>
              <p:ext uri="{D42A27DB-BD31-4B8C-83A1-F6EECF244321}">
                <p14:modId xmlns:p14="http://schemas.microsoft.com/office/powerpoint/2010/main" val="902305730"/>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3" imgW="344" imgH="344" progId="TCLayout.ActiveDocument.1">
                  <p:embed/>
                </p:oleObj>
              </mc:Choice>
              <mc:Fallback>
                <p:oleObj name="think-cell Folie" r:id="rId3" imgW="344" imgH="344" progId="TCLayout.ActiveDocument.1">
                  <p:embed/>
                  <p:pic>
                    <p:nvPicPr>
                      <p:cNvPr id="4" name="Objekt 3" hidden="1">
                        <a:extLst>
                          <a:ext uri="{FF2B5EF4-FFF2-40B4-BE49-F238E27FC236}">
                            <a16:creationId xmlns:a16="http://schemas.microsoft.com/office/drawing/2014/main" id="{9873D050-8C41-4684-9B1D-81971AB52E6D}"/>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24" name="Inhaltsplatzhalter 2">
            <a:extLst>
              <a:ext uri="{FF2B5EF4-FFF2-40B4-BE49-F238E27FC236}">
                <a16:creationId xmlns:a16="http://schemas.microsoft.com/office/drawing/2014/main" id="{BA9CD6AC-9C73-4D8F-9F5C-1CF35772BD39}"/>
              </a:ext>
            </a:extLst>
          </p:cNvPr>
          <p:cNvSpPr>
            <a:spLocks noGrp="1"/>
          </p:cNvSpPr>
          <p:nvPr>
            <p:ph sz="quarter" idx="19" hasCustomPrompt="1"/>
          </p:nvPr>
        </p:nvSpPr>
        <p:spPr>
          <a:xfrm>
            <a:off x="6317289" y="1413933"/>
            <a:ext cx="5396343"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2" name="Inhaltsplatzhalter 1">
            <a:extLst>
              <a:ext uri="{FF2B5EF4-FFF2-40B4-BE49-F238E27FC236}">
                <a16:creationId xmlns:a16="http://schemas.microsoft.com/office/drawing/2014/main" id="{4EA6A0CB-E01D-4647-9CEB-66AA9684281A}"/>
              </a:ext>
            </a:extLst>
          </p:cNvPr>
          <p:cNvSpPr>
            <a:spLocks noGrp="1"/>
          </p:cNvSpPr>
          <p:nvPr>
            <p:ph sz="quarter" idx="17" hasCustomPrompt="1"/>
          </p:nvPr>
        </p:nvSpPr>
        <p:spPr>
          <a:xfrm>
            <a:off x="488946" y="1413933"/>
            <a:ext cx="5396343" cy="4894792"/>
          </a:xfrm>
        </p:spPr>
        <p:txBody>
          <a:bodyPr/>
          <a:lstStyle>
            <a:lvl1pPr rtl="0">
              <a:lnSpc>
                <a:spcPct val="100000"/>
              </a:lnSpc>
              <a:spcBef>
                <a:spcPts val="0"/>
              </a:spcBef>
              <a:spcAft>
                <a:spcPts val="600"/>
              </a:spcAft>
              <a:defRPr/>
            </a:lvl1pPr>
            <a:lvl2pPr rtl="0">
              <a:lnSpc>
                <a:spcPct val="100000"/>
              </a:lnSpc>
              <a:spcBef>
                <a:spcPts val="0"/>
              </a:spcBef>
              <a:spcAft>
                <a:spcPts val="600"/>
              </a:spcAft>
              <a:defRPr/>
            </a:lvl2pPr>
            <a:lvl3pPr rtl="0">
              <a:lnSpc>
                <a:spcPct val="100000"/>
              </a:lnSpc>
              <a:spcBef>
                <a:spcPts val="0"/>
              </a:spcBef>
              <a:spcAft>
                <a:spcPts val="600"/>
              </a:spcAft>
              <a:defRPr/>
            </a:lvl3pPr>
            <a:lvl4pPr rtl="0">
              <a:lnSpc>
                <a:spcPct val="100000"/>
              </a:lnSpc>
              <a:spcBef>
                <a:spcPts val="0"/>
              </a:spcBef>
              <a:spcAft>
                <a:spcPts val="600"/>
              </a:spcAft>
              <a:defRPr/>
            </a:lvl4pPr>
            <a:lvl5pPr rtl="0">
              <a:lnSpc>
                <a:spcPct val="100000"/>
              </a:lnSpc>
              <a:spcBef>
                <a:spcPts val="0"/>
              </a:spcBef>
              <a:spcAft>
                <a:spcPts val="600"/>
              </a:spcAft>
              <a:defRPr/>
            </a:lvl5pPr>
          </a:lstStyle>
          <a:p>
            <a:pPr lvl="0"/>
            <a:r>
              <a:rPr lang="de-DE" noProof="0"/>
              <a:t>Click </a:t>
            </a:r>
            <a:r>
              <a:rPr lang="de-DE" noProof="0" err="1"/>
              <a:t>to</a:t>
            </a:r>
            <a:r>
              <a:rPr lang="de-DE" noProof="0"/>
              <a:t> </a:t>
            </a:r>
            <a:r>
              <a:rPr lang="de-DE" noProof="0" err="1"/>
              <a:t>edit</a:t>
            </a:r>
            <a:r>
              <a:rPr lang="de-DE" noProof="0"/>
              <a:t> </a:t>
            </a:r>
            <a:r>
              <a:rPr lang="de-DE" noProof="0" err="1"/>
              <a:t>text</a:t>
            </a:r>
            <a:r>
              <a:rPr lang="de-DE" noProof="0"/>
              <a:t>. </a:t>
            </a:r>
            <a:r>
              <a:rPr lang="de-DE" noProof="0" err="1"/>
              <a:t>To</a:t>
            </a:r>
            <a:r>
              <a:rPr lang="de-DE" noProof="0"/>
              <a:t> </a:t>
            </a:r>
            <a:r>
              <a:rPr lang="de-DE" noProof="0" err="1"/>
              <a:t>insert</a:t>
            </a:r>
            <a:r>
              <a:rPr lang="de-DE" noProof="0"/>
              <a:t> </a:t>
            </a:r>
            <a:r>
              <a:rPr lang="de-DE" noProof="0" err="1"/>
              <a:t>content</a:t>
            </a:r>
            <a:r>
              <a:rPr lang="de-DE" noProof="0"/>
              <a:t> like a </a:t>
            </a:r>
            <a:r>
              <a:rPr lang="de-DE" noProof="0" err="1"/>
              <a:t>table</a:t>
            </a:r>
            <a:r>
              <a:rPr lang="de-DE" noProof="0"/>
              <a:t> </a:t>
            </a:r>
            <a:r>
              <a:rPr lang="de-DE" noProof="0" err="1"/>
              <a:t>or</a:t>
            </a:r>
            <a:r>
              <a:rPr lang="de-DE" noProof="0"/>
              <a:t> </a:t>
            </a:r>
            <a:r>
              <a:rPr lang="de-DE" noProof="0" err="1"/>
              <a:t>diagram</a:t>
            </a:r>
            <a:r>
              <a:rPr lang="de-DE" noProof="0"/>
              <a:t> just </a:t>
            </a:r>
            <a:r>
              <a:rPr lang="de-DE" noProof="0" err="1"/>
              <a:t>click</a:t>
            </a:r>
            <a:r>
              <a:rPr lang="de-DE" noProof="0"/>
              <a:t> </a:t>
            </a:r>
            <a:r>
              <a:rPr lang="de-DE" noProof="0" err="1"/>
              <a:t>the</a:t>
            </a:r>
            <a:r>
              <a:rPr lang="de-DE" noProof="0"/>
              <a:t> </a:t>
            </a:r>
            <a:r>
              <a:rPr lang="de-DE" noProof="0" err="1"/>
              <a:t>icon</a:t>
            </a:r>
            <a:r>
              <a:rPr lang="de-DE" noProof="0"/>
              <a:t> in </a:t>
            </a:r>
            <a:r>
              <a:rPr lang="de-DE" noProof="0" err="1"/>
              <a:t>the</a:t>
            </a:r>
            <a:r>
              <a:rPr lang="de-DE" noProof="0"/>
              <a:t> </a:t>
            </a:r>
            <a:r>
              <a:rPr lang="de-DE" noProof="0" err="1"/>
              <a:t>middle</a:t>
            </a:r>
            <a:r>
              <a:rPr lang="de-DE" noProof="0"/>
              <a:t> </a:t>
            </a:r>
            <a:r>
              <a:rPr lang="de-DE" noProof="0" err="1"/>
              <a:t>of</a:t>
            </a:r>
            <a:r>
              <a:rPr lang="de-DE" noProof="0"/>
              <a:t> </a:t>
            </a:r>
            <a:r>
              <a:rPr lang="de-DE" noProof="0" err="1"/>
              <a:t>the</a:t>
            </a:r>
            <a:r>
              <a:rPr lang="de-DE" noProof="0"/>
              <a:t> </a:t>
            </a:r>
            <a:r>
              <a:rPr lang="de-DE" noProof="0" err="1"/>
              <a:t>placeholder</a:t>
            </a:r>
            <a:r>
              <a:rPr lang="de-DE" noProof="0"/>
              <a:t>.</a:t>
            </a:r>
          </a:p>
          <a:p>
            <a:pPr lvl="1"/>
            <a:r>
              <a:rPr lang="de-DE" noProof="0"/>
              <a:t>Second </a:t>
            </a:r>
            <a:r>
              <a:rPr lang="de-DE" noProof="0" err="1"/>
              <a:t>level</a:t>
            </a:r>
            <a:endParaRPr lang="de-DE" noProof="0"/>
          </a:p>
          <a:p>
            <a:pPr lvl="2"/>
            <a:r>
              <a:rPr lang="de-DE" noProof="0"/>
              <a:t>Third </a:t>
            </a:r>
            <a:r>
              <a:rPr lang="de-DE" noProof="0" err="1"/>
              <a:t>level</a:t>
            </a:r>
            <a:endParaRPr lang="de-DE" noProof="0"/>
          </a:p>
          <a:p>
            <a:pPr lvl="3"/>
            <a:r>
              <a:rPr lang="de-DE" noProof="0"/>
              <a:t>Forth </a:t>
            </a:r>
            <a:r>
              <a:rPr lang="de-DE" noProof="0" err="1"/>
              <a:t>level</a:t>
            </a:r>
            <a:endParaRPr lang="de-DE" noProof="0"/>
          </a:p>
          <a:p>
            <a:pPr lvl="4"/>
            <a:r>
              <a:rPr lang="de-DE" noProof="0" err="1"/>
              <a:t>Fifth</a:t>
            </a:r>
            <a:r>
              <a:rPr lang="de-DE" noProof="0"/>
              <a:t> </a:t>
            </a:r>
            <a:r>
              <a:rPr lang="de-DE" noProof="0" err="1"/>
              <a:t>level</a:t>
            </a:r>
            <a:endParaRPr lang="de-DE" noProof="0"/>
          </a:p>
          <a:p>
            <a:pPr lvl="4"/>
            <a:endParaRPr lang="de-DE" noProof="0"/>
          </a:p>
        </p:txBody>
      </p:sp>
      <p:sp>
        <p:nvSpPr>
          <p:cNvPr id="2" name="Titel 1"/>
          <p:cNvSpPr>
            <a:spLocks noGrp="1"/>
          </p:cNvSpPr>
          <p:nvPr>
            <p:ph type="title" hasCustomPrompt="1"/>
          </p:nvPr>
        </p:nvSpPr>
        <p:spPr>
          <a:xfrm>
            <a:off x="488947" y="347185"/>
            <a:ext cx="11224684" cy="400111"/>
          </a:xfrm>
        </p:spPr>
        <p:txBody>
          <a:bodyPr vert="horz"/>
          <a:lstStyle>
            <a:lvl1pPr rtl="0">
              <a:lnSpc>
                <a:spcPct val="100000"/>
              </a:lnSpc>
              <a:spcBef>
                <a:spcPts val="0"/>
              </a:spcBef>
              <a:spcAft>
                <a:spcPts val="600"/>
              </a:spcAft>
              <a:defRPr/>
            </a:lvl1pPr>
          </a:lstStyle>
          <a:p>
            <a:r>
              <a:rPr lang="de-DE" noProof="0"/>
              <a:t>Click </a:t>
            </a:r>
            <a:r>
              <a:rPr lang="de-DE" noProof="0" err="1"/>
              <a:t>to</a:t>
            </a:r>
            <a:r>
              <a:rPr lang="de-DE" noProof="0"/>
              <a:t> </a:t>
            </a:r>
            <a:r>
              <a:rPr lang="de-DE" noProof="0" err="1"/>
              <a:t>edit</a:t>
            </a:r>
            <a:r>
              <a:rPr lang="de-DE" noProof="0"/>
              <a:t> Action Title. 26pt. All Caps. </a:t>
            </a:r>
            <a:r>
              <a:rPr lang="de-DE" noProof="0" err="1"/>
              <a:t>Two</a:t>
            </a:r>
            <a:r>
              <a:rPr lang="de-DE" noProof="0"/>
              <a:t> </a:t>
            </a:r>
            <a:r>
              <a:rPr lang="de-DE" noProof="0" err="1"/>
              <a:t>lines</a:t>
            </a:r>
            <a:r>
              <a:rPr lang="de-DE" noProof="0"/>
              <a:t> maximum.</a:t>
            </a:r>
          </a:p>
        </p:txBody>
      </p:sp>
    </p:spTree>
    <p:extLst>
      <p:ext uri="{BB962C8B-B14F-4D97-AF65-F5344CB8AC3E}">
        <p14:creationId xmlns:p14="http://schemas.microsoft.com/office/powerpoint/2010/main" val="441129266"/>
      </p:ext>
    </p:extLst>
  </p:cSld>
  <p:clrMapOvr>
    <a:masterClrMapping/>
  </p:clrMapOvr>
  <p:extLst>
    <p:ext uri="{DCECCB84-F9BA-43D5-87BE-67443E8EF086}">
      <p15:sldGuideLst xmlns:p15="http://schemas.microsoft.com/office/powerpoint/2012/main">
        <p15:guide id="5" pos="3711">
          <p15:clr>
            <a:srgbClr val="FBAE40"/>
          </p15:clr>
        </p15:guide>
        <p15:guide id="6" pos="397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Titel und Sub-Titel_intern_Textfeld">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4846633E-6EF9-9DEC-B3DA-68521BC076F2}"/>
              </a:ext>
            </a:extLst>
          </p:cNvPr>
          <p:cNvGraphicFramePr>
            <a:graphicFrameLocks noChangeAspect="1"/>
          </p:cNvGraphicFramePr>
          <p:nvPr userDrawn="1">
            <p:custDataLst>
              <p:tags r:id="rId1"/>
            </p:custDataLst>
            <p:extLst>
              <p:ext uri="{D42A27DB-BD31-4B8C-83A1-F6EECF244321}">
                <p14:modId xmlns:p14="http://schemas.microsoft.com/office/powerpoint/2010/main" val="2194754116"/>
              </p:ext>
            </p:ext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Folie" r:id="rId3" imgW="7772400" imgH="10058400" progId="TCLayout.ActiveDocument.1">
                  <p:embed/>
                </p:oleObj>
              </mc:Choice>
              <mc:Fallback>
                <p:oleObj name="think-cell Folie" r:id="rId3" imgW="7772400" imgH="10058400" progId="TCLayout.ActiveDocument.1">
                  <p:embed/>
                  <p:pic>
                    <p:nvPicPr>
                      <p:cNvPr id="7" name="think-cell data - do not delete" hidden="1">
                        <a:extLst>
                          <a:ext uri="{FF2B5EF4-FFF2-40B4-BE49-F238E27FC236}">
                            <a16:creationId xmlns:a16="http://schemas.microsoft.com/office/drawing/2014/main" id="{4846633E-6EF9-9DEC-B3DA-68521BC076F2}"/>
                          </a:ext>
                        </a:extLst>
                      </p:cNvPr>
                      <p:cNvPicPr/>
                      <p:nvPr/>
                    </p:nvPicPr>
                    <p:blipFill>
                      <a:blip r:embed="rId4"/>
                      <a:stretch>
                        <a:fillRect/>
                      </a:stretch>
                    </p:blipFill>
                    <p:spPr>
                      <a:xfrm>
                        <a:off x="2118" y="2118"/>
                        <a:ext cx="1636" cy="2117"/>
                      </a:xfrm>
                      <a:prstGeom prst="rect">
                        <a:avLst/>
                      </a:prstGeom>
                    </p:spPr>
                  </p:pic>
                </p:oleObj>
              </mc:Fallback>
            </mc:AlternateContent>
          </a:graphicData>
        </a:graphic>
      </p:graphicFrame>
      <p:pic>
        <p:nvPicPr>
          <p:cNvPr id="4" name="Grafik 3" descr="Ein Bild, das Schrift, Text, Screenshot, Grafiken enthält.&#10;&#10;Automatisch generierte Beschreibung">
            <a:extLst>
              <a:ext uri="{FF2B5EF4-FFF2-40B4-BE49-F238E27FC236}">
                <a16:creationId xmlns:a16="http://schemas.microsoft.com/office/drawing/2014/main" id="{D52784BA-97E9-7CE4-40B1-F4C23FA720B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264014" y="123419"/>
            <a:ext cx="1622401" cy="880076"/>
          </a:xfrm>
          <a:prstGeom prst="rect">
            <a:avLst/>
          </a:prstGeom>
        </p:spPr>
      </p:pic>
      <p:sp>
        <p:nvSpPr>
          <p:cNvPr id="5" name="Titelplatzhalter 72">
            <a:extLst>
              <a:ext uri="{FF2B5EF4-FFF2-40B4-BE49-F238E27FC236}">
                <a16:creationId xmlns:a16="http://schemas.microsoft.com/office/drawing/2014/main" id="{421037A0-2C85-44F0-AD22-EB787562ADE4}"/>
              </a:ext>
            </a:extLst>
          </p:cNvPr>
          <p:cNvSpPr>
            <a:spLocks noGrp="1"/>
          </p:cNvSpPr>
          <p:nvPr>
            <p:ph type="title"/>
          </p:nvPr>
        </p:nvSpPr>
        <p:spPr>
          <a:xfrm>
            <a:off x="624417" y="349955"/>
            <a:ext cx="9599083" cy="598311"/>
          </a:xfrm>
          <a:prstGeom prst="rect">
            <a:avLst/>
          </a:prstGeom>
        </p:spPr>
        <p:txBody>
          <a:bodyPr vert="horz" lIns="0" tIns="45720" rIns="91440" bIns="45720" rtlCol="0" anchor="t">
            <a:noAutofit/>
          </a:bodyPr>
          <a:lstStyle>
            <a:lvl1pPr>
              <a:defRPr sz="3733" b="1">
                <a:solidFill>
                  <a:srgbClr val="FF9900"/>
                </a:solidFill>
                <a:latin typeface="Calibri" panose="020F0502020204030204" pitchFamily="34" charset="0"/>
              </a:defRPr>
            </a:lvl1pPr>
          </a:lstStyle>
          <a:p>
            <a:r>
              <a:rPr lang="de-DE"/>
              <a:t>Mastertitelformat bearbeiten</a:t>
            </a:r>
          </a:p>
        </p:txBody>
      </p:sp>
      <p:sp>
        <p:nvSpPr>
          <p:cNvPr id="2" name="Fußzeilenplatzhalter 2">
            <a:extLst>
              <a:ext uri="{FF2B5EF4-FFF2-40B4-BE49-F238E27FC236}">
                <a16:creationId xmlns:a16="http://schemas.microsoft.com/office/drawing/2014/main" id="{66796CCF-F744-EAF2-9A54-35CA501D500E}"/>
              </a:ext>
            </a:extLst>
          </p:cNvPr>
          <p:cNvSpPr>
            <a:spLocks noGrp="1"/>
          </p:cNvSpPr>
          <p:nvPr>
            <p:ph type="ftr" sz="quarter" idx="3"/>
          </p:nvPr>
        </p:nvSpPr>
        <p:spPr>
          <a:xfrm>
            <a:off x="1050840" y="100843"/>
            <a:ext cx="9138707" cy="366183"/>
          </a:xfrm>
          <a:prstGeom prst="rect">
            <a:avLst/>
          </a:prstGeom>
        </p:spPr>
        <p:txBody>
          <a:bodyPr/>
          <a:lstStyle>
            <a:lvl1pPr>
              <a:defRPr sz="800">
                <a:solidFill>
                  <a:schemeClr val="accent6">
                    <a:lumMod val="50000"/>
                  </a:schemeClr>
                </a:solidFill>
              </a:defRPr>
            </a:lvl1pPr>
          </a:lstStyle>
          <a:p>
            <a:pPr defTabSz="1218938"/>
            <a:r>
              <a:rPr lang="de-DE"/>
              <a:t>AIRCO  |  mosaiic GmbH  |</a:t>
            </a:r>
          </a:p>
        </p:txBody>
      </p:sp>
      <p:sp>
        <p:nvSpPr>
          <p:cNvPr id="3" name="Datumsplatzhalter 6">
            <a:extLst>
              <a:ext uri="{FF2B5EF4-FFF2-40B4-BE49-F238E27FC236}">
                <a16:creationId xmlns:a16="http://schemas.microsoft.com/office/drawing/2014/main" id="{78080C4B-4CB5-3266-FA18-F724FAF58A86}"/>
              </a:ext>
            </a:extLst>
          </p:cNvPr>
          <p:cNvSpPr>
            <a:spLocks noGrp="1"/>
          </p:cNvSpPr>
          <p:nvPr>
            <p:ph type="dt" sz="half" idx="2"/>
          </p:nvPr>
        </p:nvSpPr>
        <p:spPr>
          <a:xfrm>
            <a:off x="391764" y="100843"/>
            <a:ext cx="726016" cy="366183"/>
          </a:xfrm>
          <a:prstGeom prst="rect">
            <a:avLst/>
          </a:prstGeom>
        </p:spPr>
        <p:txBody>
          <a:bodyPr/>
          <a:lstStyle>
            <a:lvl1pPr>
              <a:defRPr sz="800">
                <a:solidFill>
                  <a:schemeClr val="accent6">
                    <a:lumMod val="50000"/>
                  </a:schemeClr>
                </a:solidFill>
              </a:defRPr>
            </a:lvl1pPr>
          </a:lstStyle>
          <a:p>
            <a:fld id="{F541CD6D-3066-4DB4-91DB-956641E91F77}" type="datetime1">
              <a:rPr lang="de-DE" smtClean="0"/>
              <a:t>18.08.2026</a:t>
            </a:fld>
            <a:endParaRPr lang="de-DE"/>
          </a:p>
        </p:txBody>
      </p:sp>
    </p:spTree>
    <p:extLst>
      <p:ext uri="{BB962C8B-B14F-4D97-AF65-F5344CB8AC3E}">
        <p14:creationId xmlns:p14="http://schemas.microsoft.com/office/powerpoint/2010/main" val="8672834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Titel und Sub-Titel_intern">
    <p:spTree>
      <p:nvGrpSpPr>
        <p:cNvPr id="1" name=""/>
        <p:cNvGrpSpPr/>
        <p:nvPr/>
      </p:nvGrpSpPr>
      <p:grpSpPr>
        <a:xfrm>
          <a:off x="0" y="0"/>
          <a:ext cx="0" cy="0"/>
          <a:chOff x="0" y="0"/>
          <a:chExt cx="0" cy="0"/>
        </a:xfrm>
      </p:grpSpPr>
      <p:sp>
        <p:nvSpPr>
          <p:cNvPr id="10" name="Titelplatzhalter 72"/>
          <p:cNvSpPr>
            <a:spLocks noGrp="1"/>
          </p:cNvSpPr>
          <p:nvPr>
            <p:ph type="title"/>
          </p:nvPr>
        </p:nvSpPr>
        <p:spPr>
          <a:xfrm>
            <a:off x="609601" y="67735"/>
            <a:ext cx="9613900" cy="486536"/>
          </a:xfrm>
          <a:prstGeom prst="rect">
            <a:avLst/>
          </a:prstGeom>
        </p:spPr>
        <p:txBody>
          <a:bodyPr vert="horz" lIns="0" tIns="45720" rIns="91440" bIns="45720" rtlCol="0" anchor="t">
            <a:normAutofit/>
          </a:bodyPr>
          <a:lstStyle>
            <a:lvl1pPr>
              <a:defRPr b="1">
                <a:solidFill>
                  <a:schemeClr val="tx1"/>
                </a:solidFill>
                <a:latin typeface="Calibri" panose="020F0502020204030204" pitchFamily="34" charset="0"/>
              </a:defRPr>
            </a:lvl1pPr>
          </a:lstStyle>
          <a:p>
            <a:r>
              <a:rPr lang="de-DE"/>
              <a:t>Mastertitelformat bearbeiten</a:t>
            </a:r>
          </a:p>
        </p:txBody>
      </p:sp>
      <p:sp>
        <p:nvSpPr>
          <p:cNvPr id="16" name="Textplatzhalter 15"/>
          <p:cNvSpPr>
            <a:spLocks noGrp="1"/>
          </p:cNvSpPr>
          <p:nvPr>
            <p:ph type="body" sz="quarter" idx="10" hasCustomPrompt="1"/>
          </p:nvPr>
        </p:nvSpPr>
        <p:spPr>
          <a:xfrm>
            <a:off x="622300" y="554271"/>
            <a:ext cx="9601200" cy="425747"/>
          </a:xfrm>
          <a:prstGeom prst="rect">
            <a:avLst/>
          </a:prstGeom>
        </p:spPr>
        <p:txBody>
          <a:bodyPr lIns="0">
            <a:normAutofit/>
          </a:bodyPr>
          <a:lstStyle>
            <a:lvl1pPr marL="0" indent="0">
              <a:buClr>
                <a:schemeClr val="tx1"/>
              </a:buClr>
              <a:buFont typeface="Arial" panose="020B0604020202020204" pitchFamily="34" charset="0"/>
              <a:buNone/>
              <a:defRPr sz="2133" baseline="0">
                <a:solidFill>
                  <a:schemeClr val="tx2"/>
                </a:solidFill>
                <a:latin typeface="Calibri" panose="020F0502020204030204" pitchFamily="34" charset="0"/>
              </a:defRPr>
            </a:lvl1pPr>
            <a:lvl2pPr marL="1066773" indent="-457189">
              <a:buFont typeface="Arial" panose="020B0604020202020204" pitchFamily="34" charset="0"/>
              <a:buChar char="•"/>
              <a:defRPr sz="2133">
                <a:solidFill>
                  <a:schemeClr val="tx1"/>
                </a:solidFill>
                <a:latin typeface="+mn-lt"/>
              </a:defRPr>
            </a:lvl2pPr>
            <a:lvl3pPr marL="1600160" indent="-380990">
              <a:buFont typeface="Arial" panose="020B0604020202020204" pitchFamily="34" charset="0"/>
              <a:buChar char="•"/>
              <a:defRPr sz="1867">
                <a:solidFill>
                  <a:schemeClr val="tx1"/>
                </a:solidFill>
                <a:latin typeface="+mn-lt"/>
              </a:defRPr>
            </a:lvl3pPr>
            <a:lvl4pPr marL="2209745" indent="-380990">
              <a:buFont typeface="Arial" panose="020B0604020202020204" pitchFamily="34" charset="0"/>
              <a:buChar char="•"/>
              <a:defRPr sz="1867">
                <a:solidFill>
                  <a:schemeClr val="tx1"/>
                </a:solidFill>
                <a:latin typeface="+mn-lt"/>
              </a:defRPr>
            </a:lvl4pPr>
            <a:lvl5pPr marL="2819330" indent="-380990">
              <a:buFont typeface="Arial" panose="020B0604020202020204" pitchFamily="34" charset="0"/>
              <a:buChar char="•"/>
              <a:defRPr sz="1867">
                <a:solidFill>
                  <a:schemeClr val="tx1"/>
                </a:solidFill>
                <a:latin typeface="+mn-lt"/>
              </a:defRPr>
            </a:lvl5pPr>
          </a:lstStyle>
          <a:p>
            <a:pPr lvl="0"/>
            <a:r>
              <a:rPr lang="de-DE"/>
              <a:t>Sub-Headline – Arial – 16px</a:t>
            </a:r>
          </a:p>
        </p:txBody>
      </p:sp>
      <p:sp>
        <p:nvSpPr>
          <p:cNvPr id="7" name="Datumsplatzhalter 1"/>
          <p:cNvSpPr>
            <a:spLocks noGrp="1"/>
          </p:cNvSpPr>
          <p:nvPr>
            <p:ph type="dt" sz="half" idx="2"/>
          </p:nvPr>
        </p:nvSpPr>
        <p:spPr>
          <a:xfrm>
            <a:off x="634208" y="6305342"/>
            <a:ext cx="755913" cy="366183"/>
          </a:xfrm>
          <a:prstGeom prst="rect">
            <a:avLst/>
          </a:prstGeom>
          <a:noFill/>
        </p:spPr>
        <p:txBody>
          <a:bodyPr wrap="square" lIns="0" tIns="0" rIns="0" bIns="0" rtlCol="0" anchor="ctr">
            <a:noAutofit/>
          </a:bodyPr>
          <a:lstStyle>
            <a:lvl1pPr>
              <a:defRPr lang="de-DE" sz="1067" smtClean="0">
                <a:solidFill>
                  <a:schemeClr val="tx1"/>
                </a:solidFill>
                <a:latin typeface="Calibri" panose="020F0502020204030204" pitchFamily="34" charset="0"/>
                <a:cs typeface="Arial" panose="020B0604020202020204" pitchFamily="34" charset="0"/>
              </a:defRPr>
            </a:lvl1pPr>
          </a:lstStyle>
          <a:p>
            <a:pPr defTabSz="1218938"/>
            <a:fld id="{5F658F73-6D52-467C-A873-CF7D91099CED}" type="datetime1">
              <a:rPr lang="de-DE" smtClean="0"/>
              <a:t>18.08.2026</a:t>
            </a:fld>
            <a:endParaRPr lang="de-DE"/>
          </a:p>
        </p:txBody>
      </p:sp>
      <p:sp>
        <p:nvSpPr>
          <p:cNvPr id="8" name="Fußzeilenplatzhalter 3"/>
          <p:cNvSpPr>
            <a:spLocks noGrp="1"/>
          </p:cNvSpPr>
          <p:nvPr>
            <p:ph type="ftr" sz="quarter" idx="3"/>
          </p:nvPr>
        </p:nvSpPr>
        <p:spPr>
          <a:xfrm>
            <a:off x="1385176" y="6305342"/>
            <a:ext cx="3860800" cy="366183"/>
          </a:xfrm>
          <a:prstGeom prst="rect">
            <a:avLst/>
          </a:prstGeom>
          <a:noFill/>
        </p:spPr>
        <p:txBody>
          <a:bodyPr wrap="square" lIns="0" tIns="0" rIns="0" bIns="0" rtlCol="0" anchor="ctr">
            <a:noAutofit/>
          </a:bodyPr>
          <a:lstStyle>
            <a:lvl1pPr>
              <a:defRPr lang="de-DE" sz="1067">
                <a:solidFill>
                  <a:schemeClr val="tx1"/>
                </a:solidFill>
                <a:latin typeface="Calibri" panose="020F0502020204030204" pitchFamily="34" charset="0"/>
                <a:cs typeface="Arial" panose="020B0604020202020204" pitchFamily="34" charset="0"/>
              </a:defRPr>
            </a:lvl1pPr>
          </a:lstStyle>
          <a:p>
            <a:pPr defTabSz="1218938"/>
            <a:r>
              <a:rPr lang="de-DE"/>
              <a:t>AIRCO  |  mosaiic GmbH  |</a:t>
            </a:r>
          </a:p>
        </p:txBody>
      </p:sp>
      <p:pic>
        <p:nvPicPr>
          <p:cNvPr id="9" name="Grafik 8">
            <a:extLst>
              <a:ext uri="{FF2B5EF4-FFF2-40B4-BE49-F238E27FC236}">
                <a16:creationId xmlns:a16="http://schemas.microsoft.com/office/drawing/2014/main" id="{729B8E05-26D4-4C4F-88D3-197D2E912A21}"/>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271539" y="133874"/>
            <a:ext cx="1614876" cy="869548"/>
          </a:xfrm>
          <a:prstGeom prst="rect">
            <a:avLst/>
          </a:prstGeom>
        </p:spPr>
      </p:pic>
    </p:spTree>
    <p:extLst>
      <p:ext uri="{BB962C8B-B14F-4D97-AF65-F5344CB8AC3E}">
        <p14:creationId xmlns:p14="http://schemas.microsoft.com/office/powerpoint/2010/main" val="245402255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8_H1 doppelt Fußzeile-unten">
    <p:spTree>
      <p:nvGrpSpPr>
        <p:cNvPr id="1" name=""/>
        <p:cNvGrpSpPr/>
        <p:nvPr/>
      </p:nvGrpSpPr>
      <p:grpSpPr>
        <a:xfrm>
          <a:off x="0" y="0"/>
          <a:ext cx="0" cy="0"/>
          <a:chOff x="0" y="0"/>
          <a:chExt cx="0" cy="0"/>
        </a:xfrm>
      </p:grpSpPr>
      <p:sp>
        <p:nvSpPr>
          <p:cNvPr id="6" name="Datumsplatzhalter 2">
            <a:extLst>
              <a:ext uri="{FF2B5EF4-FFF2-40B4-BE49-F238E27FC236}">
                <a16:creationId xmlns:a16="http://schemas.microsoft.com/office/drawing/2014/main" id="{B3F02952-8D9D-CE77-7155-D0884F8D40C0}"/>
              </a:ext>
            </a:extLst>
          </p:cNvPr>
          <p:cNvSpPr>
            <a:spLocks noGrp="1"/>
          </p:cNvSpPr>
          <p:nvPr>
            <p:ph type="dt" sz="half" idx="10"/>
          </p:nvPr>
        </p:nvSpPr>
        <p:spPr>
          <a:xfrm>
            <a:off x="383117" y="6624084"/>
            <a:ext cx="3132596" cy="233916"/>
          </a:xfrm>
        </p:spPr>
        <p:txBody>
          <a:bodyPr anchor="ctr"/>
          <a:lstStyle/>
          <a:p>
            <a:fld id="{D5B5E702-8423-4C51-9709-ACAB019EF336}" type="datetime1">
              <a:rPr lang="de-DE" smtClean="0"/>
              <a:t>18.08.2026</a:t>
            </a:fld>
            <a:endParaRPr lang="de-DE"/>
          </a:p>
        </p:txBody>
      </p:sp>
      <p:sp>
        <p:nvSpPr>
          <p:cNvPr id="7" name="Fußzeilenplatzhalter 3">
            <a:extLst>
              <a:ext uri="{FF2B5EF4-FFF2-40B4-BE49-F238E27FC236}">
                <a16:creationId xmlns:a16="http://schemas.microsoft.com/office/drawing/2014/main" id="{F1CD0A69-E923-1625-5BEA-E06DB2920428}"/>
              </a:ext>
            </a:extLst>
          </p:cNvPr>
          <p:cNvSpPr>
            <a:spLocks noGrp="1"/>
          </p:cNvSpPr>
          <p:nvPr>
            <p:ph type="ftr" sz="quarter" idx="11"/>
          </p:nvPr>
        </p:nvSpPr>
        <p:spPr>
          <a:xfrm>
            <a:off x="3515713" y="6624084"/>
            <a:ext cx="8274665" cy="233915"/>
          </a:xfrm>
        </p:spPr>
        <p:txBody>
          <a:bodyPr anchor="ctr"/>
          <a:lstStyle/>
          <a:p>
            <a:r>
              <a:rPr lang="de-DE"/>
              <a:t>AIRCO  |  mosaiic GmbH  |</a:t>
            </a:r>
          </a:p>
        </p:txBody>
      </p:sp>
      <p:sp>
        <p:nvSpPr>
          <p:cNvPr id="8" name="Foliennummernplatzhalter 4">
            <a:extLst>
              <a:ext uri="{FF2B5EF4-FFF2-40B4-BE49-F238E27FC236}">
                <a16:creationId xmlns:a16="http://schemas.microsoft.com/office/drawing/2014/main" id="{3964614B-E4E0-8C97-DCFB-7F5C6E7934BC}"/>
              </a:ext>
            </a:extLst>
          </p:cNvPr>
          <p:cNvSpPr>
            <a:spLocks noGrp="1"/>
          </p:cNvSpPr>
          <p:nvPr>
            <p:ph type="sldNum" sz="quarter" idx="12"/>
          </p:nvPr>
        </p:nvSpPr>
        <p:spPr>
          <a:xfrm>
            <a:off x="11732222" y="6621453"/>
            <a:ext cx="463510" cy="224354"/>
          </a:xfrm>
        </p:spPr>
        <p:txBody>
          <a:bodyPr anchor="ctr"/>
          <a:lstStyle/>
          <a:p>
            <a:fld id="{F4B5F3EB-31C7-4555-828E-971415072856}" type="slidenum">
              <a:rPr lang="de-DE" smtClean="0"/>
              <a:pPr/>
              <a:t>‹Nr.›</a:t>
            </a:fld>
            <a:endParaRPr lang="de-DE"/>
          </a:p>
        </p:txBody>
      </p:sp>
      <p:sp>
        <p:nvSpPr>
          <p:cNvPr id="3" name="Titel 7">
            <a:extLst>
              <a:ext uri="{FF2B5EF4-FFF2-40B4-BE49-F238E27FC236}">
                <a16:creationId xmlns:a16="http://schemas.microsoft.com/office/drawing/2014/main" id="{B4584DB7-8428-C443-D378-63278130DC7F}"/>
              </a:ext>
            </a:extLst>
          </p:cNvPr>
          <p:cNvSpPr>
            <a:spLocks noGrp="1"/>
          </p:cNvSpPr>
          <p:nvPr>
            <p:ph type="title" hasCustomPrompt="1"/>
          </p:nvPr>
        </p:nvSpPr>
        <p:spPr>
          <a:xfrm>
            <a:off x="391764" y="347622"/>
            <a:ext cx="11417117" cy="910935"/>
          </a:xfrm>
          <a:prstGeom prst="rect">
            <a:avLst/>
          </a:prstGeom>
        </p:spPr>
        <p:txBody>
          <a:bodyPr lIns="36000" anchor="t"/>
          <a:lstStyle>
            <a:lvl1pPr>
              <a:defRPr lang="de-DE" sz="3200" b="0">
                <a:solidFill>
                  <a:schemeClr val="bg1"/>
                </a:solidFill>
              </a:defRPr>
            </a:lvl1pPr>
          </a:lstStyle>
          <a:p>
            <a:pPr marL="0" marR="0" lvl="0" indent="0" fontAlgn="auto">
              <a:spcBef>
                <a:spcPts val="1333"/>
              </a:spcBef>
              <a:spcAft>
                <a:spcPts val="0"/>
              </a:spcAft>
              <a:buClrTx/>
              <a:buSzTx/>
              <a:buFont typeface="Arial" panose="020B0604020202020204" pitchFamily="34" charset="0"/>
              <a:tabLst/>
            </a:pPr>
            <a:r>
              <a:rPr lang="de-DE"/>
              <a:t>Mastertitelformat bearbeiten</a:t>
            </a:r>
            <a:br>
              <a:rPr lang="de-DE"/>
            </a:br>
            <a:r>
              <a:rPr lang="de-DE"/>
              <a:t>Mastertitelformat bearbeiten zweizeilig</a:t>
            </a:r>
          </a:p>
        </p:txBody>
      </p:sp>
    </p:spTree>
    <p:extLst>
      <p:ext uri="{BB962C8B-B14F-4D97-AF65-F5344CB8AC3E}">
        <p14:creationId xmlns:p14="http://schemas.microsoft.com/office/powerpoint/2010/main" val="27199473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7"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0.xml"/><Relationship Id="rId7"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theme" Target="../theme/theme5.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64" name="Gerade Verbindung 18">
            <a:extLst>
              <a:ext uri="{FF2B5EF4-FFF2-40B4-BE49-F238E27FC236}">
                <a16:creationId xmlns:a16="http://schemas.microsoft.com/office/drawing/2014/main" id="{B4DE5404-5C9F-FDA6-080C-0BB3547D327E}"/>
              </a:ext>
            </a:extLst>
          </p:cNvPr>
          <p:cNvCxnSpPr>
            <a:cxnSpLocks/>
          </p:cNvCxnSpPr>
          <p:nvPr userDrawn="1"/>
        </p:nvCxnSpPr>
        <p:spPr bwMode="auto">
          <a:xfrm flipH="1">
            <a:off x="-356006" y="346902"/>
            <a:ext cx="288000"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Gerade Verbindung 36">
            <a:extLst>
              <a:ext uri="{FF2B5EF4-FFF2-40B4-BE49-F238E27FC236}">
                <a16:creationId xmlns:a16="http://schemas.microsoft.com/office/drawing/2014/main" id="{B014601D-E956-1B4B-1A14-C215779D077E}"/>
              </a:ext>
            </a:extLst>
          </p:cNvPr>
          <p:cNvCxnSpPr>
            <a:cxnSpLocks/>
          </p:cNvCxnSpPr>
          <p:nvPr userDrawn="1"/>
        </p:nvCxnSpPr>
        <p:spPr bwMode="auto">
          <a:xfrm flipH="1">
            <a:off x="38311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Gerade Verbindung 63">
            <a:extLst>
              <a:ext uri="{FF2B5EF4-FFF2-40B4-BE49-F238E27FC236}">
                <a16:creationId xmlns:a16="http://schemas.microsoft.com/office/drawing/2014/main" id="{04CF4B50-AC29-AE69-30A1-6063690A3C24}"/>
              </a:ext>
            </a:extLst>
          </p:cNvPr>
          <p:cNvCxnSpPr>
            <a:cxnSpLocks/>
          </p:cNvCxnSpPr>
          <p:nvPr userDrawn="1"/>
        </p:nvCxnSpPr>
        <p:spPr bwMode="auto">
          <a:xfrm flipH="1">
            <a:off x="-395760" y="6537339"/>
            <a:ext cx="341689"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Gerade Verbindung 69">
            <a:extLst>
              <a:ext uri="{FF2B5EF4-FFF2-40B4-BE49-F238E27FC236}">
                <a16:creationId xmlns:a16="http://schemas.microsoft.com/office/drawing/2014/main" id="{D34C9840-EBCB-B01D-DFD5-F8F6844A9E92}"/>
              </a:ext>
            </a:extLst>
          </p:cNvPr>
          <p:cNvCxnSpPr>
            <a:cxnSpLocks/>
          </p:cNvCxnSpPr>
          <p:nvPr userDrawn="1"/>
        </p:nvCxnSpPr>
        <p:spPr bwMode="auto">
          <a:xfrm flipH="1">
            <a:off x="11299388" y="-324672"/>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Gerade Verbindung 70">
            <a:extLst>
              <a:ext uri="{FF2B5EF4-FFF2-40B4-BE49-F238E27FC236}">
                <a16:creationId xmlns:a16="http://schemas.microsoft.com/office/drawing/2014/main" id="{B93BC62A-B563-DFBE-7E44-F89642DBDDEF}"/>
              </a:ext>
            </a:extLst>
          </p:cNvPr>
          <p:cNvCxnSpPr>
            <a:cxnSpLocks/>
          </p:cNvCxnSpPr>
          <p:nvPr userDrawn="1"/>
        </p:nvCxnSpPr>
        <p:spPr bwMode="auto">
          <a:xfrm flipH="1">
            <a:off x="11817779" y="-321700"/>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Gerade Verbindung 77">
            <a:extLst>
              <a:ext uri="{FF2B5EF4-FFF2-40B4-BE49-F238E27FC236}">
                <a16:creationId xmlns:a16="http://schemas.microsoft.com/office/drawing/2014/main" id="{841404D7-2B61-6E09-FF0D-806518BEFC4A}"/>
              </a:ext>
            </a:extLst>
          </p:cNvPr>
          <p:cNvCxnSpPr>
            <a:cxnSpLocks/>
          </p:cNvCxnSpPr>
          <p:nvPr userDrawn="1"/>
        </p:nvCxnSpPr>
        <p:spPr bwMode="auto">
          <a:xfrm flipH="1">
            <a:off x="633602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3" name="Gerade Verbindung 78">
            <a:extLst>
              <a:ext uri="{FF2B5EF4-FFF2-40B4-BE49-F238E27FC236}">
                <a16:creationId xmlns:a16="http://schemas.microsoft.com/office/drawing/2014/main" id="{6A6BEBCD-F779-4D95-9C49-076D5588D868}"/>
              </a:ext>
            </a:extLst>
          </p:cNvPr>
          <p:cNvCxnSpPr>
            <a:cxnSpLocks/>
          </p:cNvCxnSpPr>
          <p:nvPr userDrawn="1"/>
        </p:nvCxnSpPr>
        <p:spPr bwMode="auto">
          <a:xfrm flipH="1">
            <a:off x="585681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Gerade Verbindung 66">
            <a:extLst>
              <a:ext uri="{FF2B5EF4-FFF2-40B4-BE49-F238E27FC236}">
                <a16:creationId xmlns:a16="http://schemas.microsoft.com/office/drawing/2014/main" id="{6BF0E44B-A694-8368-DCF2-69C877D621E3}"/>
              </a:ext>
            </a:extLst>
          </p:cNvPr>
          <p:cNvCxnSpPr>
            <a:cxnSpLocks/>
          </p:cNvCxnSpPr>
          <p:nvPr userDrawn="1"/>
        </p:nvCxnSpPr>
        <p:spPr bwMode="auto">
          <a:xfrm flipH="1">
            <a:off x="12231567" y="346902"/>
            <a:ext cx="276524"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Gerade Verbindung 66">
            <a:extLst>
              <a:ext uri="{FF2B5EF4-FFF2-40B4-BE49-F238E27FC236}">
                <a16:creationId xmlns:a16="http://schemas.microsoft.com/office/drawing/2014/main" id="{8040975D-2754-ECB8-01D4-AD29C3F37348}"/>
              </a:ext>
            </a:extLst>
          </p:cNvPr>
          <p:cNvCxnSpPr>
            <a:cxnSpLocks/>
          </p:cNvCxnSpPr>
          <p:nvPr userDrawn="1"/>
        </p:nvCxnSpPr>
        <p:spPr bwMode="auto">
          <a:xfrm flipH="1">
            <a:off x="12221432" y="6540638"/>
            <a:ext cx="276524"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1" name="Titelplatzhalter 56">
            <a:extLst>
              <a:ext uri="{FF2B5EF4-FFF2-40B4-BE49-F238E27FC236}">
                <a16:creationId xmlns:a16="http://schemas.microsoft.com/office/drawing/2014/main" id="{308CFBDF-4E8B-12EE-13A8-9BA4F44D483B}"/>
              </a:ext>
            </a:extLst>
          </p:cNvPr>
          <p:cNvSpPr>
            <a:spLocks noGrp="1"/>
          </p:cNvSpPr>
          <p:nvPr>
            <p:ph type="title"/>
          </p:nvPr>
        </p:nvSpPr>
        <p:spPr>
          <a:xfrm>
            <a:off x="383118" y="297875"/>
            <a:ext cx="11434662" cy="872817"/>
          </a:xfrm>
          <a:prstGeom prst="rect">
            <a:avLst/>
          </a:prstGeom>
        </p:spPr>
        <p:txBody>
          <a:bodyPr vert="horz" lIns="0" tIns="0" rIns="0" bIns="0" rtlCol="0" anchor="t" anchorCtr="0">
            <a:noAutofit/>
          </a:bodyPr>
          <a:lstStyle/>
          <a:p>
            <a:r>
              <a:rPr lang="de-DE"/>
              <a:t>Mastertitelformat bearbeiten</a:t>
            </a:r>
            <a:br>
              <a:rPr lang="de-DE"/>
            </a:br>
            <a:r>
              <a:rPr lang="de-DE"/>
              <a:t>Zweizeilig möglich</a:t>
            </a:r>
          </a:p>
        </p:txBody>
      </p:sp>
      <p:cxnSp>
        <p:nvCxnSpPr>
          <p:cNvPr id="99" name="Gerader Verbinder 98">
            <a:extLst>
              <a:ext uri="{FF2B5EF4-FFF2-40B4-BE49-F238E27FC236}">
                <a16:creationId xmlns:a16="http://schemas.microsoft.com/office/drawing/2014/main" id="{10ED544F-FCC4-13CF-39C2-9FD8DA743C6F}"/>
              </a:ext>
            </a:extLst>
          </p:cNvPr>
          <p:cNvCxnSpPr>
            <a:cxnSpLocks/>
          </p:cNvCxnSpPr>
          <p:nvPr userDrawn="1"/>
        </p:nvCxnSpPr>
        <p:spPr bwMode="gray">
          <a:xfrm flipH="1">
            <a:off x="-409695" y="1449046"/>
            <a:ext cx="341689" cy="0"/>
          </a:xfrm>
          <a:prstGeom prst="line">
            <a:avLst/>
          </a:prstGeom>
          <a:noFill/>
          <a:ln w="6350" cap="flat" cmpd="sng" algn="ctr">
            <a:solidFill>
              <a:schemeClr val="accent1"/>
            </a:solidFill>
            <a:prstDash val="solid"/>
            <a:miter lim="800000"/>
          </a:ln>
          <a:effectLst/>
        </p:spPr>
      </p:cxnSp>
      <p:cxnSp>
        <p:nvCxnSpPr>
          <p:cNvPr id="100" name="Gerader Verbinder 99">
            <a:extLst>
              <a:ext uri="{FF2B5EF4-FFF2-40B4-BE49-F238E27FC236}">
                <a16:creationId xmlns:a16="http://schemas.microsoft.com/office/drawing/2014/main" id="{732EED72-5947-C9DE-069C-7FBF3B7B632C}"/>
              </a:ext>
            </a:extLst>
          </p:cNvPr>
          <p:cNvCxnSpPr>
            <a:cxnSpLocks/>
          </p:cNvCxnSpPr>
          <p:nvPr userDrawn="1"/>
        </p:nvCxnSpPr>
        <p:spPr bwMode="gray">
          <a:xfrm flipH="1">
            <a:off x="-409695" y="1170692"/>
            <a:ext cx="341689" cy="0"/>
          </a:xfrm>
          <a:prstGeom prst="line">
            <a:avLst/>
          </a:prstGeom>
          <a:noFill/>
          <a:ln w="6350" cap="flat" cmpd="sng" algn="ctr">
            <a:solidFill>
              <a:srgbClr val="809399"/>
            </a:solidFill>
            <a:prstDash val="solid"/>
            <a:miter lim="800000"/>
          </a:ln>
          <a:effectLst/>
        </p:spPr>
      </p:cxnSp>
      <p:cxnSp>
        <p:nvCxnSpPr>
          <p:cNvPr id="107" name="Gerader Verbinder 106">
            <a:extLst>
              <a:ext uri="{FF2B5EF4-FFF2-40B4-BE49-F238E27FC236}">
                <a16:creationId xmlns:a16="http://schemas.microsoft.com/office/drawing/2014/main" id="{A6BF3E53-EFF6-6F69-EC75-E499530301C2}"/>
              </a:ext>
            </a:extLst>
          </p:cNvPr>
          <p:cNvCxnSpPr>
            <a:cxnSpLocks/>
          </p:cNvCxnSpPr>
          <p:nvPr userDrawn="1"/>
        </p:nvCxnSpPr>
        <p:spPr bwMode="gray">
          <a:xfrm flipH="1">
            <a:off x="12250627" y="1449046"/>
            <a:ext cx="341689" cy="0"/>
          </a:xfrm>
          <a:prstGeom prst="line">
            <a:avLst/>
          </a:prstGeom>
          <a:noFill/>
          <a:ln w="6350" cap="flat" cmpd="sng" algn="ctr">
            <a:solidFill>
              <a:schemeClr val="accent1"/>
            </a:solidFill>
            <a:prstDash val="solid"/>
            <a:miter lim="800000"/>
          </a:ln>
          <a:effectLst/>
        </p:spPr>
      </p:cxnSp>
      <p:cxnSp>
        <p:nvCxnSpPr>
          <p:cNvPr id="108" name="Gerader Verbinder 107">
            <a:extLst>
              <a:ext uri="{FF2B5EF4-FFF2-40B4-BE49-F238E27FC236}">
                <a16:creationId xmlns:a16="http://schemas.microsoft.com/office/drawing/2014/main" id="{34B482F6-F703-B2D6-0D59-341F97090FA3}"/>
              </a:ext>
            </a:extLst>
          </p:cNvPr>
          <p:cNvCxnSpPr>
            <a:cxnSpLocks/>
          </p:cNvCxnSpPr>
          <p:nvPr userDrawn="1"/>
        </p:nvCxnSpPr>
        <p:spPr bwMode="gray">
          <a:xfrm flipH="1">
            <a:off x="12250627" y="1170692"/>
            <a:ext cx="341689" cy="0"/>
          </a:xfrm>
          <a:prstGeom prst="line">
            <a:avLst/>
          </a:prstGeom>
          <a:noFill/>
          <a:ln w="6350" cap="flat" cmpd="sng" algn="ctr">
            <a:solidFill>
              <a:srgbClr val="809399"/>
            </a:solidFill>
            <a:prstDash val="solid"/>
            <a:miter lim="800000"/>
          </a:ln>
          <a:effectLst/>
        </p:spPr>
      </p:cxnSp>
      <p:sp>
        <p:nvSpPr>
          <p:cNvPr id="136" name="Datumsplatzhalter 2">
            <a:extLst>
              <a:ext uri="{FF2B5EF4-FFF2-40B4-BE49-F238E27FC236}">
                <a16:creationId xmlns:a16="http://schemas.microsoft.com/office/drawing/2014/main" id="{C6E358BB-44DD-9213-E2BB-51791C8E7362}"/>
              </a:ext>
            </a:extLst>
          </p:cNvPr>
          <p:cNvSpPr>
            <a:spLocks noGrp="1"/>
          </p:cNvSpPr>
          <p:nvPr userDrawn="1">
            <p:ph type="dt" sz="half" idx="2"/>
          </p:nvPr>
        </p:nvSpPr>
        <p:spPr>
          <a:xfrm>
            <a:off x="383117" y="6634231"/>
            <a:ext cx="3132596" cy="235058"/>
          </a:xfrm>
          <a:prstGeom prst="rect">
            <a:avLst/>
          </a:prstGeom>
        </p:spPr>
        <p:txBody>
          <a:bodyPr lIns="0" tIns="0" rIns="0" bIns="0" anchor="ctr"/>
          <a:lstStyle>
            <a:lvl1pPr>
              <a:defRPr sz="933">
                <a:solidFill>
                  <a:schemeClr val="tx2"/>
                </a:solidFill>
              </a:defRPr>
            </a:lvl1pPr>
          </a:lstStyle>
          <a:p>
            <a:fld id="{7D6EF405-7BD4-4D68-BEA5-61D3E6B9DA18}" type="datetime1">
              <a:rPr lang="de-DE" smtClean="0"/>
              <a:t>18.08.2026</a:t>
            </a:fld>
            <a:endParaRPr lang="de-DE"/>
          </a:p>
        </p:txBody>
      </p:sp>
      <p:sp>
        <p:nvSpPr>
          <p:cNvPr id="137" name="Fußzeilenplatzhalter 3">
            <a:extLst>
              <a:ext uri="{FF2B5EF4-FFF2-40B4-BE49-F238E27FC236}">
                <a16:creationId xmlns:a16="http://schemas.microsoft.com/office/drawing/2014/main" id="{19D8A979-2AAE-BE3C-6478-B6BBA0919813}"/>
              </a:ext>
            </a:extLst>
          </p:cNvPr>
          <p:cNvSpPr>
            <a:spLocks noGrp="1"/>
          </p:cNvSpPr>
          <p:nvPr userDrawn="1">
            <p:ph type="ftr" sz="quarter" idx="3"/>
          </p:nvPr>
        </p:nvSpPr>
        <p:spPr>
          <a:xfrm>
            <a:off x="3515713" y="6634231"/>
            <a:ext cx="8302062" cy="235057"/>
          </a:xfrm>
          <a:prstGeom prst="rect">
            <a:avLst/>
          </a:prstGeom>
        </p:spPr>
        <p:txBody>
          <a:bodyPr lIns="0" tIns="0" rIns="0" bIns="0" anchor="ctr"/>
          <a:lstStyle>
            <a:lvl1pPr algn="r">
              <a:defRPr sz="933">
                <a:solidFill>
                  <a:schemeClr val="tx2"/>
                </a:solidFill>
              </a:defRPr>
            </a:lvl1pPr>
          </a:lstStyle>
          <a:p>
            <a:r>
              <a:rPr lang="de-DE"/>
              <a:t>AIRCO  |  mosaiic GmbH  |</a:t>
            </a:r>
          </a:p>
        </p:txBody>
      </p:sp>
      <p:sp>
        <p:nvSpPr>
          <p:cNvPr id="138" name="Foliennummernplatzhalter 4">
            <a:extLst>
              <a:ext uri="{FF2B5EF4-FFF2-40B4-BE49-F238E27FC236}">
                <a16:creationId xmlns:a16="http://schemas.microsoft.com/office/drawing/2014/main" id="{4CD7CB2A-7BBE-CBF0-3738-FB61E2825949}"/>
              </a:ext>
            </a:extLst>
          </p:cNvPr>
          <p:cNvSpPr>
            <a:spLocks noGrp="1"/>
          </p:cNvSpPr>
          <p:nvPr userDrawn="1">
            <p:ph type="sldNum" sz="quarter" idx="4"/>
          </p:nvPr>
        </p:nvSpPr>
        <p:spPr>
          <a:xfrm>
            <a:off x="11817775" y="6634229"/>
            <a:ext cx="374222" cy="235057"/>
          </a:xfrm>
          <a:prstGeom prst="rect">
            <a:avLst/>
          </a:prstGeom>
        </p:spPr>
        <p:txBody>
          <a:bodyPr lIns="54000" tIns="0" rIns="0" bIns="0" anchor="ctr"/>
          <a:lstStyle>
            <a:lvl1pPr algn="l">
              <a:defRPr sz="933">
                <a:solidFill>
                  <a:schemeClr val="tx2"/>
                </a:solidFill>
              </a:defRPr>
            </a:lvl1pPr>
          </a:lstStyle>
          <a:p>
            <a:fld id="{F4B5F3EB-31C7-4555-828E-971415072856}" type="slidenum">
              <a:rPr lang="de-DE" smtClean="0"/>
              <a:pPr/>
              <a:t>‹Nr.›</a:t>
            </a:fld>
            <a:endParaRPr lang="de-DE"/>
          </a:p>
        </p:txBody>
      </p:sp>
      <p:sp>
        <p:nvSpPr>
          <p:cNvPr id="139" name="Textplatzhalter 2">
            <a:extLst>
              <a:ext uri="{FF2B5EF4-FFF2-40B4-BE49-F238E27FC236}">
                <a16:creationId xmlns:a16="http://schemas.microsoft.com/office/drawing/2014/main" id="{1E556118-D79E-C646-5199-C93D50193DAA}"/>
              </a:ext>
            </a:extLst>
          </p:cNvPr>
          <p:cNvSpPr>
            <a:spLocks noGrp="1"/>
          </p:cNvSpPr>
          <p:nvPr>
            <p:ph type="body" idx="1"/>
          </p:nvPr>
        </p:nvSpPr>
        <p:spPr>
          <a:xfrm>
            <a:off x="383117" y="1449046"/>
            <a:ext cx="11434660" cy="5071415"/>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p:txBody>
      </p:sp>
      <p:cxnSp>
        <p:nvCxnSpPr>
          <p:cNvPr id="8" name="Gerade Verbindung 69">
            <a:extLst>
              <a:ext uri="{FF2B5EF4-FFF2-40B4-BE49-F238E27FC236}">
                <a16:creationId xmlns:a16="http://schemas.microsoft.com/office/drawing/2014/main" id="{25AE5393-269D-1A92-F331-EBB38529AE3C}"/>
              </a:ext>
            </a:extLst>
          </p:cNvPr>
          <p:cNvCxnSpPr>
            <a:cxnSpLocks/>
          </p:cNvCxnSpPr>
          <p:nvPr userDrawn="1"/>
        </p:nvCxnSpPr>
        <p:spPr bwMode="auto">
          <a:xfrm flipH="1">
            <a:off x="3515713"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Gerade Verbindung 69">
            <a:extLst>
              <a:ext uri="{FF2B5EF4-FFF2-40B4-BE49-F238E27FC236}">
                <a16:creationId xmlns:a16="http://schemas.microsoft.com/office/drawing/2014/main" id="{A466A842-9E99-96B1-B9BF-E9B4CF59D64D}"/>
              </a:ext>
            </a:extLst>
          </p:cNvPr>
          <p:cNvCxnSpPr>
            <a:cxnSpLocks/>
          </p:cNvCxnSpPr>
          <p:nvPr userDrawn="1"/>
        </p:nvCxnSpPr>
        <p:spPr bwMode="auto">
          <a:xfrm flipH="1">
            <a:off x="11795942"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Gerader Verbinder 9">
            <a:extLst>
              <a:ext uri="{FF2B5EF4-FFF2-40B4-BE49-F238E27FC236}">
                <a16:creationId xmlns:a16="http://schemas.microsoft.com/office/drawing/2014/main" id="{C87E7429-8FFE-C752-4C55-DAF0C3584BF0}"/>
              </a:ext>
            </a:extLst>
          </p:cNvPr>
          <p:cNvCxnSpPr/>
          <p:nvPr userDrawn="1"/>
        </p:nvCxnSpPr>
        <p:spPr bwMode="gray">
          <a:xfrm flipH="1">
            <a:off x="-395760" y="6617503"/>
            <a:ext cx="341689" cy="0"/>
          </a:xfrm>
          <a:prstGeom prst="line">
            <a:avLst/>
          </a:prstGeom>
          <a:noFill/>
          <a:ln w="6350" cap="flat" cmpd="sng" algn="ctr">
            <a:solidFill>
              <a:srgbClr val="809399"/>
            </a:solidFill>
            <a:prstDash val="solid"/>
            <a:miter lim="800000"/>
          </a:ln>
          <a:effectLst/>
        </p:spPr>
      </p:cxnSp>
      <p:cxnSp>
        <p:nvCxnSpPr>
          <p:cNvPr id="11" name="Gerader Verbinder 10">
            <a:extLst>
              <a:ext uri="{FF2B5EF4-FFF2-40B4-BE49-F238E27FC236}">
                <a16:creationId xmlns:a16="http://schemas.microsoft.com/office/drawing/2014/main" id="{0E622632-5029-902D-E2DC-7CB2FD2D1F8D}"/>
              </a:ext>
            </a:extLst>
          </p:cNvPr>
          <p:cNvCxnSpPr/>
          <p:nvPr userDrawn="1"/>
        </p:nvCxnSpPr>
        <p:spPr bwMode="gray">
          <a:xfrm flipH="1">
            <a:off x="12233740" y="6617503"/>
            <a:ext cx="341689" cy="0"/>
          </a:xfrm>
          <a:prstGeom prst="line">
            <a:avLst/>
          </a:prstGeom>
          <a:noFill/>
          <a:ln w="6350" cap="flat" cmpd="sng" algn="ctr">
            <a:solidFill>
              <a:srgbClr val="809399"/>
            </a:solidFill>
            <a:prstDash val="solid"/>
            <a:miter lim="800000"/>
          </a:ln>
          <a:effectLst/>
        </p:spPr>
      </p:cxnSp>
      <p:cxnSp>
        <p:nvCxnSpPr>
          <p:cNvPr id="18" name="Gerade Verbindung 69">
            <a:extLst>
              <a:ext uri="{FF2B5EF4-FFF2-40B4-BE49-F238E27FC236}">
                <a16:creationId xmlns:a16="http://schemas.microsoft.com/office/drawing/2014/main" id="{B5BE8542-1A55-974B-C7FC-75B51974F963}"/>
              </a:ext>
            </a:extLst>
          </p:cNvPr>
          <p:cNvCxnSpPr>
            <a:cxnSpLocks/>
          </p:cNvCxnSpPr>
          <p:nvPr userDrawn="1"/>
        </p:nvCxnSpPr>
        <p:spPr bwMode="auto">
          <a:xfrm flipH="1">
            <a:off x="393630"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3" name="Gruppieren 2">
            <a:extLst>
              <a:ext uri="{FF2B5EF4-FFF2-40B4-BE49-F238E27FC236}">
                <a16:creationId xmlns:a16="http://schemas.microsoft.com/office/drawing/2014/main" id="{D8CBC970-4CD6-2AFF-9DF4-BE1E8F710066}"/>
              </a:ext>
            </a:extLst>
          </p:cNvPr>
          <p:cNvGrpSpPr/>
          <p:nvPr userDrawn="1"/>
        </p:nvGrpSpPr>
        <p:grpSpPr>
          <a:xfrm>
            <a:off x="12627799" y="-91438"/>
            <a:ext cx="1925408" cy="5938518"/>
            <a:chOff x="9758822" y="-586291"/>
            <a:chExt cx="2139791" cy="6317061"/>
          </a:xfrm>
        </p:grpSpPr>
        <p:sp>
          <p:nvSpPr>
            <p:cNvPr id="4" name="Rechteck 3">
              <a:extLst>
                <a:ext uri="{FF2B5EF4-FFF2-40B4-BE49-F238E27FC236}">
                  <a16:creationId xmlns:a16="http://schemas.microsoft.com/office/drawing/2014/main" id="{6E8F589E-C425-9323-F3E6-7456B3FB62CA}"/>
                </a:ext>
              </a:extLst>
            </p:cNvPr>
            <p:cNvSpPr/>
            <p:nvPr userDrawn="1"/>
          </p:nvSpPr>
          <p:spPr>
            <a:xfrm>
              <a:off x="11051071" y="2939779"/>
              <a:ext cx="831488" cy="824651"/>
            </a:xfrm>
            <a:prstGeom prst="rect">
              <a:avLst/>
            </a:prstGeom>
            <a:solidFill>
              <a:srgbClr val="FFD22A"/>
            </a:solidFill>
            <a:ln w="25400" cap="rnd" cmpd="sng" algn="ctr">
              <a:noFill/>
              <a:prstDash val="solid"/>
            </a:ln>
            <a:effectLst/>
          </p:spPr>
          <p:txBody>
            <a:bodyPr rtlCol="0" anchor="ctr"/>
            <a:lstStyle/>
            <a:p>
              <a:pPr algn="ctr">
                <a:defRPr/>
              </a:pPr>
              <a:r>
                <a:rPr lang="de-DE" sz="1200" kern="0">
                  <a:solidFill>
                    <a:prstClr val="white"/>
                  </a:solidFill>
                  <a:latin typeface="Calibri Light"/>
                </a:rPr>
                <a:t>100%</a:t>
              </a:r>
              <a:br>
                <a:rPr lang="de-DE" sz="1200" kern="0">
                  <a:solidFill>
                    <a:prstClr val="white"/>
                  </a:solidFill>
                  <a:latin typeface="Calibri Light"/>
                </a:rPr>
              </a:br>
              <a:r>
                <a:rPr lang="de-DE" sz="1200" kern="0">
                  <a:solidFill>
                    <a:prstClr val="white"/>
                  </a:solidFill>
                  <a:latin typeface="Calibri Light"/>
                </a:rPr>
                <a:t>#</a:t>
              </a:r>
              <a:br>
                <a:rPr lang="de-DE" sz="1200" kern="0">
                  <a:solidFill>
                    <a:prstClr val="white"/>
                  </a:solidFill>
                  <a:latin typeface="Calibri Light"/>
                </a:rPr>
              </a:br>
              <a:r>
                <a:rPr lang="de-DE" sz="1200" kern="0">
                  <a:solidFill>
                    <a:prstClr val="white"/>
                  </a:solidFill>
                  <a:latin typeface="Calibri Light"/>
                </a:rPr>
                <a:t>FFD22A</a:t>
              </a:r>
            </a:p>
          </p:txBody>
        </p:sp>
        <p:sp>
          <p:nvSpPr>
            <p:cNvPr id="5" name="Rechteck 4">
              <a:extLst>
                <a:ext uri="{FF2B5EF4-FFF2-40B4-BE49-F238E27FC236}">
                  <a16:creationId xmlns:a16="http://schemas.microsoft.com/office/drawing/2014/main" id="{1DF4A050-D0F4-682B-C7C5-B375F6F51262}"/>
                </a:ext>
              </a:extLst>
            </p:cNvPr>
            <p:cNvSpPr/>
            <p:nvPr userDrawn="1"/>
          </p:nvSpPr>
          <p:spPr>
            <a:xfrm>
              <a:off x="11051071" y="1172636"/>
              <a:ext cx="831488" cy="824651"/>
            </a:xfrm>
            <a:prstGeom prst="rect">
              <a:avLst/>
            </a:prstGeom>
            <a:solidFill>
              <a:srgbClr val="6E7A96"/>
            </a:solidFill>
            <a:ln w="25400" cap="rnd" cmpd="sng" algn="ctr">
              <a:noFill/>
              <a:prstDash val="solid"/>
            </a:ln>
            <a:effectLst/>
          </p:spPr>
          <p:txBody>
            <a:bodyPr rtlCol="0" anchor="ctr"/>
            <a:lstStyle/>
            <a:p>
              <a:pPr algn="ctr">
                <a:defRPr/>
              </a:pPr>
              <a:r>
                <a:rPr lang="de-DE" sz="1200" kern="0">
                  <a:solidFill>
                    <a:prstClr val="white"/>
                  </a:solidFill>
                  <a:latin typeface="Calibri Light"/>
                </a:rPr>
                <a:t>100%</a:t>
              </a:r>
              <a:br>
                <a:rPr lang="de-DE" sz="1200" kern="0">
                  <a:solidFill>
                    <a:prstClr val="white"/>
                  </a:solidFill>
                  <a:latin typeface="Calibri Light"/>
                </a:rPr>
              </a:br>
              <a:r>
                <a:rPr lang="de-DE" sz="1200" kern="0">
                  <a:solidFill>
                    <a:prstClr val="white"/>
                  </a:solidFill>
                  <a:latin typeface="Calibri Light"/>
                </a:rPr>
                <a:t>#</a:t>
              </a:r>
              <a:br>
                <a:rPr lang="de-DE" sz="1200" kern="0">
                  <a:solidFill>
                    <a:prstClr val="white"/>
                  </a:solidFill>
                  <a:latin typeface="Calibri Light"/>
                </a:rPr>
              </a:br>
              <a:r>
                <a:rPr lang="de-DE" sz="1200" kern="0">
                  <a:solidFill>
                    <a:prstClr val="white"/>
                  </a:solidFill>
                  <a:latin typeface="Calibri Light"/>
                </a:rPr>
                <a:t>6E7A96</a:t>
              </a:r>
            </a:p>
          </p:txBody>
        </p:sp>
        <p:sp>
          <p:nvSpPr>
            <p:cNvPr id="6" name="Rechteck 5">
              <a:extLst>
                <a:ext uri="{FF2B5EF4-FFF2-40B4-BE49-F238E27FC236}">
                  <a16:creationId xmlns:a16="http://schemas.microsoft.com/office/drawing/2014/main" id="{FACD834B-4930-5D05-A599-A3794A26A287}"/>
                </a:ext>
              </a:extLst>
            </p:cNvPr>
            <p:cNvSpPr/>
            <p:nvPr userDrawn="1"/>
          </p:nvSpPr>
          <p:spPr>
            <a:xfrm>
              <a:off x="9760735" y="1039221"/>
              <a:ext cx="1010471" cy="1002163"/>
            </a:xfrm>
            <a:prstGeom prst="rect">
              <a:avLst/>
            </a:prstGeom>
            <a:solidFill>
              <a:srgbClr val="F39719"/>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#F39719</a:t>
              </a:r>
              <a:endParaRPr kumimoji="0" lang="de-DE" sz="1600" b="0" i="0" u="none" strike="noStrike" kern="0" cap="none" spc="0" normalizeH="0" baseline="0" noProof="0">
                <a:ln>
                  <a:noFill/>
                </a:ln>
                <a:solidFill>
                  <a:prstClr val="white"/>
                </a:solidFill>
                <a:effectLst/>
                <a:uLnTx/>
                <a:uFillTx/>
                <a:latin typeface="Calibri Light"/>
                <a:ea typeface="+mn-ea"/>
                <a:cs typeface="+mn-cs"/>
              </a:endParaRPr>
            </a:p>
          </p:txBody>
        </p:sp>
        <p:sp>
          <p:nvSpPr>
            <p:cNvPr id="7" name="Rechteck 6">
              <a:extLst>
                <a:ext uri="{FF2B5EF4-FFF2-40B4-BE49-F238E27FC236}">
                  <a16:creationId xmlns:a16="http://schemas.microsoft.com/office/drawing/2014/main" id="{F7FC06C4-4DE9-8A04-0626-2C78FAF05BEA}"/>
                </a:ext>
              </a:extLst>
            </p:cNvPr>
            <p:cNvSpPr/>
            <p:nvPr userDrawn="1"/>
          </p:nvSpPr>
          <p:spPr>
            <a:xfrm>
              <a:off x="9782211" y="-91119"/>
              <a:ext cx="1010471" cy="1002163"/>
            </a:xfrm>
            <a:prstGeom prst="rect">
              <a:avLst/>
            </a:prstGeom>
            <a:solidFill>
              <a:srgbClr val="17428F"/>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#17428F</a:t>
              </a:r>
            </a:p>
          </p:txBody>
        </p:sp>
        <p:sp>
          <p:nvSpPr>
            <p:cNvPr id="12" name="Rechteck 11">
              <a:extLst>
                <a:ext uri="{FF2B5EF4-FFF2-40B4-BE49-F238E27FC236}">
                  <a16:creationId xmlns:a16="http://schemas.microsoft.com/office/drawing/2014/main" id="{DA4AC09A-C232-86D6-2604-2D7F0C7BA7C1}"/>
                </a:ext>
              </a:extLst>
            </p:cNvPr>
            <p:cNvSpPr/>
            <p:nvPr userDrawn="1"/>
          </p:nvSpPr>
          <p:spPr>
            <a:xfrm>
              <a:off x="9760735" y="2169563"/>
              <a:ext cx="1010471" cy="1002163"/>
            </a:xfrm>
            <a:prstGeom prst="rect">
              <a:avLst/>
            </a:prstGeom>
            <a:solidFill>
              <a:srgbClr val="808080"/>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#808080</a:t>
              </a:r>
            </a:p>
          </p:txBody>
        </p:sp>
        <p:sp>
          <p:nvSpPr>
            <p:cNvPr id="13" name="Rechteck 12">
              <a:extLst>
                <a:ext uri="{FF2B5EF4-FFF2-40B4-BE49-F238E27FC236}">
                  <a16:creationId xmlns:a16="http://schemas.microsoft.com/office/drawing/2014/main" id="{0FD62BB2-654D-DFF7-3DD0-1EF15FB967EE}"/>
                </a:ext>
              </a:extLst>
            </p:cNvPr>
            <p:cNvSpPr/>
            <p:nvPr userDrawn="1"/>
          </p:nvSpPr>
          <p:spPr>
            <a:xfrm>
              <a:off x="9758822" y="4039141"/>
              <a:ext cx="546921" cy="528032"/>
            </a:xfrm>
            <a:prstGeom prst="rect">
              <a:avLst/>
            </a:prstGeom>
            <a:solidFill>
              <a:srgbClr val="E5FFA8"/>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prstClr val="black"/>
                  </a:solidFill>
                  <a:effectLst/>
                  <a:uLnTx/>
                  <a:uFillTx/>
                  <a:latin typeface="Calibri Light"/>
                  <a:ea typeface="+mn-ea"/>
                  <a:cs typeface="+mn-cs"/>
                </a:rPr>
                <a:t>100%</a:t>
              </a:r>
              <a:br>
                <a:rPr kumimoji="0" lang="de-DE" sz="800" b="0" i="0" u="none" strike="noStrike" kern="0" cap="none" spc="0" normalizeH="0" baseline="0" noProof="0">
                  <a:ln>
                    <a:noFill/>
                  </a:ln>
                  <a:solidFill>
                    <a:prstClr val="black"/>
                  </a:solidFill>
                  <a:effectLst/>
                  <a:uLnTx/>
                  <a:uFillTx/>
                  <a:latin typeface="Calibri Light"/>
                  <a:ea typeface="+mn-ea"/>
                  <a:cs typeface="+mn-cs"/>
                </a:rPr>
              </a:br>
              <a:r>
                <a:rPr kumimoji="0" lang="de-DE" sz="800" b="0" i="0" u="none" strike="noStrike" kern="0" cap="none" spc="0" normalizeH="0" baseline="0" noProof="0">
                  <a:ln>
                    <a:noFill/>
                  </a:ln>
                  <a:solidFill>
                    <a:prstClr val="black"/>
                  </a:solidFill>
                  <a:effectLst/>
                  <a:uLnTx/>
                  <a:uFillTx/>
                  <a:latin typeface="Calibri Light"/>
                  <a:ea typeface="+mn-ea"/>
                  <a:cs typeface="+mn-cs"/>
                </a:rPr>
                <a:t>#</a:t>
              </a:r>
              <a:br>
                <a:rPr kumimoji="0" lang="de-DE" sz="800" b="0" i="0" u="none" strike="noStrike" kern="0" cap="none" spc="0" normalizeH="0" baseline="0" noProof="0">
                  <a:ln>
                    <a:noFill/>
                  </a:ln>
                  <a:solidFill>
                    <a:prstClr val="black"/>
                  </a:solidFill>
                  <a:effectLst/>
                  <a:uLnTx/>
                  <a:uFillTx/>
                  <a:latin typeface="Calibri Light"/>
                  <a:ea typeface="+mn-ea"/>
                  <a:cs typeface="+mn-cs"/>
                </a:rPr>
              </a:br>
              <a:r>
                <a:rPr kumimoji="0" lang="de-DE" sz="800" b="0" i="0" u="none" strike="noStrike" kern="0" cap="none" spc="0" normalizeH="0" baseline="0" noProof="0">
                  <a:ln>
                    <a:noFill/>
                  </a:ln>
                  <a:solidFill>
                    <a:prstClr val="black"/>
                  </a:solidFill>
                  <a:effectLst/>
                  <a:uLnTx/>
                  <a:uFillTx/>
                  <a:latin typeface="Calibri Light"/>
                  <a:ea typeface="+mn-ea"/>
                  <a:cs typeface="+mn-cs"/>
                </a:rPr>
                <a:t>E5FFA8</a:t>
              </a:r>
            </a:p>
          </p:txBody>
        </p:sp>
        <p:sp>
          <p:nvSpPr>
            <p:cNvPr id="14" name="Rechteck 13">
              <a:extLst>
                <a:ext uri="{FF2B5EF4-FFF2-40B4-BE49-F238E27FC236}">
                  <a16:creationId xmlns:a16="http://schemas.microsoft.com/office/drawing/2014/main" id="{301D1726-36F0-99EB-F1CE-82F795920008}"/>
                </a:ext>
              </a:extLst>
            </p:cNvPr>
            <p:cNvSpPr/>
            <p:nvPr userDrawn="1"/>
          </p:nvSpPr>
          <p:spPr>
            <a:xfrm>
              <a:off x="10991688" y="4031153"/>
              <a:ext cx="546921" cy="528032"/>
            </a:xfrm>
            <a:prstGeom prst="rect">
              <a:avLst/>
            </a:prstGeom>
            <a:solidFill>
              <a:srgbClr val="EC6503"/>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prstClr val="white"/>
                  </a:solidFill>
                  <a:effectLst/>
                  <a:uLnTx/>
                  <a:uFillTx/>
                  <a:latin typeface="Calibri Light"/>
                  <a:ea typeface="+mn-ea"/>
                  <a:cs typeface="+mn-cs"/>
                </a:rPr>
                <a:t>100%</a:t>
              </a:r>
              <a:br>
                <a:rPr kumimoji="0" lang="de-DE" sz="800" b="0" i="0" u="none" strike="noStrike" kern="0" cap="none" spc="0" normalizeH="0" baseline="0" noProof="0">
                  <a:ln>
                    <a:noFill/>
                  </a:ln>
                  <a:solidFill>
                    <a:prstClr val="white"/>
                  </a:solidFill>
                  <a:effectLst/>
                  <a:uLnTx/>
                  <a:uFillTx/>
                  <a:latin typeface="Calibri Light"/>
                  <a:ea typeface="+mn-ea"/>
                  <a:cs typeface="+mn-cs"/>
                </a:rPr>
              </a:br>
              <a:r>
                <a:rPr kumimoji="0" lang="de-DE" sz="800" b="0" i="0" u="none" strike="noStrike" kern="0" cap="none" spc="0" normalizeH="0" baseline="0" noProof="0">
                  <a:ln>
                    <a:noFill/>
                  </a:ln>
                  <a:solidFill>
                    <a:prstClr val="white"/>
                  </a:solidFill>
                  <a:effectLst/>
                  <a:uLnTx/>
                  <a:uFillTx/>
                  <a:latin typeface="Calibri Light"/>
                  <a:ea typeface="+mn-ea"/>
                  <a:cs typeface="+mn-cs"/>
                </a:rPr>
                <a:t># EC6503</a:t>
              </a:r>
            </a:p>
          </p:txBody>
        </p:sp>
        <p:sp>
          <p:nvSpPr>
            <p:cNvPr id="15" name="Rechteck 14">
              <a:extLst>
                <a:ext uri="{FF2B5EF4-FFF2-40B4-BE49-F238E27FC236}">
                  <a16:creationId xmlns:a16="http://schemas.microsoft.com/office/drawing/2014/main" id="{D2A0C990-514B-2256-D361-190D9D5A89C3}"/>
                </a:ext>
              </a:extLst>
            </p:cNvPr>
            <p:cNvSpPr/>
            <p:nvPr userDrawn="1"/>
          </p:nvSpPr>
          <p:spPr>
            <a:xfrm>
              <a:off x="9781337" y="4621957"/>
              <a:ext cx="542084" cy="528032"/>
            </a:xfrm>
            <a:prstGeom prst="rect">
              <a:avLst/>
            </a:prstGeom>
            <a:solidFill>
              <a:srgbClr val="662988"/>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bg1"/>
                  </a:solidFill>
                  <a:effectLst/>
                  <a:uLnTx/>
                  <a:uFillTx/>
                  <a:latin typeface="Calibri Light"/>
                  <a:ea typeface="+mn-ea"/>
                  <a:cs typeface="+mn-cs"/>
                </a:rPr>
                <a:t>100%</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662988</a:t>
              </a:r>
            </a:p>
          </p:txBody>
        </p:sp>
        <p:sp>
          <p:nvSpPr>
            <p:cNvPr id="16" name="Rechteck 15">
              <a:extLst>
                <a:ext uri="{FF2B5EF4-FFF2-40B4-BE49-F238E27FC236}">
                  <a16:creationId xmlns:a16="http://schemas.microsoft.com/office/drawing/2014/main" id="{798A7B34-9B2E-EC28-993E-DFE19FE11AE5}"/>
                </a:ext>
              </a:extLst>
            </p:cNvPr>
            <p:cNvSpPr/>
            <p:nvPr userDrawn="1"/>
          </p:nvSpPr>
          <p:spPr>
            <a:xfrm>
              <a:off x="10991688" y="4624409"/>
              <a:ext cx="546921" cy="525576"/>
            </a:xfrm>
            <a:prstGeom prst="rect">
              <a:avLst/>
            </a:prstGeom>
            <a:solidFill>
              <a:srgbClr val="C31E51"/>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bg1"/>
                  </a:solidFill>
                  <a:effectLst/>
                  <a:uLnTx/>
                  <a:uFillTx/>
                  <a:latin typeface="Calibri Light"/>
                  <a:ea typeface="+mn-ea"/>
                  <a:cs typeface="+mn-cs"/>
                </a:rPr>
                <a:t>100%</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C31E51</a:t>
              </a:r>
            </a:p>
          </p:txBody>
        </p:sp>
        <p:sp>
          <p:nvSpPr>
            <p:cNvPr id="17" name="Rechteck 16">
              <a:extLst>
                <a:ext uri="{FF2B5EF4-FFF2-40B4-BE49-F238E27FC236}">
                  <a16:creationId xmlns:a16="http://schemas.microsoft.com/office/drawing/2014/main" id="{74411BA1-6E91-661F-4861-F357095918A4}"/>
                </a:ext>
              </a:extLst>
            </p:cNvPr>
            <p:cNvSpPr/>
            <p:nvPr userDrawn="1"/>
          </p:nvSpPr>
          <p:spPr>
            <a:xfrm>
              <a:off x="11067125" y="-586291"/>
              <a:ext cx="831488" cy="824652"/>
            </a:xfrm>
            <a:prstGeom prst="rect">
              <a:avLst/>
            </a:prstGeom>
            <a:solidFill>
              <a:srgbClr val="17428F">
                <a:lumMod val="50000"/>
              </a:srgbClr>
            </a:solidFill>
            <a:ln w="12700" cap="flat" cmpd="sng" algn="ctr">
              <a:noFill/>
              <a:prstDash val="solid"/>
              <a:miter lim="800000"/>
            </a:ln>
            <a:effectLst/>
          </p:spPr>
          <p:txBody>
            <a:bodyPr rtlCol="0" anchor="ctr"/>
            <a:lstStyle/>
            <a:p>
              <a:pPr algn="ctr">
                <a:defRPr/>
              </a:pPr>
              <a:r>
                <a:rPr lang="de-DE" sz="1200" kern="0">
                  <a:solidFill>
                    <a:prstClr val="white"/>
                  </a:solidFill>
                  <a:latin typeface="Calibri" panose="020F0502020204030204"/>
                </a:rPr>
                <a:t>150%</a:t>
              </a:r>
              <a:br>
                <a:rPr lang="de-DE" sz="1200" kern="0">
                  <a:solidFill>
                    <a:prstClr val="white"/>
                  </a:solidFill>
                  <a:latin typeface="Calibri" panose="020F0502020204030204"/>
                </a:rPr>
              </a:br>
              <a:r>
                <a:rPr lang="de-DE" sz="1200" kern="0">
                  <a:solidFill>
                    <a:prstClr val="white"/>
                  </a:solidFill>
                  <a:latin typeface="Calibri" panose="020F0502020204030204"/>
                </a:rPr>
                <a:t>#0C2147</a:t>
              </a:r>
            </a:p>
          </p:txBody>
        </p:sp>
        <p:sp>
          <p:nvSpPr>
            <p:cNvPr id="19" name="Rechteck 18">
              <a:extLst>
                <a:ext uri="{FF2B5EF4-FFF2-40B4-BE49-F238E27FC236}">
                  <a16:creationId xmlns:a16="http://schemas.microsoft.com/office/drawing/2014/main" id="{F3FD1CC1-5730-8266-B065-EF32EB859CCF}"/>
                </a:ext>
              </a:extLst>
            </p:cNvPr>
            <p:cNvSpPr/>
            <p:nvPr userDrawn="1"/>
          </p:nvSpPr>
          <p:spPr>
            <a:xfrm>
              <a:off x="11056829" y="284140"/>
              <a:ext cx="825731" cy="822525"/>
            </a:xfrm>
            <a:prstGeom prst="rect">
              <a:avLst/>
            </a:prstGeom>
            <a:solidFill>
              <a:srgbClr val="C4D6F5"/>
            </a:solidFill>
            <a:ln w="12700" cap="flat" cmpd="sng" algn="ctr">
              <a:noFill/>
              <a:prstDash val="solid"/>
              <a:miter lim="800000"/>
            </a:ln>
            <a:effectLst/>
          </p:spPr>
          <p:txBody>
            <a:bodyPr rtlCol="0" anchor="ctr"/>
            <a:lstStyle/>
            <a:p>
              <a:pPr algn="ctr">
                <a:defRPr/>
              </a:pPr>
              <a:r>
                <a:rPr lang="de-DE" sz="1467" kern="0">
                  <a:solidFill>
                    <a:prstClr val="white"/>
                  </a:solidFill>
                  <a:latin typeface="Calibri" panose="020F0502020204030204"/>
                </a:rPr>
                <a:t>20%</a:t>
              </a:r>
              <a:br>
                <a:rPr lang="de-DE" sz="1467" kern="0">
                  <a:solidFill>
                    <a:prstClr val="white"/>
                  </a:solidFill>
                  <a:latin typeface="Calibri" panose="020F0502020204030204"/>
                </a:rPr>
              </a:br>
              <a:r>
                <a:rPr lang="de-DE" sz="1100" kern="0">
                  <a:solidFill>
                    <a:prstClr val="white"/>
                  </a:solidFill>
                  <a:latin typeface="Calibri" panose="020F0502020204030204"/>
                </a:rPr>
                <a:t>#C4D6F5</a:t>
              </a:r>
            </a:p>
          </p:txBody>
        </p:sp>
        <p:sp>
          <p:nvSpPr>
            <p:cNvPr id="20" name="Rechteck 19">
              <a:extLst>
                <a:ext uri="{FF2B5EF4-FFF2-40B4-BE49-F238E27FC236}">
                  <a16:creationId xmlns:a16="http://schemas.microsoft.com/office/drawing/2014/main" id="{7BB7A11F-7F2D-E7E6-7EFE-EE431268A2B3}"/>
                </a:ext>
              </a:extLst>
            </p:cNvPr>
            <p:cNvSpPr/>
            <p:nvPr userDrawn="1"/>
          </p:nvSpPr>
          <p:spPr>
            <a:xfrm>
              <a:off x="11049574" y="2057271"/>
              <a:ext cx="825731" cy="822525"/>
            </a:xfrm>
            <a:prstGeom prst="rect">
              <a:avLst/>
            </a:prstGeom>
            <a:solidFill>
              <a:schemeClr val="accent2">
                <a:lumMod val="60000"/>
                <a:lumOff val="40000"/>
              </a:schemeClr>
            </a:solidFill>
            <a:ln w="12700" cap="flat" cmpd="sng" algn="ctr">
              <a:noFill/>
              <a:prstDash val="solid"/>
              <a:miter lim="800000"/>
            </a:ln>
            <a:effectLst/>
          </p:spPr>
          <p:txBody>
            <a:bodyPr rtlCol="0" anchor="ctr"/>
            <a:lstStyle/>
            <a:p>
              <a:pPr algn="ctr">
                <a:defRPr/>
              </a:pPr>
              <a:r>
                <a:rPr lang="de-DE" sz="1467" kern="0">
                  <a:solidFill>
                    <a:schemeClr val="bg1"/>
                  </a:solidFill>
                  <a:latin typeface="Calibri" panose="020F0502020204030204"/>
                </a:rPr>
                <a:t>40%</a:t>
              </a:r>
              <a:br>
                <a:rPr lang="de-DE" sz="1467" kern="0">
                  <a:solidFill>
                    <a:schemeClr val="bg1"/>
                  </a:solidFill>
                  <a:latin typeface="Calibri" panose="020F0502020204030204"/>
                </a:rPr>
              </a:br>
              <a:r>
                <a:rPr lang="de-DE" sz="1333" kern="0">
                  <a:solidFill>
                    <a:schemeClr val="bg1"/>
                  </a:solidFill>
                  <a:latin typeface="Calibri Light"/>
                </a:rPr>
                <a:t># F8C175</a:t>
              </a:r>
              <a:endParaRPr lang="de-DE" sz="1467" kern="0">
                <a:solidFill>
                  <a:schemeClr val="bg1"/>
                </a:solidFill>
                <a:latin typeface="Calibri" panose="020F0502020204030204"/>
              </a:endParaRPr>
            </a:p>
          </p:txBody>
        </p:sp>
        <p:sp>
          <p:nvSpPr>
            <p:cNvPr id="21" name="Rechteck 20">
              <a:extLst>
                <a:ext uri="{FF2B5EF4-FFF2-40B4-BE49-F238E27FC236}">
                  <a16:creationId xmlns:a16="http://schemas.microsoft.com/office/drawing/2014/main" id="{74B07DD3-3222-2300-C0E5-AACAB00AEC1B}"/>
                </a:ext>
              </a:extLst>
            </p:cNvPr>
            <p:cNvSpPr/>
            <p:nvPr userDrawn="1"/>
          </p:nvSpPr>
          <p:spPr>
            <a:xfrm>
              <a:off x="10376055" y="4031155"/>
              <a:ext cx="546921" cy="540504"/>
            </a:xfrm>
            <a:prstGeom prst="rect">
              <a:avLst/>
            </a:prstGeom>
            <a:solidFill>
              <a:schemeClr val="bg2">
                <a:lumMod val="40000"/>
                <a:lumOff val="60000"/>
              </a:schemeClr>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schemeClr val="tx1"/>
                  </a:solidFill>
                  <a:effectLst/>
                  <a:uLnTx/>
                  <a:uFillTx/>
                  <a:latin typeface="Calibri Light"/>
                  <a:ea typeface="+mn-ea"/>
                  <a:cs typeface="+mn-cs"/>
                </a:rPr>
                <a:t>40 %</a:t>
              </a:r>
              <a:br>
                <a:rPr kumimoji="0" lang="de-DE" sz="1200" b="0" i="0" u="none" strike="noStrike" kern="0" cap="none" spc="0" normalizeH="0" baseline="0" noProof="0">
                  <a:ln>
                    <a:noFill/>
                  </a:ln>
                  <a:solidFill>
                    <a:schemeClr val="tx1"/>
                  </a:solidFill>
                  <a:effectLst/>
                  <a:uLnTx/>
                  <a:uFillTx/>
                  <a:latin typeface="Calibri Light"/>
                  <a:ea typeface="+mn-ea"/>
                  <a:cs typeface="+mn-cs"/>
                </a:rPr>
              </a:br>
              <a:r>
                <a:rPr kumimoji="0" lang="de-DE" sz="700" b="0" i="0" u="none" strike="noStrike" kern="0" cap="none" spc="0" normalizeH="0" baseline="0" noProof="0">
                  <a:ln>
                    <a:noFill/>
                  </a:ln>
                  <a:solidFill>
                    <a:schemeClr val="tx1"/>
                  </a:solidFill>
                  <a:effectLst/>
                  <a:uLnTx/>
                  <a:uFillTx/>
                  <a:latin typeface="Calibri Light"/>
                  <a:ea typeface="+mn-ea"/>
                  <a:cs typeface="+mn-cs"/>
                </a:rPr>
                <a:t># CCCCCC</a:t>
              </a:r>
              <a:endParaRPr kumimoji="0" lang="de-DE" sz="1200" b="0" i="0" u="none" strike="noStrike" kern="0" cap="none" spc="0" normalizeH="0" baseline="0" noProof="0">
                <a:ln>
                  <a:noFill/>
                </a:ln>
                <a:solidFill>
                  <a:schemeClr val="tx1"/>
                </a:solidFill>
                <a:effectLst/>
                <a:uLnTx/>
                <a:uFillTx/>
                <a:latin typeface="Calibri Light"/>
                <a:ea typeface="+mn-ea"/>
                <a:cs typeface="+mn-cs"/>
              </a:endParaRPr>
            </a:p>
          </p:txBody>
        </p:sp>
        <p:cxnSp>
          <p:nvCxnSpPr>
            <p:cNvPr id="22" name="Gerader Verbinder 21">
              <a:extLst>
                <a:ext uri="{FF2B5EF4-FFF2-40B4-BE49-F238E27FC236}">
                  <a16:creationId xmlns:a16="http://schemas.microsoft.com/office/drawing/2014/main" id="{15F502D6-7EDF-EE32-CB60-3FF117EA1761}"/>
                </a:ext>
              </a:extLst>
            </p:cNvPr>
            <p:cNvCxnSpPr>
              <a:cxnSpLocks/>
              <a:endCxn id="21" idx="0"/>
            </p:cNvCxnSpPr>
            <p:nvPr userDrawn="1"/>
          </p:nvCxnSpPr>
          <p:spPr>
            <a:xfrm>
              <a:off x="10492653" y="3171725"/>
              <a:ext cx="156864" cy="859429"/>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3" name="Gerader Verbinder 22">
              <a:extLst>
                <a:ext uri="{FF2B5EF4-FFF2-40B4-BE49-F238E27FC236}">
                  <a16:creationId xmlns:a16="http://schemas.microsoft.com/office/drawing/2014/main" id="{DC4B1F4A-3EFD-36A0-8106-776372C4DA1E}"/>
                </a:ext>
              </a:extLst>
            </p:cNvPr>
            <p:cNvCxnSpPr>
              <a:endCxn id="20" idx="1"/>
            </p:cNvCxnSpPr>
            <p:nvPr userDrawn="1"/>
          </p:nvCxnSpPr>
          <p:spPr>
            <a:xfrm>
              <a:off x="10771206" y="1772125"/>
              <a:ext cx="278369" cy="696409"/>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Gerader Verbinder 44">
              <a:extLst>
                <a:ext uri="{FF2B5EF4-FFF2-40B4-BE49-F238E27FC236}">
                  <a16:creationId xmlns:a16="http://schemas.microsoft.com/office/drawing/2014/main" id="{1E2207C4-DAFB-E401-FB49-0BA473D9E47E}"/>
                </a:ext>
              </a:extLst>
            </p:cNvPr>
            <p:cNvCxnSpPr>
              <a:endCxn id="19" idx="1"/>
            </p:cNvCxnSpPr>
            <p:nvPr userDrawn="1"/>
          </p:nvCxnSpPr>
          <p:spPr>
            <a:xfrm>
              <a:off x="10771205" y="658033"/>
              <a:ext cx="285624" cy="37371"/>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6" name="Gerader Verbinder 45">
              <a:extLst>
                <a:ext uri="{FF2B5EF4-FFF2-40B4-BE49-F238E27FC236}">
                  <a16:creationId xmlns:a16="http://schemas.microsoft.com/office/drawing/2014/main" id="{D81F8CDD-8D1D-FE71-F748-0B1D56D46256}"/>
                </a:ext>
              </a:extLst>
            </p:cNvPr>
            <p:cNvCxnSpPr>
              <a:endCxn id="17" idx="1"/>
            </p:cNvCxnSpPr>
            <p:nvPr userDrawn="1"/>
          </p:nvCxnSpPr>
          <p:spPr>
            <a:xfrm flipV="1">
              <a:off x="10781943" y="-173965"/>
              <a:ext cx="285183" cy="375331"/>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47" name="Rechteck 46">
              <a:extLst>
                <a:ext uri="{FF2B5EF4-FFF2-40B4-BE49-F238E27FC236}">
                  <a16:creationId xmlns:a16="http://schemas.microsoft.com/office/drawing/2014/main" id="{CAD44FA1-88A9-1C79-D463-A47E2A5EBF0D}"/>
                </a:ext>
              </a:extLst>
            </p:cNvPr>
            <p:cNvSpPr/>
            <p:nvPr userDrawn="1"/>
          </p:nvSpPr>
          <p:spPr>
            <a:xfrm>
              <a:off x="10388265" y="4621953"/>
              <a:ext cx="542084" cy="528032"/>
            </a:xfrm>
            <a:prstGeom prst="rect">
              <a:avLst/>
            </a:prstGeom>
            <a:solidFill>
              <a:srgbClr val="1B798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de-DE" sz="800"/>
                <a:t>100%</a:t>
              </a:r>
              <a:br>
                <a:rPr lang="de-DE" sz="800"/>
              </a:br>
              <a:r>
                <a:rPr lang="de-DE" sz="800"/>
                <a:t># 1B798F</a:t>
              </a:r>
            </a:p>
          </p:txBody>
        </p:sp>
        <p:sp>
          <p:nvSpPr>
            <p:cNvPr id="48" name="Rechteck 47">
              <a:extLst>
                <a:ext uri="{FF2B5EF4-FFF2-40B4-BE49-F238E27FC236}">
                  <a16:creationId xmlns:a16="http://schemas.microsoft.com/office/drawing/2014/main" id="{4A4557E6-D6ED-4603-305B-A436E5366798}"/>
                </a:ext>
              </a:extLst>
            </p:cNvPr>
            <p:cNvSpPr/>
            <p:nvPr userDrawn="1"/>
          </p:nvSpPr>
          <p:spPr>
            <a:xfrm>
              <a:off x="10109850" y="5212757"/>
              <a:ext cx="522306" cy="518012"/>
            </a:xfrm>
            <a:prstGeom prst="rect">
              <a:avLst/>
            </a:prstGeom>
            <a:solidFill>
              <a:srgbClr val="D5301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800"/>
                <a:t>100%</a:t>
              </a:r>
              <a:br>
                <a:rPr lang="de-DE" sz="800"/>
              </a:br>
              <a:r>
                <a:rPr lang="de-DE" sz="800"/>
                <a:t># D53015</a:t>
              </a:r>
            </a:p>
          </p:txBody>
        </p:sp>
        <p:sp>
          <p:nvSpPr>
            <p:cNvPr id="49" name="Rechteck 48">
              <a:extLst>
                <a:ext uri="{FF2B5EF4-FFF2-40B4-BE49-F238E27FC236}">
                  <a16:creationId xmlns:a16="http://schemas.microsoft.com/office/drawing/2014/main" id="{193E3E01-CAF3-A5EE-18CF-082A06732CC3}"/>
                </a:ext>
              </a:extLst>
            </p:cNvPr>
            <p:cNvSpPr/>
            <p:nvPr userDrawn="1"/>
          </p:nvSpPr>
          <p:spPr>
            <a:xfrm>
              <a:off x="10711072" y="5212757"/>
              <a:ext cx="522306" cy="518013"/>
            </a:xfrm>
            <a:prstGeom prst="rect">
              <a:avLst/>
            </a:prstGeom>
            <a:solidFill>
              <a:schemeClr val="accent6">
                <a:lumMod val="50000"/>
              </a:schemeClr>
            </a:solidFill>
            <a:ln w="12700" cap="flat" cmpd="sng" algn="ctr">
              <a:noFill/>
              <a:prstDash val="solid"/>
              <a:miter lim="800000"/>
            </a:ln>
            <a:effectLst/>
          </p:spPr>
          <p:txBody>
            <a:bodyPr lIns="0" rIns="0"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solidFill>
                    <a:schemeClr val="tx1"/>
                  </a:solidFill>
                  <a:effectLst/>
                  <a:uLnTx/>
                  <a:uFillTx/>
                  <a:latin typeface="Calibri Light"/>
                  <a:ea typeface="+mn-ea"/>
                  <a:cs typeface="+mn-cs"/>
                </a:rPr>
                <a:t>150 %</a:t>
              </a:r>
            </a:p>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900" b="0" i="0" u="none" strike="noStrike" kern="0" cap="none" spc="0" normalizeH="0" baseline="0" noProof="0">
                  <a:ln>
                    <a:noFill/>
                  </a:ln>
                  <a:solidFill>
                    <a:schemeClr val="tx1"/>
                  </a:solidFill>
                  <a:effectLst/>
                  <a:uLnTx/>
                  <a:uFillTx/>
                  <a:latin typeface="Calibri Light"/>
                  <a:ea typeface="+mn-ea"/>
                  <a:cs typeface="+mn-cs"/>
                </a:rPr>
                <a:t># 94D300</a:t>
              </a:r>
            </a:p>
          </p:txBody>
        </p:sp>
      </p:grpSp>
    </p:spTree>
    <p:extLst>
      <p:ext uri="{BB962C8B-B14F-4D97-AF65-F5344CB8AC3E}">
        <p14:creationId xmlns:p14="http://schemas.microsoft.com/office/powerpoint/2010/main" val="3562995239"/>
      </p:ext>
    </p:extLst>
  </p:cSld>
  <p:clrMap bg1="lt1" tx1="dk1" bg2="lt2" tx2="dk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81" r:id="rId10"/>
  </p:sldLayoutIdLst>
  <p:hf hdr="0"/>
  <p:txStyles>
    <p:titleStyle>
      <a:lvl1pPr algn="l" defTabSz="914377"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594" indent="-180000" algn="l" defTabSz="914377" rtl="0" eaLnBrk="1" latinLnBrk="0" hangingPunct="1">
        <a:lnSpc>
          <a:spcPct val="90000"/>
        </a:lnSpc>
        <a:spcBef>
          <a:spcPts val="1000"/>
        </a:spcBef>
        <a:buFont typeface="Arial" panose="020B0604020202020204" pitchFamily="34" charset="0"/>
        <a:buChar char="•"/>
        <a:defRPr sz="1600" kern="1200">
          <a:solidFill>
            <a:schemeClr val="tx2"/>
          </a:solidFill>
          <a:latin typeface="+mn-lt"/>
          <a:ea typeface="+mn-ea"/>
          <a:cs typeface="+mn-cs"/>
        </a:defRPr>
      </a:lvl1pPr>
      <a:lvl2pPr marL="432000" indent="-180000" algn="l" defTabSz="914377"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mn-cs"/>
        </a:defRPr>
      </a:lvl2pPr>
      <a:lvl3pPr marL="648000" indent="-180000" algn="l" defTabSz="914377"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mn-cs"/>
        </a:defRPr>
      </a:lvl3pPr>
      <a:lvl4pPr marL="828000" indent="-180000" algn="l" defTabSz="914377" rtl="0" eaLnBrk="1" latinLnBrk="0" hangingPunct="1">
        <a:lnSpc>
          <a:spcPct val="90000"/>
        </a:lnSpc>
        <a:spcBef>
          <a:spcPts val="500"/>
        </a:spcBef>
        <a:buFont typeface="Arial" panose="020B0604020202020204" pitchFamily="34" charset="0"/>
        <a:buChar char="•"/>
        <a:defRPr sz="1200" kern="1200">
          <a:solidFill>
            <a:schemeClr val="tx2"/>
          </a:solidFill>
          <a:latin typeface="+mn-lt"/>
          <a:ea typeface="+mn-ea"/>
          <a:cs typeface="+mn-cs"/>
        </a:defRPr>
      </a:lvl4pPr>
      <a:lvl5pPr marL="1008000" indent="-180000" algn="l" defTabSz="914377" rtl="0" eaLnBrk="1" latinLnBrk="0" hangingPunct="1">
        <a:lnSpc>
          <a:spcPct val="90000"/>
        </a:lnSpc>
        <a:spcBef>
          <a:spcPts val="500"/>
        </a:spcBef>
        <a:buFont typeface="Arial" panose="020B0604020202020204" pitchFamily="34" charset="0"/>
        <a:buChar char="•"/>
        <a:defRPr sz="1200" kern="1200">
          <a:solidFill>
            <a:schemeClr val="tx2"/>
          </a:solidFill>
          <a:latin typeface="+mn-lt"/>
          <a:ea typeface="+mn-ea"/>
          <a:cs typeface="+mn-cs"/>
        </a:defRPr>
      </a:lvl5pPr>
      <a:lvl6pPr marL="1188000" indent="-180000" algn="l" defTabSz="914377"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6pPr>
      <a:lvl7pPr marL="1332000" indent="-180000" algn="l" defTabSz="914377"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7pPr>
      <a:lvl8pPr marL="1476000" indent="-180000" algn="l" defTabSz="914377" rtl="0" eaLnBrk="1" latinLnBrk="0" hangingPunct="1">
        <a:lnSpc>
          <a:spcPct val="90000"/>
        </a:lnSpc>
        <a:spcBef>
          <a:spcPts val="500"/>
        </a:spcBef>
        <a:buFont typeface="Arial" panose="020B0604020202020204" pitchFamily="34" charset="0"/>
        <a:buChar char="•"/>
        <a:defRPr sz="900" kern="1200">
          <a:solidFill>
            <a:schemeClr val="tx2"/>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64" name="Gerade Verbindung 18">
            <a:extLst>
              <a:ext uri="{FF2B5EF4-FFF2-40B4-BE49-F238E27FC236}">
                <a16:creationId xmlns:a16="http://schemas.microsoft.com/office/drawing/2014/main" id="{B4DE5404-5C9F-FDA6-080C-0BB3547D327E}"/>
              </a:ext>
            </a:extLst>
          </p:cNvPr>
          <p:cNvCxnSpPr>
            <a:cxnSpLocks/>
          </p:cNvCxnSpPr>
          <p:nvPr userDrawn="1"/>
        </p:nvCxnSpPr>
        <p:spPr bwMode="auto">
          <a:xfrm flipH="1">
            <a:off x="-356006" y="346902"/>
            <a:ext cx="288000"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Gerade Verbindung 36">
            <a:extLst>
              <a:ext uri="{FF2B5EF4-FFF2-40B4-BE49-F238E27FC236}">
                <a16:creationId xmlns:a16="http://schemas.microsoft.com/office/drawing/2014/main" id="{B014601D-E956-1B4B-1A14-C215779D077E}"/>
              </a:ext>
            </a:extLst>
          </p:cNvPr>
          <p:cNvCxnSpPr>
            <a:cxnSpLocks/>
          </p:cNvCxnSpPr>
          <p:nvPr userDrawn="1"/>
        </p:nvCxnSpPr>
        <p:spPr bwMode="auto">
          <a:xfrm flipH="1">
            <a:off x="38311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Gerade Verbindung 63">
            <a:extLst>
              <a:ext uri="{FF2B5EF4-FFF2-40B4-BE49-F238E27FC236}">
                <a16:creationId xmlns:a16="http://schemas.microsoft.com/office/drawing/2014/main" id="{04CF4B50-AC29-AE69-30A1-6063690A3C24}"/>
              </a:ext>
            </a:extLst>
          </p:cNvPr>
          <p:cNvCxnSpPr>
            <a:cxnSpLocks/>
          </p:cNvCxnSpPr>
          <p:nvPr userDrawn="1"/>
        </p:nvCxnSpPr>
        <p:spPr bwMode="auto">
          <a:xfrm flipH="1">
            <a:off x="-395760" y="6537339"/>
            <a:ext cx="341689"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Gerade Verbindung 69">
            <a:extLst>
              <a:ext uri="{FF2B5EF4-FFF2-40B4-BE49-F238E27FC236}">
                <a16:creationId xmlns:a16="http://schemas.microsoft.com/office/drawing/2014/main" id="{D34C9840-EBCB-B01D-DFD5-F8F6844A9E92}"/>
              </a:ext>
            </a:extLst>
          </p:cNvPr>
          <p:cNvCxnSpPr>
            <a:cxnSpLocks/>
          </p:cNvCxnSpPr>
          <p:nvPr userDrawn="1"/>
        </p:nvCxnSpPr>
        <p:spPr bwMode="auto">
          <a:xfrm flipH="1">
            <a:off x="11299388" y="-324672"/>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Gerade Verbindung 70">
            <a:extLst>
              <a:ext uri="{FF2B5EF4-FFF2-40B4-BE49-F238E27FC236}">
                <a16:creationId xmlns:a16="http://schemas.microsoft.com/office/drawing/2014/main" id="{B93BC62A-B563-DFBE-7E44-F89642DBDDEF}"/>
              </a:ext>
            </a:extLst>
          </p:cNvPr>
          <p:cNvCxnSpPr>
            <a:cxnSpLocks/>
          </p:cNvCxnSpPr>
          <p:nvPr userDrawn="1"/>
        </p:nvCxnSpPr>
        <p:spPr bwMode="auto">
          <a:xfrm flipH="1">
            <a:off x="11817779" y="-321700"/>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Gerade Verbindung 77">
            <a:extLst>
              <a:ext uri="{FF2B5EF4-FFF2-40B4-BE49-F238E27FC236}">
                <a16:creationId xmlns:a16="http://schemas.microsoft.com/office/drawing/2014/main" id="{841404D7-2B61-6E09-FF0D-806518BEFC4A}"/>
              </a:ext>
            </a:extLst>
          </p:cNvPr>
          <p:cNvCxnSpPr>
            <a:cxnSpLocks/>
          </p:cNvCxnSpPr>
          <p:nvPr userDrawn="1"/>
        </p:nvCxnSpPr>
        <p:spPr bwMode="auto">
          <a:xfrm flipH="1">
            <a:off x="633602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3" name="Gerade Verbindung 78">
            <a:extLst>
              <a:ext uri="{FF2B5EF4-FFF2-40B4-BE49-F238E27FC236}">
                <a16:creationId xmlns:a16="http://schemas.microsoft.com/office/drawing/2014/main" id="{6A6BEBCD-F779-4D95-9C49-076D5588D868}"/>
              </a:ext>
            </a:extLst>
          </p:cNvPr>
          <p:cNvCxnSpPr>
            <a:cxnSpLocks/>
          </p:cNvCxnSpPr>
          <p:nvPr userDrawn="1"/>
        </p:nvCxnSpPr>
        <p:spPr bwMode="auto">
          <a:xfrm flipH="1">
            <a:off x="585681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Gerade Verbindung 66">
            <a:extLst>
              <a:ext uri="{FF2B5EF4-FFF2-40B4-BE49-F238E27FC236}">
                <a16:creationId xmlns:a16="http://schemas.microsoft.com/office/drawing/2014/main" id="{6BF0E44B-A694-8368-DCF2-69C877D621E3}"/>
              </a:ext>
            </a:extLst>
          </p:cNvPr>
          <p:cNvCxnSpPr>
            <a:cxnSpLocks/>
          </p:cNvCxnSpPr>
          <p:nvPr userDrawn="1"/>
        </p:nvCxnSpPr>
        <p:spPr bwMode="auto">
          <a:xfrm flipH="1">
            <a:off x="12226124" y="352345"/>
            <a:ext cx="276524"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Gerade Verbindung 66">
            <a:extLst>
              <a:ext uri="{FF2B5EF4-FFF2-40B4-BE49-F238E27FC236}">
                <a16:creationId xmlns:a16="http://schemas.microsoft.com/office/drawing/2014/main" id="{8040975D-2754-ECB8-01D4-AD29C3F37348}"/>
              </a:ext>
            </a:extLst>
          </p:cNvPr>
          <p:cNvCxnSpPr>
            <a:cxnSpLocks/>
          </p:cNvCxnSpPr>
          <p:nvPr userDrawn="1"/>
        </p:nvCxnSpPr>
        <p:spPr bwMode="auto">
          <a:xfrm flipH="1">
            <a:off x="12221432" y="6540638"/>
            <a:ext cx="276524"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1" name="Titelplatzhalter 56">
            <a:extLst>
              <a:ext uri="{FF2B5EF4-FFF2-40B4-BE49-F238E27FC236}">
                <a16:creationId xmlns:a16="http://schemas.microsoft.com/office/drawing/2014/main" id="{308CFBDF-4E8B-12EE-13A8-9BA4F44D483B}"/>
              </a:ext>
            </a:extLst>
          </p:cNvPr>
          <p:cNvSpPr>
            <a:spLocks noGrp="1"/>
          </p:cNvSpPr>
          <p:nvPr>
            <p:ph type="title"/>
          </p:nvPr>
        </p:nvSpPr>
        <p:spPr>
          <a:xfrm>
            <a:off x="383118" y="297875"/>
            <a:ext cx="11434662" cy="872817"/>
          </a:xfrm>
          <a:prstGeom prst="rect">
            <a:avLst/>
          </a:prstGeom>
        </p:spPr>
        <p:txBody>
          <a:bodyPr vert="horz" lIns="0" tIns="0" rIns="0" bIns="0" rtlCol="0" anchor="t" anchorCtr="0">
            <a:noAutofit/>
          </a:bodyPr>
          <a:lstStyle/>
          <a:p>
            <a:r>
              <a:rPr lang="de-DE"/>
              <a:t>Mastertitelformat bearbeiten</a:t>
            </a:r>
            <a:br>
              <a:rPr lang="de-DE"/>
            </a:br>
            <a:r>
              <a:rPr lang="de-DE"/>
              <a:t>Zweizeilig möglich</a:t>
            </a:r>
          </a:p>
        </p:txBody>
      </p:sp>
      <p:cxnSp>
        <p:nvCxnSpPr>
          <p:cNvPr id="99" name="Gerader Verbinder 98">
            <a:extLst>
              <a:ext uri="{FF2B5EF4-FFF2-40B4-BE49-F238E27FC236}">
                <a16:creationId xmlns:a16="http://schemas.microsoft.com/office/drawing/2014/main" id="{10ED544F-FCC4-13CF-39C2-9FD8DA743C6F}"/>
              </a:ext>
            </a:extLst>
          </p:cNvPr>
          <p:cNvCxnSpPr>
            <a:cxnSpLocks/>
          </p:cNvCxnSpPr>
          <p:nvPr userDrawn="1"/>
        </p:nvCxnSpPr>
        <p:spPr bwMode="gray">
          <a:xfrm flipH="1">
            <a:off x="-409695" y="1449046"/>
            <a:ext cx="341689" cy="0"/>
          </a:xfrm>
          <a:prstGeom prst="line">
            <a:avLst/>
          </a:prstGeom>
          <a:noFill/>
          <a:ln w="6350" cap="flat" cmpd="sng" algn="ctr">
            <a:solidFill>
              <a:schemeClr val="accent1"/>
            </a:solidFill>
            <a:prstDash val="solid"/>
            <a:miter lim="800000"/>
          </a:ln>
          <a:effectLst/>
        </p:spPr>
      </p:cxnSp>
      <p:cxnSp>
        <p:nvCxnSpPr>
          <p:cNvPr id="100" name="Gerader Verbinder 99">
            <a:extLst>
              <a:ext uri="{FF2B5EF4-FFF2-40B4-BE49-F238E27FC236}">
                <a16:creationId xmlns:a16="http://schemas.microsoft.com/office/drawing/2014/main" id="{732EED72-5947-C9DE-069C-7FBF3B7B632C}"/>
              </a:ext>
            </a:extLst>
          </p:cNvPr>
          <p:cNvCxnSpPr>
            <a:cxnSpLocks/>
          </p:cNvCxnSpPr>
          <p:nvPr userDrawn="1"/>
        </p:nvCxnSpPr>
        <p:spPr bwMode="gray">
          <a:xfrm flipH="1">
            <a:off x="-409695" y="1170692"/>
            <a:ext cx="341689" cy="0"/>
          </a:xfrm>
          <a:prstGeom prst="line">
            <a:avLst/>
          </a:prstGeom>
          <a:noFill/>
          <a:ln w="6350" cap="flat" cmpd="sng" algn="ctr">
            <a:solidFill>
              <a:srgbClr val="809399"/>
            </a:solidFill>
            <a:prstDash val="solid"/>
            <a:miter lim="800000"/>
          </a:ln>
          <a:effectLst/>
        </p:spPr>
      </p:cxnSp>
      <p:cxnSp>
        <p:nvCxnSpPr>
          <p:cNvPr id="107" name="Gerader Verbinder 106">
            <a:extLst>
              <a:ext uri="{FF2B5EF4-FFF2-40B4-BE49-F238E27FC236}">
                <a16:creationId xmlns:a16="http://schemas.microsoft.com/office/drawing/2014/main" id="{A6BF3E53-EFF6-6F69-EC75-E499530301C2}"/>
              </a:ext>
            </a:extLst>
          </p:cNvPr>
          <p:cNvCxnSpPr>
            <a:cxnSpLocks/>
          </p:cNvCxnSpPr>
          <p:nvPr userDrawn="1"/>
        </p:nvCxnSpPr>
        <p:spPr bwMode="gray">
          <a:xfrm flipH="1">
            <a:off x="12250627" y="1449046"/>
            <a:ext cx="341689" cy="0"/>
          </a:xfrm>
          <a:prstGeom prst="line">
            <a:avLst/>
          </a:prstGeom>
          <a:noFill/>
          <a:ln w="6350" cap="flat" cmpd="sng" algn="ctr">
            <a:solidFill>
              <a:schemeClr val="accent1"/>
            </a:solidFill>
            <a:prstDash val="solid"/>
            <a:miter lim="800000"/>
          </a:ln>
          <a:effectLst/>
        </p:spPr>
      </p:cxnSp>
      <p:cxnSp>
        <p:nvCxnSpPr>
          <p:cNvPr id="108" name="Gerader Verbinder 107">
            <a:extLst>
              <a:ext uri="{FF2B5EF4-FFF2-40B4-BE49-F238E27FC236}">
                <a16:creationId xmlns:a16="http://schemas.microsoft.com/office/drawing/2014/main" id="{34B482F6-F703-B2D6-0D59-341F97090FA3}"/>
              </a:ext>
            </a:extLst>
          </p:cNvPr>
          <p:cNvCxnSpPr>
            <a:cxnSpLocks/>
          </p:cNvCxnSpPr>
          <p:nvPr userDrawn="1"/>
        </p:nvCxnSpPr>
        <p:spPr bwMode="gray">
          <a:xfrm flipH="1">
            <a:off x="12250627" y="1170692"/>
            <a:ext cx="341689" cy="0"/>
          </a:xfrm>
          <a:prstGeom prst="line">
            <a:avLst/>
          </a:prstGeom>
          <a:noFill/>
          <a:ln w="6350" cap="flat" cmpd="sng" algn="ctr">
            <a:solidFill>
              <a:srgbClr val="809399"/>
            </a:solidFill>
            <a:prstDash val="solid"/>
            <a:miter lim="800000"/>
          </a:ln>
          <a:effectLst/>
        </p:spPr>
      </p:cxnSp>
      <p:sp>
        <p:nvSpPr>
          <p:cNvPr id="137" name="Fußzeilenplatzhalter 3">
            <a:extLst>
              <a:ext uri="{FF2B5EF4-FFF2-40B4-BE49-F238E27FC236}">
                <a16:creationId xmlns:a16="http://schemas.microsoft.com/office/drawing/2014/main" id="{19D8A979-2AAE-BE3C-6478-B6BBA0919813}"/>
              </a:ext>
            </a:extLst>
          </p:cNvPr>
          <p:cNvSpPr>
            <a:spLocks noGrp="1"/>
          </p:cNvSpPr>
          <p:nvPr>
            <p:ph type="ftr" sz="quarter" idx="3"/>
          </p:nvPr>
        </p:nvSpPr>
        <p:spPr>
          <a:xfrm>
            <a:off x="3510270" y="-9760"/>
            <a:ext cx="8302062" cy="235057"/>
          </a:xfrm>
          <a:prstGeom prst="rect">
            <a:avLst/>
          </a:prstGeom>
        </p:spPr>
        <p:txBody>
          <a:bodyPr lIns="0" tIns="0" rIns="0" bIns="0" anchor="ctr"/>
          <a:lstStyle>
            <a:lvl1pPr algn="r">
              <a:defRPr sz="933">
                <a:solidFill>
                  <a:schemeClr val="tx2"/>
                </a:solidFill>
              </a:defRPr>
            </a:lvl1pPr>
          </a:lstStyle>
          <a:p>
            <a:r>
              <a:rPr lang="de-DE"/>
              <a:t>AIRCO  |  mosaiic GmbH  |</a:t>
            </a:r>
          </a:p>
        </p:txBody>
      </p:sp>
      <p:sp>
        <p:nvSpPr>
          <p:cNvPr id="138" name="Foliennummernplatzhalter 4">
            <a:extLst>
              <a:ext uri="{FF2B5EF4-FFF2-40B4-BE49-F238E27FC236}">
                <a16:creationId xmlns:a16="http://schemas.microsoft.com/office/drawing/2014/main" id="{4CD7CB2A-7BBE-CBF0-3738-FB61E2825949}"/>
              </a:ext>
            </a:extLst>
          </p:cNvPr>
          <p:cNvSpPr>
            <a:spLocks noGrp="1"/>
          </p:cNvSpPr>
          <p:nvPr>
            <p:ph type="sldNum" sz="quarter" idx="4"/>
          </p:nvPr>
        </p:nvSpPr>
        <p:spPr>
          <a:xfrm>
            <a:off x="11812332" y="-9762"/>
            <a:ext cx="374225" cy="235057"/>
          </a:xfrm>
          <a:prstGeom prst="rect">
            <a:avLst/>
          </a:prstGeom>
        </p:spPr>
        <p:txBody>
          <a:bodyPr lIns="54000" tIns="0" rIns="0" bIns="0" anchor="ctr"/>
          <a:lstStyle>
            <a:lvl1pPr algn="l">
              <a:defRPr sz="933">
                <a:solidFill>
                  <a:schemeClr val="tx2"/>
                </a:solidFill>
              </a:defRPr>
            </a:lvl1pPr>
          </a:lstStyle>
          <a:p>
            <a:fld id="{F4B5F3EB-31C7-4555-828E-971415072856}" type="slidenum">
              <a:rPr lang="de-DE" smtClean="0"/>
              <a:pPr/>
              <a:t>‹Nr.›</a:t>
            </a:fld>
            <a:endParaRPr lang="de-DE"/>
          </a:p>
        </p:txBody>
      </p:sp>
      <p:sp>
        <p:nvSpPr>
          <p:cNvPr id="139" name="Textplatzhalter 2">
            <a:extLst>
              <a:ext uri="{FF2B5EF4-FFF2-40B4-BE49-F238E27FC236}">
                <a16:creationId xmlns:a16="http://schemas.microsoft.com/office/drawing/2014/main" id="{1E556118-D79E-C646-5199-C93D50193DAA}"/>
              </a:ext>
            </a:extLst>
          </p:cNvPr>
          <p:cNvSpPr>
            <a:spLocks noGrp="1"/>
          </p:cNvSpPr>
          <p:nvPr>
            <p:ph type="body" idx="1"/>
          </p:nvPr>
        </p:nvSpPr>
        <p:spPr>
          <a:xfrm>
            <a:off x="383117" y="1449046"/>
            <a:ext cx="11434660" cy="5071415"/>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p:txBody>
      </p:sp>
      <p:grpSp>
        <p:nvGrpSpPr>
          <p:cNvPr id="24" name="Gruppieren 23">
            <a:extLst>
              <a:ext uri="{FF2B5EF4-FFF2-40B4-BE49-F238E27FC236}">
                <a16:creationId xmlns:a16="http://schemas.microsoft.com/office/drawing/2014/main" id="{67E48067-526C-3481-11DC-43EBD92E9AB0}"/>
              </a:ext>
            </a:extLst>
          </p:cNvPr>
          <p:cNvGrpSpPr/>
          <p:nvPr userDrawn="1"/>
        </p:nvGrpSpPr>
        <p:grpSpPr>
          <a:xfrm>
            <a:off x="12627799" y="-91438"/>
            <a:ext cx="1925408" cy="5938518"/>
            <a:chOff x="9758822" y="-586291"/>
            <a:chExt cx="2139791" cy="6317061"/>
          </a:xfrm>
        </p:grpSpPr>
        <p:sp>
          <p:nvSpPr>
            <p:cNvPr id="25" name="Rechteck 24">
              <a:extLst>
                <a:ext uri="{FF2B5EF4-FFF2-40B4-BE49-F238E27FC236}">
                  <a16:creationId xmlns:a16="http://schemas.microsoft.com/office/drawing/2014/main" id="{3F870061-B06B-7A09-A30D-634202CFB51A}"/>
                </a:ext>
              </a:extLst>
            </p:cNvPr>
            <p:cNvSpPr/>
            <p:nvPr userDrawn="1"/>
          </p:nvSpPr>
          <p:spPr>
            <a:xfrm>
              <a:off x="11051071" y="2939779"/>
              <a:ext cx="831488" cy="824651"/>
            </a:xfrm>
            <a:prstGeom prst="rect">
              <a:avLst/>
            </a:prstGeom>
            <a:solidFill>
              <a:srgbClr val="FFD22A"/>
            </a:solidFill>
            <a:ln w="25400" cap="rnd" cmpd="sng" algn="ctr">
              <a:noFill/>
              <a:prstDash val="solid"/>
            </a:ln>
            <a:effectLst/>
          </p:spPr>
          <p:txBody>
            <a:bodyPr rtlCol="0" anchor="ctr"/>
            <a:lstStyle/>
            <a:p>
              <a:pPr algn="ctr">
                <a:defRPr/>
              </a:pPr>
              <a:r>
                <a:rPr lang="de-DE" sz="1200" kern="0">
                  <a:solidFill>
                    <a:prstClr val="white"/>
                  </a:solidFill>
                  <a:latin typeface="Calibri Light"/>
                </a:rPr>
                <a:t>100%</a:t>
              </a:r>
              <a:br>
                <a:rPr lang="de-DE" sz="1200" kern="0">
                  <a:solidFill>
                    <a:prstClr val="white"/>
                  </a:solidFill>
                  <a:latin typeface="Calibri Light"/>
                </a:rPr>
              </a:br>
              <a:r>
                <a:rPr lang="de-DE" sz="1200" kern="0">
                  <a:solidFill>
                    <a:prstClr val="white"/>
                  </a:solidFill>
                  <a:latin typeface="Calibri Light"/>
                </a:rPr>
                <a:t>#</a:t>
              </a:r>
              <a:br>
                <a:rPr lang="de-DE" sz="1200" kern="0">
                  <a:solidFill>
                    <a:prstClr val="white"/>
                  </a:solidFill>
                  <a:latin typeface="Calibri Light"/>
                </a:rPr>
              </a:br>
              <a:r>
                <a:rPr lang="de-DE" sz="1200" kern="0">
                  <a:solidFill>
                    <a:prstClr val="white"/>
                  </a:solidFill>
                  <a:latin typeface="Calibri Light"/>
                </a:rPr>
                <a:t>FFD22A</a:t>
              </a:r>
            </a:p>
          </p:txBody>
        </p:sp>
        <p:sp>
          <p:nvSpPr>
            <p:cNvPr id="26" name="Rechteck 25">
              <a:extLst>
                <a:ext uri="{FF2B5EF4-FFF2-40B4-BE49-F238E27FC236}">
                  <a16:creationId xmlns:a16="http://schemas.microsoft.com/office/drawing/2014/main" id="{611D0891-062A-474B-9388-3670D205F862}"/>
                </a:ext>
              </a:extLst>
            </p:cNvPr>
            <p:cNvSpPr/>
            <p:nvPr userDrawn="1"/>
          </p:nvSpPr>
          <p:spPr>
            <a:xfrm>
              <a:off x="11051071" y="1172636"/>
              <a:ext cx="831488" cy="824651"/>
            </a:xfrm>
            <a:prstGeom prst="rect">
              <a:avLst/>
            </a:prstGeom>
            <a:solidFill>
              <a:srgbClr val="6E7A96"/>
            </a:solidFill>
            <a:ln w="25400" cap="rnd" cmpd="sng" algn="ctr">
              <a:noFill/>
              <a:prstDash val="solid"/>
            </a:ln>
            <a:effectLst/>
          </p:spPr>
          <p:txBody>
            <a:bodyPr rtlCol="0" anchor="ctr"/>
            <a:lstStyle/>
            <a:p>
              <a:pPr algn="ctr">
                <a:defRPr/>
              </a:pPr>
              <a:r>
                <a:rPr lang="de-DE" sz="1200" kern="0">
                  <a:solidFill>
                    <a:prstClr val="white"/>
                  </a:solidFill>
                  <a:latin typeface="Calibri Light"/>
                </a:rPr>
                <a:t>100%</a:t>
              </a:r>
              <a:br>
                <a:rPr lang="de-DE" sz="1200" kern="0">
                  <a:solidFill>
                    <a:prstClr val="white"/>
                  </a:solidFill>
                  <a:latin typeface="Calibri Light"/>
                </a:rPr>
              </a:br>
              <a:r>
                <a:rPr lang="de-DE" sz="1200" kern="0">
                  <a:solidFill>
                    <a:prstClr val="white"/>
                  </a:solidFill>
                  <a:latin typeface="Calibri Light"/>
                </a:rPr>
                <a:t>#</a:t>
              </a:r>
              <a:br>
                <a:rPr lang="de-DE" sz="1200" kern="0">
                  <a:solidFill>
                    <a:prstClr val="white"/>
                  </a:solidFill>
                  <a:latin typeface="Calibri Light"/>
                </a:rPr>
              </a:br>
              <a:r>
                <a:rPr lang="de-DE" sz="1200" kern="0">
                  <a:solidFill>
                    <a:prstClr val="white"/>
                  </a:solidFill>
                  <a:latin typeface="Calibri Light"/>
                </a:rPr>
                <a:t>6E7A96</a:t>
              </a:r>
            </a:p>
          </p:txBody>
        </p:sp>
        <p:sp>
          <p:nvSpPr>
            <p:cNvPr id="27" name="Rechteck 26">
              <a:extLst>
                <a:ext uri="{FF2B5EF4-FFF2-40B4-BE49-F238E27FC236}">
                  <a16:creationId xmlns:a16="http://schemas.microsoft.com/office/drawing/2014/main" id="{89FD79A7-7A1A-77B8-E7BB-02A6150D6F8B}"/>
                </a:ext>
              </a:extLst>
            </p:cNvPr>
            <p:cNvSpPr/>
            <p:nvPr userDrawn="1"/>
          </p:nvSpPr>
          <p:spPr>
            <a:xfrm>
              <a:off x="9760735" y="1039221"/>
              <a:ext cx="1010471" cy="1002163"/>
            </a:xfrm>
            <a:prstGeom prst="rect">
              <a:avLst/>
            </a:prstGeom>
            <a:solidFill>
              <a:srgbClr val="F39719"/>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#F39719</a:t>
              </a:r>
              <a:endParaRPr kumimoji="0" lang="de-DE" sz="1600" b="0" i="0" u="none" strike="noStrike" kern="0" cap="none" spc="0" normalizeH="0" baseline="0" noProof="0">
                <a:ln>
                  <a:noFill/>
                </a:ln>
                <a:solidFill>
                  <a:prstClr val="white"/>
                </a:solidFill>
                <a:effectLst/>
                <a:uLnTx/>
                <a:uFillTx/>
                <a:latin typeface="Calibri Light"/>
                <a:ea typeface="+mn-ea"/>
                <a:cs typeface="+mn-cs"/>
              </a:endParaRPr>
            </a:p>
          </p:txBody>
        </p:sp>
        <p:sp>
          <p:nvSpPr>
            <p:cNvPr id="28" name="Rechteck 27">
              <a:extLst>
                <a:ext uri="{FF2B5EF4-FFF2-40B4-BE49-F238E27FC236}">
                  <a16:creationId xmlns:a16="http://schemas.microsoft.com/office/drawing/2014/main" id="{A9144EBD-6C71-9421-1BB7-77621B82A64C}"/>
                </a:ext>
              </a:extLst>
            </p:cNvPr>
            <p:cNvSpPr/>
            <p:nvPr userDrawn="1"/>
          </p:nvSpPr>
          <p:spPr>
            <a:xfrm>
              <a:off x="9782211" y="-91119"/>
              <a:ext cx="1010471" cy="1002163"/>
            </a:xfrm>
            <a:prstGeom prst="rect">
              <a:avLst/>
            </a:prstGeom>
            <a:solidFill>
              <a:srgbClr val="17428F"/>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#17428F</a:t>
              </a:r>
            </a:p>
          </p:txBody>
        </p:sp>
        <p:sp>
          <p:nvSpPr>
            <p:cNvPr id="29" name="Rechteck 28">
              <a:extLst>
                <a:ext uri="{FF2B5EF4-FFF2-40B4-BE49-F238E27FC236}">
                  <a16:creationId xmlns:a16="http://schemas.microsoft.com/office/drawing/2014/main" id="{A0AD54D7-7E06-357C-8F0B-C9592548BF42}"/>
                </a:ext>
              </a:extLst>
            </p:cNvPr>
            <p:cNvSpPr/>
            <p:nvPr userDrawn="1"/>
          </p:nvSpPr>
          <p:spPr>
            <a:xfrm>
              <a:off x="9760735" y="2169563"/>
              <a:ext cx="1010471" cy="1002163"/>
            </a:xfrm>
            <a:prstGeom prst="rect">
              <a:avLst/>
            </a:prstGeom>
            <a:solidFill>
              <a:srgbClr val="808080"/>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#808080</a:t>
              </a:r>
            </a:p>
          </p:txBody>
        </p:sp>
        <p:sp>
          <p:nvSpPr>
            <p:cNvPr id="30" name="Rechteck 29">
              <a:extLst>
                <a:ext uri="{FF2B5EF4-FFF2-40B4-BE49-F238E27FC236}">
                  <a16:creationId xmlns:a16="http://schemas.microsoft.com/office/drawing/2014/main" id="{003846B7-6555-4CDB-E880-9A9805CC7199}"/>
                </a:ext>
              </a:extLst>
            </p:cNvPr>
            <p:cNvSpPr/>
            <p:nvPr userDrawn="1"/>
          </p:nvSpPr>
          <p:spPr>
            <a:xfrm>
              <a:off x="9758822" y="4039141"/>
              <a:ext cx="546921" cy="528032"/>
            </a:xfrm>
            <a:prstGeom prst="rect">
              <a:avLst/>
            </a:prstGeom>
            <a:solidFill>
              <a:srgbClr val="E5FFA8"/>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prstClr val="black"/>
                  </a:solidFill>
                  <a:effectLst/>
                  <a:uLnTx/>
                  <a:uFillTx/>
                  <a:latin typeface="Calibri Light"/>
                  <a:ea typeface="+mn-ea"/>
                  <a:cs typeface="+mn-cs"/>
                </a:rPr>
                <a:t>100%</a:t>
              </a:r>
              <a:br>
                <a:rPr kumimoji="0" lang="de-DE" sz="800" b="0" i="0" u="none" strike="noStrike" kern="0" cap="none" spc="0" normalizeH="0" baseline="0" noProof="0">
                  <a:ln>
                    <a:noFill/>
                  </a:ln>
                  <a:solidFill>
                    <a:prstClr val="black"/>
                  </a:solidFill>
                  <a:effectLst/>
                  <a:uLnTx/>
                  <a:uFillTx/>
                  <a:latin typeface="Calibri Light"/>
                  <a:ea typeface="+mn-ea"/>
                  <a:cs typeface="+mn-cs"/>
                </a:rPr>
              </a:br>
              <a:r>
                <a:rPr kumimoji="0" lang="de-DE" sz="800" b="0" i="0" u="none" strike="noStrike" kern="0" cap="none" spc="0" normalizeH="0" baseline="0" noProof="0">
                  <a:ln>
                    <a:noFill/>
                  </a:ln>
                  <a:solidFill>
                    <a:prstClr val="black"/>
                  </a:solidFill>
                  <a:effectLst/>
                  <a:uLnTx/>
                  <a:uFillTx/>
                  <a:latin typeface="Calibri Light"/>
                  <a:ea typeface="+mn-ea"/>
                  <a:cs typeface="+mn-cs"/>
                </a:rPr>
                <a:t>#</a:t>
              </a:r>
              <a:br>
                <a:rPr kumimoji="0" lang="de-DE" sz="800" b="0" i="0" u="none" strike="noStrike" kern="0" cap="none" spc="0" normalizeH="0" baseline="0" noProof="0">
                  <a:ln>
                    <a:noFill/>
                  </a:ln>
                  <a:solidFill>
                    <a:prstClr val="black"/>
                  </a:solidFill>
                  <a:effectLst/>
                  <a:uLnTx/>
                  <a:uFillTx/>
                  <a:latin typeface="Calibri Light"/>
                  <a:ea typeface="+mn-ea"/>
                  <a:cs typeface="+mn-cs"/>
                </a:rPr>
              </a:br>
              <a:r>
                <a:rPr kumimoji="0" lang="de-DE" sz="800" b="0" i="0" u="none" strike="noStrike" kern="0" cap="none" spc="0" normalizeH="0" baseline="0" noProof="0">
                  <a:ln>
                    <a:noFill/>
                  </a:ln>
                  <a:solidFill>
                    <a:prstClr val="black"/>
                  </a:solidFill>
                  <a:effectLst/>
                  <a:uLnTx/>
                  <a:uFillTx/>
                  <a:latin typeface="Calibri Light"/>
                  <a:ea typeface="+mn-ea"/>
                  <a:cs typeface="+mn-cs"/>
                </a:rPr>
                <a:t>E5FFA8</a:t>
              </a:r>
            </a:p>
          </p:txBody>
        </p:sp>
        <p:sp>
          <p:nvSpPr>
            <p:cNvPr id="31" name="Rechteck 30">
              <a:extLst>
                <a:ext uri="{FF2B5EF4-FFF2-40B4-BE49-F238E27FC236}">
                  <a16:creationId xmlns:a16="http://schemas.microsoft.com/office/drawing/2014/main" id="{61512552-C1C2-F449-EA2E-B51346D139CA}"/>
                </a:ext>
              </a:extLst>
            </p:cNvPr>
            <p:cNvSpPr/>
            <p:nvPr userDrawn="1"/>
          </p:nvSpPr>
          <p:spPr>
            <a:xfrm>
              <a:off x="10991688" y="4031153"/>
              <a:ext cx="546921" cy="528032"/>
            </a:xfrm>
            <a:prstGeom prst="rect">
              <a:avLst/>
            </a:prstGeom>
            <a:solidFill>
              <a:srgbClr val="EC6503"/>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prstClr val="white"/>
                  </a:solidFill>
                  <a:effectLst/>
                  <a:uLnTx/>
                  <a:uFillTx/>
                  <a:latin typeface="Calibri Light"/>
                  <a:ea typeface="+mn-ea"/>
                  <a:cs typeface="+mn-cs"/>
                </a:rPr>
                <a:t>100%</a:t>
              </a:r>
              <a:br>
                <a:rPr kumimoji="0" lang="de-DE" sz="800" b="0" i="0" u="none" strike="noStrike" kern="0" cap="none" spc="0" normalizeH="0" baseline="0" noProof="0">
                  <a:ln>
                    <a:noFill/>
                  </a:ln>
                  <a:solidFill>
                    <a:prstClr val="white"/>
                  </a:solidFill>
                  <a:effectLst/>
                  <a:uLnTx/>
                  <a:uFillTx/>
                  <a:latin typeface="Calibri Light"/>
                  <a:ea typeface="+mn-ea"/>
                  <a:cs typeface="+mn-cs"/>
                </a:rPr>
              </a:br>
              <a:r>
                <a:rPr kumimoji="0" lang="de-DE" sz="800" b="0" i="0" u="none" strike="noStrike" kern="0" cap="none" spc="0" normalizeH="0" baseline="0" noProof="0">
                  <a:ln>
                    <a:noFill/>
                  </a:ln>
                  <a:solidFill>
                    <a:prstClr val="white"/>
                  </a:solidFill>
                  <a:effectLst/>
                  <a:uLnTx/>
                  <a:uFillTx/>
                  <a:latin typeface="Calibri Light"/>
                  <a:ea typeface="+mn-ea"/>
                  <a:cs typeface="+mn-cs"/>
                </a:rPr>
                <a:t># EC6503</a:t>
              </a:r>
            </a:p>
          </p:txBody>
        </p:sp>
        <p:sp>
          <p:nvSpPr>
            <p:cNvPr id="32" name="Rechteck 31">
              <a:extLst>
                <a:ext uri="{FF2B5EF4-FFF2-40B4-BE49-F238E27FC236}">
                  <a16:creationId xmlns:a16="http://schemas.microsoft.com/office/drawing/2014/main" id="{72A75797-F418-6E60-7D46-45E400AF06AF}"/>
                </a:ext>
              </a:extLst>
            </p:cNvPr>
            <p:cNvSpPr/>
            <p:nvPr userDrawn="1"/>
          </p:nvSpPr>
          <p:spPr>
            <a:xfrm>
              <a:off x="9781337" y="4621957"/>
              <a:ext cx="542084" cy="528032"/>
            </a:xfrm>
            <a:prstGeom prst="rect">
              <a:avLst/>
            </a:prstGeom>
            <a:solidFill>
              <a:srgbClr val="662988"/>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bg1"/>
                  </a:solidFill>
                  <a:effectLst/>
                  <a:uLnTx/>
                  <a:uFillTx/>
                  <a:latin typeface="Calibri Light"/>
                  <a:ea typeface="+mn-ea"/>
                  <a:cs typeface="+mn-cs"/>
                </a:rPr>
                <a:t>100%</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662988</a:t>
              </a:r>
            </a:p>
          </p:txBody>
        </p:sp>
        <p:sp>
          <p:nvSpPr>
            <p:cNvPr id="33" name="Rechteck 32">
              <a:extLst>
                <a:ext uri="{FF2B5EF4-FFF2-40B4-BE49-F238E27FC236}">
                  <a16:creationId xmlns:a16="http://schemas.microsoft.com/office/drawing/2014/main" id="{B4B77FB1-7090-FB5C-ABD6-238E14C6A786}"/>
                </a:ext>
              </a:extLst>
            </p:cNvPr>
            <p:cNvSpPr/>
            <p:nvPr userDrawn="1"/>
          </p:nvSpPr>
          <p:spPr>
            <a:xfrm>
              <a:off x="10991688" y="4624409"/>
              <a:ext cx="546921" cy="525576"/>
            </a:xfrm>
            <a:prstGeom prst="rect">
              <a:avLst/>
            </a:prstGeom>
            <a:solidFill>
              <a:srgbClr val="C31E51"/>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bg1"/>
                  </a:solidFill>
                  <a:effectLst/>
                  <a:uLnTx/>
                  <a:uFillTx/>
                  <a:latin typeface="Calibri Light"/>
                  <a:ea typeface="+mn-ea"/>
                  <a:cs typeface="+mn-cs"/>
                </a:rPr>
                <a:t>100%</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C31E51</a:t>
              </a:r>
            </a:p>
          </p:txBody>
        </p:sp>
        <p:sp>
          <p:nvSpPr>
            <p:cNvPr id="34" name="Rechteck 33">
              <a:extLst>
                <a:ext uri="{FF2B5EF4-FFF2-40B4-BE49-F238E27FC236}">
                  <a16:creationId xmlns:a16="http://schemas.microsoft.com/office/drawing/2014/main" id="{E84B4B91-3072-1E1C-E89A-599C9F7CF782}"/>
                </a:ext>
              </a:extLst>
            </p:cNvPr>
            <p:cNvSpPr/>
            <p:nvPr userDrawn="1"/>
          </p:nvSpPr>
          <p:spPr>
            <a:xfrm>
              <a:off x="11067125" y="-586291"/>
              <a:ext cx="831488" cy="824652"/>
            </a:xfrm>
            <a:prstGeom prst="rect">
              <a:avLst/>
            </a:prstGeom>
            <a:solidFill>
              <a:srgbClr val="17428F">
                <a:lumMod val="50000"/>
              </a:srgbClr>
            </a:solidFill>
            <a:ln w="12700" cap="flat" cmpd="sng" algn="ctr">
              <a:noFill/>
              <a:prstDash val="solid"/>
              <a:miter lim="800000"/>
            </a:ln>
            <a:effectLst/>
          </p:spPr>
          <p:txBody>
            <a:bodyPr rtlCol="0" anchor="ctr"/>
            <a:lstStyle/>
            <a:p>
              <a:pPr algn="ctr">
                <a:defRPr/>
              </a:pPr>
              <a:r>
                <a:rPr lang="de-DE" sz="1200" kern="0">
                  <a:solidFill>
                    <a:prstClr val="white"/>
                  </a:solidFill>
                  <a:latin typeface="Calibri" panose="020F0502020204030204"/>
                </a:rPr>
                <a:t>150%</a:t>
              </a:r>
              <a:br>
                <a:rPr lang="de-DE" sz="1200" kern="0">
                  <a:solidFill>
                    <a:prstClr val="white"/>
                  </a:solidFill>
                  <a:latin typeface="Calibri" panose="020F0502020204030204"/>
                </a:rPr>
              </a:br>
              <a:r>
                <a:rPr lang="de-DE" sz="1200" kern="0">
                  <a:solidFill>
                    <a:prstClr val="white"/>
                  </a:solidFill>
                  <a:latin typeface="Calibri" panose="020F0502020204030204"/>
                </a:rPr>
                <a:t>#0C2147</a:t>
              </a:r>
            </a:p>
          </p:txBody>
        </p:sp>
        <p:sp>
          <p:nvSpPr>
            <p:cNvPr id="35" name="Rechteck 34">
              <a:extLst>
                <a:ext uri="{FF2B5EF4-FFF2-40B4-BE49-F238E27FC236}">
                  <a16:creationId xmlns:a16="http://schemas.microsoft.com/office/drawing/2014/main" id="{D312A326-CBFD-B772-B04F-DFE10702CBC8}"/>
                </a:ext>
              </a:extLst>
            </p:cNvPr>
            <p:cNvSpPr/>
            <p:nvPr userDrawn="1"/>
          </p:nvSpPr>
          <p:spPr>
            <a:xfrm>
              <a:off x="11056829" y="284140"/>
              <a:ext cx="825731" cy="822525"/>
            </a:xfrm>
            <a:prstGeom prst="rect">
              <a:avLst/>
            </a:prstGeom>
            <a:solidFill>
              <a:schemeClr val="accent1">
                <a:lumMod val="20000"/>
                <a:lumOff val="80000"/>
              </a:schemeClr>
            </a:solidFill>
            <a:ln w="12700" cap="flat" cmpd="sng" algn="ctr">
              <a:noFill/>
              <a:prstDash val="solid"/>
              <a:miter lim="800000"/>
            </a:ln>
            <a:effectLst/>
          </p:spPr>
          <p:txBody>
            <a:bodyPr rtlCol="0" anchor="ctr"/>
            <a:lstStyle/>
            <a:p>
              <a:pPr algn="ctr">
                <a:defRPr/>
              </a:pPr>
              <a:r>
                <a:rPr lang="de-DE" sz="1467" kern="0">
                  <a:solidFill>
                    <a:prstClr val="white"/>
                  </a:solidFill>
                  <a:latin typeface="Calibri" panose="020F0502020204030204"/>
                </a:rPr>
                <a:t>20%</a:t>
              </a:r>
            </a:p>
          </p:txBody>
        </p:sp>
        <p:sp>
          <p:nvSpPr>
            <p:cNvPr id="36" name="Rechteck 35">
              <a:extLst>
                <a:ext uri="{FF2B5EF4-FFF2-40B4-BE49-F238E27FC236}">
                  <a16:creationId xmlns:a16="http://schemas.microsoft.com/office/drawing/2014/main" id="{917BD83C-EDB4-2F1E-1215-924DBDDECF3D}"/>
                </a:ext>
              </a:extLst>
            </p:cNvPr>
            <p:cNvSpPr/>
            <p:nvPr userDrawn="1"/>
          </p:nvSpPr>
          <p:spPr>
            <a:xfrm>
              <a:off x="11049574" y="2057271"/>
              <a:ext cx="825731" cy="822525"/>
            </a:xfrm>
            <a:prstGeom prst="rect">
              <a:avLst/>
            </a:prstGeom>
            <a:solidFill>
              <a:schemeClr val="accent2">
                <a:lumMod val="60000"/>
                <a:lumOff val="40000"/>
              </a:schemeClr>
            </a:solidFill>
            <a:ln w="12700" cap="flat" cmpd="sng" algn="ctr">
              <a:noFill/>
              <a:prstDash val="solid"/>
              <a:miter lim="800000"/>
            </a:ln>
            <a:effectLst/>
          </p:spPr>
          <p:txBody>
            <a:bodyPr rtlCol="0" anchor="ctr"/>
            <a:lstStyle/>
            <a:p>
              <a:pPr algn="ctr">
                <a:defRPr/>
              </a:pPr>
              <a:r>
                <a:rPr lang="de-DE" sz="1467" kern="0">
                  <a:solidFill>
                    <a:schemeClr val="bg1"/>
                  </a:solidFill>
                  <a:latin typeface="Calibri" panose="020F0502020204030204"/>
                </a:rPr>
                <a:t>40%</a:t>
              </a:r>
              <a:br>
                <a:rPr lang="de-DE" sz="1467" kern="0">
                  <a:solidFill>
                    <a:schemeClr val="bg1"/>
                  </a:solidFill>
                  <a:latin typeface="Calibri" panose="020F0502020204030204"/>
                </a:rPr>
              </a:br>
              <a:r>
                <a:rPr lang="de-DE" sz="1333" kern="0">
                  <a:solidFill>
                    <a:schemeClr val="bg1"/>
                  </a:solidFill>
                  <a:latin typeface="Calibri Light"/>
                </a:rPr>
                <a:t># F8C17</a:t>
              </a:r>
              <a:endParaRPr lang="de-DE" sz="1467" kern="0">
                <a:solidFill>
                  <a:schemeClr val="bg1"/>
                </a:solidFill>
                <a:latin typeface="Calibri" panose="020F0502020204030204"/>
              </a:endParaRPr>
            </a:p>
          </p:txBody>
        </p:sp>
        <p:sp>
          <p:nvSpPr>
            <p:cNvPr id="37" name="Rechteck 36">
              <a:extLst>
                <a:ext uri="{FF2B5EF4-FFF2-40B4-BE49-F238E27FC236}">
                  <a16:creationId xmlns:a16="http://schemas.microsoft.com/office/drawing/2014/main" id="{4E6B3466-2F7B-B9DB-1B81-49CC03B8B8C3}"/>
                </a:ext>
              </a:extLst>
            </p:cNvPr>
            <p:cNvSpPr/>
            <p:nvPr userDrawn="1"/>
          </p:nvSpPr>
          <p:spPr>
            <a:xfrm>
              <a:off x="10376055" y="4031155"/>
              <a:ext cx="546921" cy="540504"/>
            </a:xfrm>
            <a:prstGeom prst="rect">
              <a:avLst/>
            </a:prstGeom>
            <a:solidFill>
              <a:schemeClr val="bg2">
                <a:lumMod val="40000"/>
                <a:lumOff val="60000"/>
              </a:schemeClr>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schemeClr val="tx1"/>
                  </a:solidFill>
                  <a:effectLst/>
                  <a:uLnTx/>
                  <a:uFillTx/>
                  <a:latin typeface="Calibri Light"/>
                  <a:ea typeface="+mn-ea"/>
                  <a:cs typeface="+mn-cs"/>
                </a:rPr>
                <a:t>40 %</a:t>
              </a:r>
            </a:p>
          </p:txBody>
        </p:sp>
        <p:cxnSp>
          <p:nvCxnSpPr>
            <p:cNvPr id="38" name="Gerader Verbinder 37">
              <a:extLst>
                <a:ext uri="{FF2B5EF4-FFF2-40B4-BE49-F238E27FC236}">
                  <a16:creationId xmlns:a16="http://schemas.microsoft.com/office/drawing/2014/main" id="{77D85BA0-0AAB-DF40-B169-3B03580A3662}"/>
                </a:ext>
              </a:extLst>
            </p:cNvPr>
            <p:cNvCxnSpPr>
              <a:cxnSpLocks/>
              <a:endCxn id="37" idx="0"/>
            </p:cNvCxnSpPr>
            <p:nvPr userDrawn="1"/>
          </p:nvCxnSpPr>
          <p:spPr>
            <a:xfrm>
              <a:off x="10492653" y="3171725"/>
              <a:ext cx="156864" cy="859429"/>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39" name="Gerader Verbinder 38">
              <a:extLst>
                <a:ext uri="{FF2B5EF4-FFF2-40B4-BE49-F238E27FC236}">
                  <a16:creationId xmlns:a16="http://schemas.microsoft.com/office/drawing/2014/main" id="{2D57422C-0ED2-E4D3-8930-6BD969C1030B}"/>
                </a:ext>
              </a:extLst>
            </p:cNvPr>
            <p:cNvCxnSpPr>
              <a:endCxn id="36" idx="1"/>
            </p:cNvCxnSpPr>
            <p:nvPr userDrawn="1"/>
          </p:nvCxnSpPr>
          <p:spPr>
            <a:xfrm>
              <a:off x="10771206" y="1772125"/>
              <a:ext cx="278369" cy="696409"/>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0" name="Gerader Verbinder 39">
              <a:extLst>
                <a:ext uri="{FF2B5EF4-FFF2-40B4-BE49-F238E27FC236}">
                  <a16:creationId xmlns:a16="http://schemas.microsoft.com/office/drawing/2014/main" id="{6BF27AE9-C50A-31FE-3E07-D352F8C001DE}"/>
                </a:ext>
              </a:extLst>
            </p:cNvPr>
            <p:cNvCxnSpPr>
              <a:endCxn id="35" idx="1"/>
            </p:cNvCxnSpPr>
            <p:nvPr userDrawn="1"/>
          </p:nvCxnSpPr>
          <p:spPr>
            <a:xfrm>
              <a:off x="10771205" y="658033"/>
              <a:ext cx="285624" cy="37371"/>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1" name="Gerader Verbinder 40">
              <a:extLst>
                <a:ext uri="{FF2B5EF4-FFF2-40B4-BE49-F238E27FC236}">
                  <a16:creationId xmlns:a16="http://schemas.microsoft.com/office/drawing/2014/main" id="{5BAB1F73-0EF6-6370-5C61-588259D401FF}"/>
                </a:ext>
              </a:extLst>
            </p:cNvPr>
            <p:cNvCxnSpPr>
              <a:endCxn id="34" idx="1"/>
            </p:cNvCxnSpPr>
            <p:nvPr userDrawn="1"/>
          </p:nvCxnSpPr>
          <p:spPr>
            <a:xfrm flipV="1">
              <a:off x="10781943" y="-173965"/>
              <a:ext cx="285183" cy="375331"/>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42" name="Rechteck 41">
              <a:extLst>
                <a:ext uri="{FF2B5EF4-FFF2-40B4-BE49-F238E27FC236}">
                  <a16:creationId xmlns:a16="http://schemas.microsoft.com/office/drawing/2014/main" id="{C1FA8B29-6270-BD4D-2197-F6D20340998A}"/>
                </a:ext>
              </a:extLst>
            </p:cNvPr>
            <p:cNvSpPr/>
            <p:nvPr userDrawn="1"/>
          </p:nvSpPr>
          <p:spPr>
            <a:xfrm>
              <a:off x="10388265" y="4621953"/>
              <a:ext cx="542084" cy="528032"/>
            </a:xfrm>
            <a:prstGeom prst="rect">
              <a:avLst/>
            </a:prstGeom>
            <a:solidFill>
              <a:srgbClr val="1B798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de-DE" sz="800"/>
                <a:t>100%</a:t>
              </a:r>
              <a:br>
                <a:rPr lang="de-DE" sz="800"/>
              </a:br>
              <a:r>
                <a:rPr lang="de-DE" sz="800"/>
                <a:t># 1B798F</a:t>
              </a:r>
            </a:p>
          </p:txBody>
        </p:sp>
        <p:sp>
          <p:nvSpPr>
            <p:cNvPr id="43" name="Rechteck 42">
              <a:extLst>
                <a:ext uri="{FF2B5EF4-FFF2-40B4-BE49-F238E27FC236}">
                  <a16:creationId xmlns:a16="http://schemas.microsoft.com/office/drawing/2014/main" id="{F9802105-AC5A-5D66-015C-48E7D8EE93E8}"/>
                </a:ext>
              </a:extLst>
            </p:cNvPr>
            <p:cNvSpPr/>
            <p:nvPr userDrawn="1"/>
          </p:nvSpPr>
          <p:spPr>
            <a:xfrm>
              <a:off x="10109850" y="5212757"/>
              <a:ext cx="522306" cy="518012"/>
            </a:xfrm>
            <a:prstGeom prst="rect">
              <a:avLst/>
            </a:prstGeom>
            <a:solidFill>
              <a:srgbClr val="D5301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800"/>
                <a:t>100%</a:t>
              </a:r>
              <a:br>
                <a:rPr lang="de-DE" sz="800"/>
              </a:br>
              <a:r>
                <a:rPr lang="de-DE" sz="800"/>
                <a:t># D53015</a:t>
              </a:r>
            </a:p>
          </p:txBody>
        </p:sp>
        <p:sp>
          <p:nvSpPr>
            <p:cNvPr id="44" name="Rechteck 43">
              <a:extLst>
                <a:ext uri="{FF2B5EF4-FFF2-40B4-BE49-F238E27FC236}">
                  <a16:creationId xmlns:a16="http://schemas.microsoft.com/office/drawing/2014/main" id="{95DD330E-6E83-B0B6-0771-F0B8DC346443}"/>
                </a:ext>
              </a:extLst>
            </p:cNvPr>
            <p:cNvSpPr/>
            <p:nvPr userDrawn="1"/>
          </p:nvSpPr>
          <p:spPr>
            <a:xfrm>
              <a:off x="10711072" y="5212757"/>
              <a:ext cx="522306" cy="518013"/>
            </a:xfrm>
            <a:prstGeom prst="rect">
              <a:avLst/>
            </a:prstGeom>
            <a:solidFill>
              <a:schemeClr val="accent6">
                <a:lumMod val="50000"/>
              </a:schemeClr>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schemeClr val="tx1"/>
                  </a:solidFill>
                  <a:effectLst/>
                  <a:uLnTx/>
                  <a:uFillTx/>
                  <a:latin typeface="Calibri Light"/>
                  <a:ea typeface="+mn-ea"/>
                  <a:cs typeface="+mn-cs"/>
                </a:rPr>
                <a:t>150 %</a:t>
              </a:r>
            </a:p>
          </p:txBody>
        </p:sp>
      </p:grpSp>
      <p:cxnSp>
        <p:nvCxnSpPr>
          <p:cNvPr id="8" name="Gerade Verbindung 69">
            <a:extLst>
              <a:ext uri="{FF2B5EF4-FFF2-40B4-BE49-F238E27FC236}">
                <a16:creationId xmlns:a16="http://schemas.microsoft.com/office/drawing/2014/main" id="{25AE5393-269D-1A92-F331-EBB38529AE3C}"/>
              </a:ext>
            </a:extLst>
          </p:cNvPr>
          <p:cNvCxnSpPr>
            <a:cxnSpLocks/>
          </p:cNvCxnSpPr>
          <p:nvPr userDrawn="1"/>
        </p:nvCxnSpPr>
        <p:spPr bwMode="auto">
          <a:xfrm flipH="1">
            <a:off x="3515713"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Gerade Verbindung 69">
            <a:extLst>
              <a:ext uri="{FF2B5EF4-FFF2-40B4-BE49-F238E27FC236}">
                <a16:creationId xmlns:a16="http://schemas.microsoft.com/office/drawing/2014/main" id="{A466A842-9E99-96B1-B9BF-E9B4CF59D64D}"/>
              </a:ext>
            </a:extLst>
          </p:cNvPr>
          <p:cNvCxnSpPr>
            <a:cxnSpLocks/>
          </p:cNvCxnSpPr>
          <p:nvPr userDrawn="1"/>
        </p:nvCxnSpPr>
        <p:spPr bwMode="auto">
          <a:xfrm flipH="1">
            <a:off x="11795942"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Gerader Verbinder 9">
            <a:extLst>
              <a:ext uri="{FF2B5EF4-FFF2-40B4-BE49-F238E27FC236}">
                <a16:creationId xmlns:a16="http://schemas.microsoft.com/office/drawing/2014/main" id="{C87E7429-8FFE-C752-4C55-DAF0C3584BF0}"/>
              </a:ext>
            </a:extLst>
          </p:cNvPr>
          <p:cNvCxnSpPr/>
          <p:nvPr userDrawn="1"/>
        </p:nvCxnSpPr>
        <p:spPr bwMode="gray">
          <a:xfrm flipH="1">
            <a:off x="-395760" y="6617503"/>
            <a:ext cx="341689" cy="0"/>
          </a:xfrm>
          <a:prstGeom prst="line">
            <a:avLst/>
          </a:prstGeom>
          <a:noFill/>
          <a:ln w="6350" cap="flat" cmpd="sng" algn="ctr">
            <a:solidFill>
              <a:srgbClr val="809399"/>
            </a:solidFill>
            <a:prstDash val="solid"/>
            <a:miter lim="800000"/>
          </a:ln>
          <a:effectLst/>
        </p:spPr>
      </p:cxnSp>
      <p:cxnSp>
        <p:nvCxnSpPr>
          <p:cNvPr id="11" name="Gerader Verbinder 10">
            <a:extLst>
              <a:ext uri="{FF2B5EF4-FFF2-40B4-BE49-F238E27FC236}">
                <a16:creationId xmlns:a16="http://schemas.microsoft.com/office/drawing/2014/main" id="{0E622632-5029-902D-E2DC-7CB2FD2D1F8D}"/>
              </a:ext>
            </a:extLst>
          </p:cNvPr>
          <p:cNvCxnSpPr/>
          <p:nvPr userDrawn="1"/>
        </p:nvCxnSpPr>
        <p:spPr bwMode="gray">
          <a:xfrm flipH="1">
            <a:off x="12233740" y="6617503"/>
            <a:ext cx="341689" cy="0"/>
          </a:xfrm>
          <a:prstGeom prst="line">
            <a:avLst/>
          </a:prstGeom>
          <a:noFill/>
          <a:ln w="6350" cap="flat" cmpd="sng" algn="ctr">
            <a:solidFill>
              <a:srgbClr val="809399"/>
            </a:solidFill>
            <a:prstDash val="solid"/>
            <a:miter lim="800000"/>
          </a:ln>
          <a:effectLst/>
        </p:spPr>
      </p:cxnSp>
      <p:cxnSp>
        <p:nvCxnSpPr>
          <p:cNvPr id="18" name="Gerade Verbindung 69">
            <a:extLst>
              <a:ext uri="{FF2B5EF4-FFF2-40B4-BE49-F238E27FC236}">
                <a16:creationId xmlns:a16="http://schemas.microsoft.com/office/drawing/2014/main" id="{B5BE8542-1A55-974B-C7FC-75B51974F963}"/>
              </a:ext>
            </a:extLst>
          </p:cNvPr>
          <p:cNvCxnSpPr>
            <a:cxnSpLocks/>
          </p:cNvCxnSpPr>
          <p:nvPr userDrawn="1"/>
        </p:nvCxnSpPr>
        <p:spPr bwMode="auto">
          <a:xfrm flipH="1">
            <a:off x="393630"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 name="Datumsplatzhalter 3">
            <a:extLst>
              <a:ext uri="{FF2B5EF4-FFF2-40B4-BE49-F238E27FC236}">
                <a16:creationId xmlns:a16="http://schemas.microsoft.com/office/drawing/2014/main" id="{AE5281E7-0239-4128-AFF5-FBF46FE50951}"/>
              </a:ext>
            </a:extLst>
          </p:cNvPr>
          <p:cNvSpPr>
            <a:spLocks noGrp="1"/>
          </p:cNvSpPr>
          <p:nvPr>
            <p:ph type="dt" sz="half" idx="2"/>
          </p:nvPr>
        </p:nvSpPr>
        <p:spPr>
          <a:xfrm>
            <a:off x="393630" y="-9762"/>
            <a:ext cx="2743200" cy="235057"/>
          </a:xfrm>
          <a:prstGeom prst="rect">
            <a:avLst/>
          </a:prstGeom>
        </p:spPr>
        <p:txBody>
          <a:bodyPr lIns="0" tIns="0" rIns="0" bIns="0" anchor="ctr"/>
          <a:lstStyle>
            <a:lvl1pPr algn="l">
              <a:defRPr lang="de-DE" sz="933" smtClean="0">
                <a:solidFill>
                  <a:schemeClr val="tx2"/>
                </a:solidFill>
              </a:defRPr>
            </a:lvl1pPr>
          </a:lstStyle>
          <a:p>
            <a:fld id="{D55FFB11-F891-4852-AFA9-8D7391824F51}" type="datetime1">
              <a:rPr lang="de-DE" smtClean="0"/>
              <a:t>18.08.2026</a:t>
            </a:fld>
            <a:endParaRPr lang="de-DE"/>
          </a:p>
        </p:txBody>
      </p:sp>
    </p:spTree>
    <p:extLst>
      <p:ext uri="{BB962C8B-B14F-4D97-AF65-F5344CB8AC3E}">
        <p14:creationId xmlns:p14="http://schemas.microsoft.com/office/powerpoint/2010/main" val="2762159042"/>
      </p:ext>
    </p:extLst>
  </p:cSld>
  <p:clrMap bg1="lt1" tx1="dk1" bg2="lt2" tx2="dk2" accent1="accent1" accent2="accent2" accent3="accent3" accent4="accent4" accent5="accent5" accent6="accent6" hlink="hlink" folHlink="folHlink"/>
  <p:sldLayoutIdLst>
    <p:sldLayoutId id="2147483938" r:id="rId1"/>
    <p:sldLayoutId id="2147483939" r:id="rId2"/>
    <p:sldLayoutId id="2147483940" r:id="rId3"/>
    <p:sldLayoutId id="2147483941" r:id="rId4"/>
    <p:sldLayoutId id="2147483942" r:id="rId5"/>
    <p:sldLayoutId id="2147483943" r:id="rId6"/>
  </p:sldLayoutIdLst>
  <p:hf hdr="0"/>
  <p:txStyles>
    <p:titleStyle>
      <a:lvl1pPr algn="l" defTabSz="914377"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594" indent="-180000" algn="l" defTabSz="914377" rtl="0" eaLnBrk="1" latinLnBrk="0" hangingPunct="1">
        <a:lnSpc>
          <a:spcPct val="90000"/>
        </a:lnSpc>
        <a:spcBef>
          <a:spcPts val="1000"/>
        </a:spcBef>
        <a:buFont typeface="Arial" panose="020B0604020202020204" pitchFamily="34" charset="0"/>
        <a:buChar char="•"/>
        <a:defRPr sz="1600" kern="1200">
          <a:solidFill>
            <a:schemeClr val="tx2"/>
          </a:solidFill>
          <a:latin typeface="+mn-lt"/>
          <a:ea typeface="+mn-ea"/>
          <a:cs typeface="+mn-cs"/>
        </a:defRPr>
      </a:lvl1pPr>
      <a:lvl2pPr marL="432000" indent="-180000" algn="l" defTabSz="914377"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mn-cs"/>
        </a:defRPr>
      </a:lvl2pPr>
      <a:lvl3pPr marL="648000" indent="-180000" algn="l" defTabSz="914377"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mn-cs"/>
        </a:defRPr>
      </a:lvl3pPr>
      <a:lvl4pPr marL="828000" indent="-180000" algn="l" defTabSz="914377" rtl="0" eaLnBrk="1" latinLnBrk="0" hangingPunct="1">
        <a:lnSpc>
          <a:spcPct val="90000"/>
        </a:lnSpc>
        <a:spcBef>
          <a:spcPts val="500"/>
        </a:spcBef>
        <a:buFont typeface="Arial" panose="020B0604020202020204" pitchFamily="34" charset="0"/>
        <a:buChar char="•"/>
        <a:defRPr sz="1200" kern="1200">
          <a:solidFill>
            <a:schemeClr val="tx2"/>
          </a:solidFill>
          <a:latin typeface="+mn-lt"/>
          <a:ea typeface="+mn-ea"/>
          <a:cs typeface="+mn-cs"/>
        </a:defRPr>
      </a:lvl4pPr>
      <a:lvl5pPr marL="1008000" indent="-180000" algn="l" defTabSz="914377" rtl="0" eaLnBrk="1" latinLnBrk="0" hangingPunct="1">
        <a:lnSpc>
          <a:spcPct val="90000"/>
        </a:lnSpc>
        <a:spcBef>
          <a:spcPts val="500"/>
        </a:spcBef>
        <a:buFont typeface="Arial" panose="020B0604020202020204" pitchFamily="34" charset="0"/>
        <a:buChar char="•"/>
        <a:defRPr sz="1200" kern="1200">
          <a:solidFill>
            <a:schemeClr val="tx2"/>
          </a:solidFill>
          <a:latin typeface="+mn-lt"/>
          <a:ea typeface="+mn-ea"/>
          <a:cs typeface="+mn-cs"/>
        </a:defRPr>
      </a:lvl5pPr>
      <a:lvl6pPr marL="1188000" indent="-180000" algn="l" defTabSz="914377"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6pPr>
      <a:lvl7pPr marL="1332000" indent="-180000" algn="l" defTabSz="914377" rtl="0" eaLnBrk="1" latinLnBrk="0" hangingPunct="1">
        <a:lnSpc>
          <a:spcPct val="90000"/>
        </a:lnSpc>
        <a:spcBef>
          <a:spcPts val="500"/>
        </a:spcBef>
        <a:buFont typeface="Arial" panose="020B0604020202020204" pitchFamily="34" charset="0"/>
        <a:buChar char="•"/>
        <a:defRPr sz="1050" kern="1200">
          <a:solidFill>
            <a:schemeClr val="tx2"/>
          </a:solidFill>
          <a:latin typeface="+mn-lt"/>
          <a:ea typeface="+mn-ea"/>
          <a:cs typeface="+mn-cs"/>
        </a:defRPr>
      </a:lvl7pPr>
      <a:lvl8pPr marL="1476000" indent="-180000" algn="l" defTabSz="914377" rtl="0" eaLnBrk="1" latinLnBrk="0" hangingPunct="1">
        <a:lnSpc>
          <a:spcPct val="90000"/>
        </a:lnSpc>
        <a:spcBef>
          <a:spcPts val="500"/>
        </a:spcBef>
        <a:buFont typeface="Arial" panose="020B0604020202020204" pitchFamily="34" charset="0"/>
        <a:buChar char="•"/>
        <a:defRPr sz="900" kern="1200">
          <a:solidFill>
            <a:schemeClr val="tx2"/>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cxnSp>
        <p:nvCxnSpPr>
          <p:cNvPr id="64" name="Gerade Verbindung 18">
            <a:extLst>
              <a:ext uri="{FF2B5EF4-FFF2-40B4-BE49-F238E27FC236}">
                <a16:creationId xmlns:a16="http://schemas.microsoft.com/office/drawing/2014/main" id="{B4DE5404-5C9F-FDA6-080C-0BB3547D327E}"/>
              </a:ext>
            </a:extLst>
          </p:cNvPr>
          <p:cNvCxnSpPr>
            <a:cxnSpLocks/>
          </p:cNvCxnSpPr>
          <p:nvPr userDrawn="1"/>
        </p:nvCxnSpPr>
        <p:spPr bwMode="auto">
          <a:xfrm flipH="1">
            <a:off x="-356006" y="346902"/>
            <a:ext cx="288000"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Gerade Verbindung 36">
            <a:extLst>
              <a:ext uri="{FF2B5EF4-FFF2-40B4-BE49-F238E27FC236}">
                <a16:creationId xmlns:a16="http://schemas.microsoft.com/office/drawing/2014/main" id="{B014601D-E956-1B4B-1A14-C215779D077E}"/>
              </a:ext>
            </a:extLst>
          </p:cNvPr>
          <p:cNvCxnSpPr>
            <a:cxnSpLocks/>
          </p:cNvCxnSpPr>
          <p:nvPr userDrawn="1"/>
        </p:nvCxnSpPr>
        <p:spPr bwMode="auto">
          <a:xfrm flipH="1">
            <a:off x="38311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Gerade Verbindung 63">
            <a:extLst>
              <a:ext uri="{FF2B5EF4-FFF2-40B4-BE49-F238E27FC236}">
                <a16:creationId xmlns:a16="http://schemas.microsoft.com/office/drawing/2014/main" id="{04CF4B50-AC29-AE69-30A1-6063690A3C24}"/>
              </a:ext>
            </a:extLst>
          </p:cNvPr>
          <p:cNvCxnSpPr>
            <a:cxnSpLocks/>
          </p:cNvCxnSpPr>
          <p:nvPr userDrawn="1"/>
        </p:nvCxnSpPr>
        <p:spPr bwMode="auto">
          <a:xfrm flipH="1">
            <a:off x="-395760" y="6537339"/>
            <a:ext cx="341689"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Gerade Verbindung 69">
            <a:extLst>
              <a:ext uri="{FF2B5EF4-FFF2-40B4-BE49-F238E27FC236}">
                <a16:creationId xmlns:a16="http://schemas.microsoft.com/office/drawing/2014/main" id="{D34C9840-EBCB-B01D-DFD5-F8F6844A9E92}"/>
              </a:ext>
            </a:extLst>
          </p:cNvPr>
          <p:cNvCxnSpPr>
            <a:cxnSpLocks/>
          </p:cNvCxnSpPr>
          <p:nvPr userDrawn="1"/>
        </p:nvCxnSpPr>
        <p:spPr bwMode="auto">
          <a:xfrm flipH="1">
            <a:off x="11299388" y="-324672"/>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Gerade Verbindung 70">
            <a:extLst>
              <a:ext uri="{FF2B5EF4-FFF2-40B4-BE49-F238E27FC236}">
                <a16:creationId xmlns:a16="http://schemas.microsoft.com/office/drawing/2014/main" id="{B93BC62A-B563-DFBE-7E44-F89642DBDDEF}"/>
              </a:ext>
            </a:extLst>
          </p:cNvPr>
          <p:cNvCxnSpPr>
            <a:cxnSpLocks/>
          </p:cNvCxnSpPr>
          <p:nvPr userDrawn="1"/>
        </p:nvCxnSpPr>
        <p:spPr bwMode="auto">
          <a:xfrm flipH="1">
            <a:off x="11817779" y="-321700"/>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Gerade Verbindung 77">
            <a:extLst>
              <a:ext uri="{FF2B5EF4-FFF2-40B4-BE49-F238E27FC236}">
                <a16:creationId xmlns:a16="http://schemas.microsoft.com/office/drawing/2014/main" id="{841404D7-2B61-6E09-FF0D-806518BEFC4A}"/>
              </a:ext>
            </a:extLst>
          </p:cNvPr>
          <p:cNvCxnSpPr>
            <a:cxnSpLocks/>
          </p:cNvCxnSpPr>
          <p:nvPr userDrawn="1"/>
        </p:nvCxnSpPr>
        <p:spPr bwMode="auto">
          <a:xfrm flipH="1">
            <a:off x="633602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3" name="Gerade Verbindung 78">
            <a:extLst>
              <a:ext uri="{FF2B5EF4-FFF2-40B4-BE49-F238E27FC236}">
                <a16:creationId xmlns:a16="http://schemas.microsoft.com/office/drawing/2014/main" id="{6A6BEBCD-F779-4D95-9C49-076D5588D868}"/>
              </a:ext>
            </a:extLst>
          </p:cNvPr>
          <p:cNvCxnSpPr>
            <a:cxnSpLocks/>
          </p:cNvCxnSpPr>
          <p:nvPr userDrawn="1"/>
        </p:nvCxnSpPr>
        <p:spPr bwMode="auto">
          <a:xfrm flipH="1">
            <a:off x="585681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Gerade Verbindung 66">
            <a:extLst>
              <a:ext uri="{FF2B5EF4-FFF2-40B4-BE49-F238E27FC236}">
                <a16:creationId xmlns:a16="http://schemas.microsoft.com/office/drawing/2014/main" id="{6BF0E44B-A694-8368-DCF2-69C877D621E3}"/>
              </a:ext>
            </a:extLst>
          </p:cNvPr>
          <p:cNvCxnSpPr>
            <a:cxnSpLocks/>
          </p:cNvCxnSpPr>
          <p:nvPr userDrawn="1"/>
        </p:nvCxnSpPr>
        <p:spPr bwMode="auto">
          <a:xfrm flipH="1">
            <a:off x="12231567" y="346902"/>
            <a:ext cx="276524"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Gerade Verbindung 66">
            <a:extLst>
              <a:ext uri="{FF2B5EF4-FFF2-40B4-BE49-F238E27FC236}">
                <a16:creationId xmlns:a16="http://schemas.microsoft.com/office/drawing/2014/main" id="{8040975D-2754-ECB8-01D4-AD29C3F37348}"/>
              </a:ext>
            </a:extLst>
          </p:cNvPr>
          <p:cNvCxnSpPr>
            <a:cxnSpLocks/>
          </p:cNvCxnSpPr>
          <p:nvPr userDrawn="1"/>
        </p:nvCxnSpPr>
        <p:spPr bwMode="auto">
          <a:xfrm flipH="1">
            <a:off x="12221432" y="6540638"/>
            <a:ext cx="276524"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1" name="Titelplatzhalter 56">
            <a:extLst>
              <a:ext uri="{FF2B5EF4-FFF2-40B4-BE49-F238E27FC236}">
                <a16:creationId xmlns:a16="http://schemas.microsoft.com/office/drawing/2014/main" id="{308CFBDF-4E8B-12EE-13A8-9BA4F44D483B}"/>
              </a:ext>
            </a:extLst>
          </p:cNvPr>
          <p:cNvSpPr>
            <a:spLocks noGrp="1"/>
          </p:cNvSpPr>
          <p:nvPr>
            <p:ph type="title"/>
          </p:nvPr>
        </p:nvSpPr>
        <p:spPr>
          <a:xfrm>
            <a:off x="383118" y="297875"/>
            <a:ext cx="11434662" cy="872817"/>
          </a:xfrm>
          <a:prstGeom prst="rect">
            <a:avLst/>
          </a:prstGeom>
        </p:spPr>
        <p:txBody>
          <a:bodyPr vert="horz" lIns="0" tIns="0" rIns="0" bIns="0" rtlCol="0" anchor="t" anchorCtr="0">
            <a:noAutofit/>
          </a:bodyPr>
          <a:lstStyle/>
          <a:p>
            <a:r>
              <a:rPr lang="de-DE"/>
              <a:t>Mastertitelformat bearbeiten</a:t>
            </a:r>
            <a:br>
              <a:rPr lang="de-DE"/>
            </a:br>
            <a:r>
              <a:rPr lang="de-DE"/>
              <a:t>Zweizeilig möglich</a:t>
            </a:r>
          </a:p>
        </p:txBody>
      </p:sp>
      <p:cxnSp>
        <p:nvCxnSpPr>
          <p:cNvPr id="99" name="Gerader Verbinder 98">
            <a:extLst>
              <a:ext uri="{FF2B5EF4-FFF2-40B4-BE49-F238E27FC236}">
                <a16:creationId xmlns:a16="http://schemas.microsoft.com/office/drawing/2014/main" id="{10ED544F-FCC4-13CF-39C2-9FD8DA743C6F}"/>
              </a:ext>
            </a:extLst>
          </p:cNvPr>
          <p:cNvCxnSpPr>
            <a:cxnSpLocks/>
          </p:cNvCxnSpPr>
          <p:nvPr userDrawn="1"/>
        </p:nvCxnSpPr>
        <p:spPr bwMode="gray">
          <a:xfrm flipH="1">
            <a:off x="-409695" y="1449046"/>
            <a:ext cx="341689" cy="0"/>
          </a:xfrm>
          <a:prstGeom prst="line">
            <a:avLst/>
          </a:prstGeom>
          <a:noFill/>
          <a:ln w="6350" cap="flat" cmpd="sng" algn="ctr">
            <a:solidFill>
              <a:schemeClr val="accent1"/>
            </a:solidFill>
            <a:prstDash val="solid"/>
            <a:miter lim="800000"/>
          </a:ln>
          <a:effectLst/>
        </p:spPr>
      </p:cxnSp>
      <p:cxnSp>
        <p:nvCxnSpPr>
          <p:cNvPr id="100" name="Gerader Verbinder 99">
            <a:extLst>
              <a:ext uri="{FF2B5EF4-FFF2-40B4-BE49-F238E27FC236}">
                <a16:creationId xmlns:a16="http://schemas.microsoft.com/office/drawing/2014/main" id="{732EED72-5947-C9DE-069C-7FBF3B7B632C}"/>
              </a:ext>
            </a:extLst>
          </p:cNvPr>
          <p:cNvCxnSpPr>
            <a:cxnSpLocks/>
          </p:cNvCxnSpPr>
          <p:nvPr userDrawn="1"/>
        </p:nvCxnSpPr>
        <p:spPr bwMode="gray">
          <a:xfrm flipH="1">
            <a:off x="-409695" y="1170692"/>
            <a:ext cx="341689" cy="0"/>
          </a:xfrm>
          <a:prstGeom prst="line">
            <a:avLst/>
          </a:prstGeom>
          <a:noFill/>
          <a:ln w="6350" cap="flat" cmpd="sng" algn="ctr">
            <a:solidFill>
              <a:srgbClr val="809399"/>
            </a:solidFill>
            <a:prstDash val="solid"/>
            <a:miter lim="800000"/>
          </a:ln>
          <a:effectLst/>
        </p:spPr>
      </p:cxnSp>
      <p:cxnSp>
        <p:nvCxnSpPr>
          <p:cNvPr id="107" name="Gerader Verbinder 106">
            <a:extLst>
              <a:ext uri="{FF2B5EF4-FFF2-40B4-BE49-F238E27FC236}">
                <a16:creationId xmlns:a16="http://schemas.microsoft.com/office/drawing/2014/main" id="{A6BF3E53-EFF6-6F69-EC75-E499530301C2}"/>
              </a:ext>
            </a:extLst>
          </p:cNvPr>
          <p:cNvCxnSpPr>
            <a:cxnSpLocks/>
          </p:cNvCxnSpPr>
          <p:nvPr userDrawn="1"/>
        </p:nvCxnSpPr>
        <p:spPr bwMode="gray">
          <a:xfrm flipH="1">
            <a:off x="12250627" y="1449046"/>
            <a:ext cx="341689" cy="0"/>
          </a:xfrm>
          <a:prstGeom prst="line">
            <a:avLst/>
          </a:prstGeom>
          <a:noFill/>
          <a:ln w="6350" cap="flat" cmpd="sng" algn="ctr">
            <a:solidFill>
              <a:schemeClr val="accent1"/>
            </a:solidFill>
            <a:prstDash val="solid"/>
            <a:miter lim="800000"/>
          </a:ln>
          <a:effectLst/>
        </p:spPr>
      </p:cxnSp>
      <p:cxnSp>
        <p:nvCxnSpPr>
          <p:cNvPr id="108" name="Gerader Verbinder 107">
            <a:extLst>
              <a:ext uri="{FF2B5EF4-FFF2-40B4-BE49-F238E27FC236}">
                <a16:creationId xmlns:a16="http://schemas.microsoft.com/office/drawing/2014/main" id="{34B482F6-F703-B2D6-0D59-341F97090FA3}"/>
              </a:ext>
            </a:extLst>
          </p:cNvPr>
          <p:cNvCxnSpPr>
            <a:cxnSpLocks/>
          </p:cNvCxnSpPr>
          <p:nvPr userDrawn="1"/>
        </p:nvCxnSpPr>
        <p:spPr bwMode="gray">
          <a:xfrm flipH="1">
            <a:off x="12250627" y="1170692"/>
            <a:ext cx="341689" cy="0"/>
          </a:xfrm>
          <a:prstGeom prst="line">
            <a:avLst/>
          </a:prstGeom>
          <a:noFill/>
          <a:ln w="6350" cap="flat" cmpd="sng" algn="ctr">
            <a:solidFill>
              <a:srgbClr val="809399"/>
            </a:solidFill>
            <a:prstDash val="solid"/>
            <a:miter lim="800000"/>
          </a:ln>
          <a:effectLst/>
        </p:spPr>
      </p:cxnSp>
      <p:sp>
        <p:nvSpPr>
          <p:cNvPr id="136" name="Datumsplatzhalter 2">
            <a:extLst>
              <a:ext uri="{FF2B5EF4-FFF2-40B4-BE49-F238E27FC236}">
                <a16:creationId xmlns:a16="http://schemas.microsoft.com/office/drawing/2014/main" id="{C6E358BB-44DD-9213-E2BB-51791C8E7362}"/>
              </a:ext>
            </a:extLst>
          </p:cNvPr>
          <p:cNvSpPr>
            <a:spLocks noGrp="1"/>
          </p:cNvSpPr>
          <p:nvPr userDrawn="1">
            <p:ph type="dt" sz="half" idx="2"/>
          </p:nvPr>
        </p:nvSpPr>
        <p:spPr>
          <a:xfrm>
            <a:off x="383117" y="6634231"/>
            <a:ext cx="3132596" cy="235058"/>
          </a:xfrm>
          <a:prstGeom prst="rect">
            <a:avLst/>
          </a:prstGeom>
        </p:spPr>
        <p:txBody>
          <a:bodyPr lIns="0" tIns="0" rIns="0" bIns="0" anchor="ctr"/>
          <a:lstStyle>
            <a:lvl1pPr>
              <a:defRPr sz="933">
                <a:solidFill>
                  <a:schemeClr val="bg1"/>
                </a:solidFill>
              </a:defRPr>
            </a:lvl1pPr>
          </a:lstStyle>
          <a:p>
            <a:fld id="{BE791B7F-C5B0-4FC2-8539-F8349E5B48EB}" type="datetime1">
              <a:rPr lang="de-DE" smtClean="0"/>
              <a:t>18.08.2026</a:t>
            </a:fld>
            <a:endParaRPr lang="de-DE"/>
          </a:p>
        </p:txBody>
      </p:sp>
      <p:sp>
        <p:nvSpPr>
          <p:cNvPr id="137" name="Fußzeilenplatzhalter 3">
            <a:extLst>
              <a:ext uri="{FF2B5EF4-FFF2-40B4-BE49-F238E27FC236}">
                <a16:creationId xmlns:a16="http://schemas.microsoft.com/office/drawing/2014/main" id="{19D8A979-2AAE-BE3C-6478-B6BBA0919813}"/>
              </a:ext>
            </a:extLst>
          </p:cNvPr>
          <p:cNvSpPr>
            <a:spLocks noGrp="1"/>
          </p:cNvSpPr>
          <p:nvPr userDrawn="1">
            <p:ph type="ftr" sz="quarter" idx="3"/>
          </p:nvPr>
        </p:nvSpPr>
        <p:spPr>
          <a:xfrm>
            <a:off x="3515713" y="6634231"/>
            <a:ext cx="8302062" cy="235057"/>
          </a:xfrm>
          <a:prstGeom prst="rect">
            <a:avLst/>
          </a:prstGeom>
        </p:spPr>
        <p:txBody>
          <a:bodyPr lIns="0" tIns="0" rIns="0" bIns="0" anchor="ctr"/>
          <a:lstStyle>
            <a:lvl1pPr algn="r">
              <a:defRPr sz="933">
                <a:solidFill>
                  <a:schemeClr val="bg1"/>
                </a:solidFill>
              </a:defRPr>
            </a:lvl1pPr>
          </a:lstStyle>
          <a:p>
            <a:r>
              <a:rPr lang="de-DE"/>
              <a:t>AIRCO  |  mosaiic GmbH  |</a:t>
            </a:r>
          </a:p>
        </p:txBody>
      </p:sp>
      <p:sp>
        <p:nvSpPr>
          <p:cNvPr id="138" name="Foliennummernplatzhalter 4">
            <a:extLst>
              <a:ext uri="{FF2B5EF4-FFF2-40B4-BE49-F238E27FC236}">
                <a16:creationId xmlns:a16="http://schemas.microsoft.com/office/drawing/2014/main" id="{4CD7CB2A-7BBE-CBF0-3738-FB61E2825949}"/>
              </a:ext>
            </a:extLst>
          </p:cNvPr>
          <p:cNvSpPr>
            <a:spLocks noGrp="1"/>
          </p:cNvSpPr>
          <p:nvPr userDrawn="1">
            <p:ph type="sldNum" sz="quarter" idx="4"/>
          </p:nvPr>
        </p:nvSpPr>
        <p:spPr>
          <a:xfrm>
            <a:off x="11817775" y="6634229"/>
            <a:ext cx="374222" cy="235057"/>
          </a:xfrm>
          <a:prstGeom prst="rect">
            <a:avLst/>
          </a:prstGeom>
        </p:spPr>
        <p:txBody>
          <a:bodyPr lIns="54000" tIns="0" rIns="0" bIns="0" anchor="ctr"/>
          <a:lstStyle>
            <a:lvl1pPr algn="l">
              <a:defRPr sz="933">
                <a:solidFill>
                  <a:schemeClr val="bg1"/>
                </a:solidFill>
              </a:defRPr>
            </a:lvl1pPr>
          </a:lstStyle>
          <a:p>
            <a:fld id="{F4B5F3EB-31C7-4555-828E-971415072856}" type="slidenum">
              <a:rPr lang="de-DE" smtClean="0"/>
              <a:pPr/>
              <a:t>‹Nr.›</a:t>
            </a:fld>
            <a:endParaRPr lang="de-DE"/>
          </a:p>
        </p:txBody>
      </p:sp>
      <p:sp>
        <p:nvSpPr>
          <p:cNvPr id="139" name="Textplatzhalter 2">
            <a:extLst>
              <a:ext uri="{FF2B5EF4-FFF2-40B4-BE49-F238E27FC236}">
                <a16:creationId xmlns:a16="http://schemas.microsoft.com/office/drawing/2014/main" id="{1E556118-D79E-C646-5199-C93D50193DAA}"/>
              </a:ext>
            </a:extLst>
          </p:cNvPr>
          <p:cNvSpPr>
            <a:spLocks noGrp="1"/>
          </p:cNvSpPr>
          <p:nvPr>
            <p:ph type="body" idx="1"/>
          </p:nvPr>
        </p:nvSpPr>
        <p:spPr>
          <a:xfrm>
            <a:off x="383117" y="1449046"/>
            <a:ext cx="11434660" cy="5071415"/>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p:txBody>
      </p:sp>
      <p:cxnSp>
        <p:nvCxnSpPr>
          <p:cNvPr id="8" name="Gerade Verbindung 69">
            <a:extLst>
              <a:ext uri="{FF2B5EF4-FFF2-40B4-BE49-F238E27FC236}">
                <a16:creationId xmlns:a16="http://schemas.microsoft.com/office/drawing/2014/main" id="{25AE5393-269D-1A92-F331-EBB38529AE3C}"/>
              </a:ext>
            </a:extLst>
          </p:cNvPr>
          <p:cNvCxnSpPr>
            <a:cxnSpLocks/>
          </p:cNvCxnSpPr>
          <p:nvPr userDrawn="1"/>
        </p:nvCxnSpPr>
        <p:spPr bwMode="auto">
          <a:xfrm flipH="1">
            <a:off x="3515713"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Gerade Verbindung 69">
            <a:extLst>
              <a:ext uri="{FF2B5EF4-FFF2-40B4-BE49-F238E27FC236}">
                <a16:creationId xmlns:a16="http://schemas.microsoft.com/office/drawing/2014/main" id="{A466A842-9E99-96B1-B9BF-E9B4CF59D64D}"/>
              </a:ext>
            </a:extLst>
          </p:cNvPr>
          <p:cNvCxnSpPr>
            <a:cxnSpLocks/>
          </p:cNvCxnSpPr>
          <p:nvPr userDrawn="1"/>
        </p:nvCxnSpPr>
        <p:spPr bwMode="auto">
          <a:xfrm flipH="1">
            <a:off x="11795942"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Gerader Verbinder 9">
            <a:extLst>
              <a:ext uri="{FF2B5EF4-FFF2-40B4-BE49-F238E27FC236}">
                <a16:creationId xmlns:a16="http://schemas.microsoft.com/office/drawing/2014/main" id="{C87E7429-8FFE-C752-4C55-DAF0C3584BF0}"/>
              </a:ext>
            </a:extLst>
          </p:cNvPr>
          <p:cNvCxnSpPr/>
          <p:nvPr userDrawn="1"/>
        </p:nvCxnSpPr>
        <p:spPr bwMode="gray">
          <a:xfrm flipH="1">
            <a:off x="-395760" y="6617503"/>
            <a:ext cx="341689" cy="0"/>
          </a:xfrm>
          <a:prstGeom prst="line">
            <a:avLst/>
          </a:prstGeom>
          <a:noFill/>
          <a:ln w="6350" cap="flat" cmpd="sng" algn="ctr">
            <a:solidFill>
              <a:srgbClr val="809399"/>
            </a:solidFill>
            <a:prstDash val="solid"/>
            <a:miter lim="800000"/>
          </a:ln>
          <a:effectLst/>
        </p:spPr>
      </p:cxnSp>
      <p:cxnSp>
        <p:nvCxnSpPr>
          <p:cNvPr id="11" name="Gerader Verbinder 10">
            <a:extLst>
              <a:ext uri="{FF2B5EF4-FFF2-40B4-BE49-F238E27FC236}">
                <a16:creationId xmlns:a16="http://schemas.microsoft.com/office/drawing/2014/main" id="{0E622632-5029-902D-E2DC-7CB2FD2D1F8D}"/>
              </a:ext>
            </a:extLst>
          </p:cNvPr>
          <p:cNvCxnSpPr/>
          <p:nvPr userDrawn="1"/>
        </p:nvCxnSpPr>
        <p:spPr bwMode="gray">
          <a:xfrm flipH="1">
            <a:off x="12233740" y="6617503"/>
            <a:ext cx="341689" cy="0"/>
          </a:xfrm>
          <a:prstGeom prst="line">
            <a:avLst/>
          </a:prstGeom>
          <a:noFill/>
          <a:ln w="6350" cap="flat" cmpd="sng" algn="ctr">
            <a:solidFill>
              <a:srgbClr val="809399"/>
            </a:solidFill>
            <a:prstDash val="solid"/>
            <a:miter lim="800000"/>
          </a:ln>
          <a:effectLst/>
        </p:spPr>
      </p:cxnSp>
      <p:cxnSp>
        <p:nvCxnSpPr>
          <p:cNvPr id="18" name="Gerade Verbindung 69">
            <a:extLst>
              <a:ext uri="{FF2B5EF4-FFF2-40B4-BE49-F238E27FC236}">
                <a16:creationId xmlns:a16="http://schemas.microsoft.com/office/drawing/2014/main" id="{B5BE8542-1A55-974B-C7FC-75B51974F963}"/>
              </a:ext>
            </a:extLst>
          </p:cNvPr>
          <p:cNvCxnSpPr>
            <a:cxnSpLocks/>
          </p:cNvCxnSpPr>
          <p:nvPr userDrawn="1"/>
        </p:nvCxnSpPr>
        <p:spPr bwMode="auto">
          <a:xfrm flipH="1">
            <a:off x="393630"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3" name="Gruppieren 2">
            <a:extLst>
              <a:ext uri="{FF2B5EF4-FFF2-40B4-BE49-F238E27FC236}">
                <a16:creationId xmlns:a16="http://schemas.microsoft.com/office/drawing/2014/main" id="{C3496D8B-F610-09B0-F7DE-44602922754C}"/>
              </a:ext>
            </a:extLst>
          </p:cNvPr>
          <p:cNvGrpSpPr/>
          <p:nvPr userDrawn="1"/>
        </p:nvGrpSpPr>
        <p:grpSpPr>
          <a:xfrm>
            <a:off x="12627799" y="-91438"/>
            <a:ext cx="1925408" cy="5938518"/>
            <a:chOff x="9758822" y="-586291"/>
            <a:chExt cx="2139791" cy="6317061"/>
          </a:xfrm>
        </p:grpSpPr>
        <p:sp>
          <p:nvSpPr>
            <p:cNvPr id="4" name="Rechteck 3">
              <a:extLst>
                <a:ext uri="{FF2B5EF4-FFF2-40B4-BE49-F238E27FC236}">
                  <a16:creationId xmlns:a16="http://schemas.microsoft.com/office/drawing/2014/main" id="{89E52EA2-C66D-46F1-5F84-E3FC821FF94A}"/>
                </a:ext>
              </a:extLst>
            </p:cNvPr>
            <p:cNvSpPr/>
            <p:nvPr userDrawn="1"/>
          </p:nvSpPr>
          <p:spPr>
            <a:xfrm>
              <a:off x="11051071" y="2939779"/>
              <a:ext cx="831488" cy="824651"/>
            </a:xfrm>
            <a:prstGeom prst="rect">
              <a:avLst/>
            </a:prstGeom>
            <a:solidFill>
              <a:srgbClr val="FFD22A"/>
            </a:solidFill>
            <a:ln w="25400" cap="rnd" cmpd="sng" algn="ctr">
              <a:noFill/>
              <a:prstDash val="solid"/>
            </a:ln>
            <a:effectLst/>
          </p:spPr>
          <p:txBody>
            <a:bodyPr rtlCol="0" anchor="ctr"/>
            <a:lstStyle/>
            <a:p>
              <a:pPr algn="ctr">
                <a:defRPr/>
              </a:pPr>
              <a:r>
                <a:rPr lang="de-DE" sz="1200" kern="0">
                  <a:solidFill>
                    <a:prstClr val="white"/>
                  </a:solidFill>
                  <a:latin typeface="Calibri Light"/>
                </a:rPr>
                <a:t>100%</a:t>
              </a:r>
              <a:br>
                <a:rPr lang="de-DE" sz="1200" kern="0">
                  <a:solidFill>
                    <a:prstClr val="white"/>
                  </a:solidFill>
                  <a:latin typeface="Calibri Light"/>
                </a:rPr>
              </a:br>
              <a:r>
                <a:rPr lang="de-DE" sz="1200" kern="0">
                  <a:solidFill>
                    <a:prstClr val="white"/>
                  </a:solidFill>
                  <a:latin typeface="Calibri Light"/>
                </a:rPr>
                <a:t>#</a:t>
              </a:r>
              <a:br>
                <a:rPr lang="de-DE" sz="1200" kern="0">
                  <a:solidFill>
                    <a:prstClr val="white"/>
                  </a:solidFill>
                  <a:latin typeface="Calibri Light"/>
                </a:rPr>
              </a:br>
              <a:r>
                <a:rPr lang="de-DE" sz="1200" kern="0">
                  <a:solidFill>
                    <a:prstClr val="white"/>
                  </a:solidFill>
                  <a:latin typeface="Calibri Light"/>
                </a:rPr>
                <a:t>FFD22A</a:t>
              </a:r>
            </a:p>
          </p:txBody>
        </p:sp>
        <p:sp>
          <p:nvSpPr>
            <p:cNvPr id="5" name="Rechteck 4">
              <a:extLst>
                <a:ext uri="{FF2B5EF4-FFF2-40B4-BE49-F238E27FC236}">
                  <a16:creationId xmlns:a16="http://schemas.microsoft.com/office/drawing/2014/main" id="{7BA5FAB3-CC46-D0F2-F888-94F426767428}"/>
                </a:ext>
              </a:extLst>
            </p:cNvPr>
            <p:cNvSpPr/>
            <p:nvPr userDrawn="1"/>
          </p:nvSpPr>
          <p:spPr>
            <a:xfrm>
              <a:off x="11051071" y="1172636"/>
              <a:ext cx="831488" cy="824651"/>
            </a:xfrm>
            <a:prstGeom prst="rect">
              <a:avLst/>
            </a:prstGeom>
            <a:solidFill>
              <a:srgbClr val="6E7A96"/>
            </a:solidFill>
            <a:ln w="25400" cap="rnd" cmpd="sng" algn="ctr">
              <a:noFill/>
              <a:prstDash val="solid"/>
            </a:ln>
            <a:effectLst/>
          </p:spPr>
          <p:txBody>
            <a:bodyPr rtlCol="0" anchor="ctr"/>
            <a:lstStyle/>
            <a:p>
              <a:pPr algn="ctr">
                <a:defRPr/>
              </a:pPr>
              <a:r>
                <a:rPr lang="de-DE" sz="1200" kern="0">
                  <a:solidFill>
                    <a:prstClr val="white"/>
                  </a:solidFill>
                  <a:latin typeface="Calibri Light"/>
                </a:rPr>
                <a:t>100%</a:t>
              </a:r>
              <a:br>
                <a:rPr lang="de-DE" sz="1200" kern="0">
                  <a:solidFill>
                    <a:prstClr val="white"/>
                  </a:solidFill>
                  <a:latin typeface="Calibri Light"/>
                </a:rPr>
              </a:br>
              <a:r>
                <a:rPr lang="de-DE" sz="1200" kern="0">
                  <a:solidFill>
                    <a:prstClr val="white"/>
                  </a:solidFill>
                  <a:latin typeface="Calibri Light"/>
                </a:rPr>
                <a:t>#</a:t>
              </a:r>
              <a:br>
                <a:rPr lang="de-DE" sz="1200" kern="0">
                  <a:solidFill>
                    <a:prstClr val="white"/>
                  </a:solidFill>
                  <a:latin typeface="Calibri Light"/>
                </a:rPr>
              </a:br>
              <a:r>
                <a:rPr lang="de-DE" sz="1200" kern="0">
                  <a:solidFill>
                    <a:prstClr val="white"/>
                  </a:solidFill>
                  <a:latin typeface="Calibri Light"/>
                </a:rPr>
                <a:t>6E7A96</a:t>
              </a:r>
            </a:p>
          </p:txBody>
        </p:sp>
        <p:sp>
          <p:nvSpPr>
            <p:cNvPr id="6" name="Rechteck 5">
              <a:extLst>
                <a:ext uri="{FF2B5EF4-FFF2-40B4-BE49-F238E27FC236}">
                  <a16:creationId xmlns:a16="http://schemas.microsoft.com/office/drawing/2014/main" id="{2F912CA1-6804-7B6D-F2F9-D48742EFFCD0}"/>
                </a:ext>
              </a:extLst>
            </p:cNvPr>
            <p:cNvSpPr/>
            <p:nvPr userDrawn="1"/>
          </p:nvSpPr>
          <p:spPr>
            <a:xfrm>
              <a:off x="9760735" y="1039221"/>
              <a:ext cx="1010471" cy="1002163"/>
            </a:xfrm>
            <a:prstGeom prst="rect">
              <a:avLst/>
            </a:prstGeom>
            <a:solidFill>
              <a:srgbClr val="F39719"/>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#F39719</a:t>
              </a:r>
              <a:endParaRPr kumimoji="0" lang="de-DE" sz="1600" b="0" i="0" u="none" strike="noStrike" kern="0" cap="none" spc="0" normalizeH="0" baseline="0" noProof="0">
                <a:ln>
                  <a:noFill/>
                </a:ln>
                <a:solidFill>
                  <a:prstClr val="white"/>
                </a:solidFill>
                <a:effectLst/>
                <a:uLnTx/>
                <a:uFillTx/>
                <a:latin typeface="Calibri Light"/>
                <a:ea typeface="+mn-ea"/>
                <a:cs typeface="+mn-cs"/>
              </a:endParaRPr>
            </a:p>
          </p:txBody>
        </p:sp>
        <p:sp>
          <p:nvSpPr>
            <p:cNvPr id="7" name="Rechteck 6">
              <a:extLst>
                <a:ext uri="{FF2B5EF4-FFF2-40B4-BE49-F238E27FC236}">
                  <a16:creationId xmlns:a16="http://schemas.microsoft.com/office/drawing/2014/main" id="{082A550E-3E06-082E-DFB8-7679F536BBFF}"/>
                </a:ext>
              </a:extLst>
            </p:cNvPr>
            <p:cNvSpPr/>
            <p:nvPr userDrawn="1"/>
          </p:nvSpPr>
          <p:spPr>
            <a:xfrm>
              <a:off x="9782211" y="-91119"/>
              <a:ext cx="1010471" cy="1002163"/>
            </a:xfrm>
            <a:prstGeom prst="rect">
              <a:avLst/>
            </a:prstGeom>
            <a:solidFill>
              <a:srgbClr val="17428F"/>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#17428F</a:t>
              </a:r>
            </a:p>
          </p:txBody>
        </p:sp>
        <p:sp>
          <p:nvSpPr>
            <p:cNvPr id="12" name="Rechteck 11">
              <a:extLst>
                <a:ext uri="{FF2B5EF4-FFF2-40B4-BE49-F238E27FC236}">
                  <a16:creationId xmlns:a16="http://schemas.microsoft.com/office/drawing/2014/main" id="{A4E422D5-0853-24A2-205E-4B026970674C}"/>
                </a:ext>
              </a:extLst>
            </p:cNvPr>
            <p:cNvSpPr/>
            <p:nvPr userDrawn="1"/>
          </p:nvSpPr>
          <p:spPr>
            <a:xfrm>
              <a:off x="9760735" y="2169563"/>
              <a:ext cx="1010471" cy="1002163"/>
            </a:xfrm>
            <a:prstGeom prst="rect">
              <a:avLst/>
            </a:prstGeom>
            <a:solidFill>
              <a:srgbClr val="808080"/>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#808080</a:t>
              </a:r>
            </a:p>
          </p:txBody>
        </p:sp>
        <p:sp>
          <p:nvSpPr>
            <p:cNvPr id="13" name="Rechteck 12">
              <a:extLst>
                <a:ext uri="{FF2B5EF4-FFF2-40B4-BE49-F238E27FC236}">
                  <a16:creationId xmlns:a16="http://schemas.microsoft.com/office/drawing/2014/main" id="{92F7A1A8-52C2-524E-BCC5-EE331551D750}"/>
                </a:ext>
              </a:extLst>
            </p:cNvPr>
            <p:cNvSpPr/>
            <p:nvPr userDrawn="1"/>
          </p:nvSpPr>
          <p:spPr>
            <a:xfrm>
              <a:off x="9758822" y="4039141"/>
              <a:ext cx="546921" cy="528032"/>
            </a:xfrm>
            <a:prstGeom prst="rect">
              <a:avLst/>
            </a:prstGeom>
            <a:solidFill>
              <a:srgbClr val="E5FFA8"/>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prstClr val="black"/>
                  </a:solidFill>
                  <a:effectLst/>
                  <a:uLnTx/>
                  <a:uFillTx/>
                  <a:latin typeface="Calibri Light"/>
                  <a:ea typeface="+mn-ea"/>
                  <a:cs typeface="+mn-cs"/>
                </a:rPr>
                <a:t>100%</a:t>
              </a:r>
              <a:br>
                <a:rPr kumimoji="0" lang="de-DE" sz="800" b="0" i="0" u="none" strike="noStrike" kern="0" cap="none" spc="0" normalizeH="0" baseline="0" noProof="0">
                  <a:ln>
                    <a:noFill/>
                  </a:ln>
                  <a:solidFill>
                    <a:prstClr val="black"/>
                  </a:solidFill>
                  <a:effectLst/>
                  <a:uLnTx/>
                  <a:uFillTx/>
                  <a:latin typeface="Calibri Light"/>
                  <a:ea typeface="+mn-ea"/>
                  <a:cs typeface="+mn-cs"/>
                </a:rPr>
              </a:br>
              <a:r>
                <a:rPr kumimoji="0" lang="de-DE" sz="800" b="0" i="0" u="none" strike="noStrike" kern="0" cap="none" spc="0" normalizeH="0" baseline="0" noProof="0">
                  <a:ln>
                    <a:noFill/>
                  </a:ln>
                  <a:solidFill>
                    <a:prstClr val="black"/>
                  </a:solidFill>
                  <a:effectLst/>
                  <a:uLnTx/>
                  <a:uFillTx/>
                  <a:latin typeface="Calibri Light"/>
                  <a:ea typeface="+mn-ea"/>
                  <a:cs typeface="+mn-cs"/>
                </a:rPr>
                <a:t>#</a:t>
              </a:r>
              <a:br>
                <a:rPr kumimoji="0" lang="de-DE" sz="800" b="0" i="0" u="none" strike="noStrike" kern="0" cap="none" spc="0" normalizeH="0" baseline="0" noProof="0">
                  <a:ln>
                    <a:noFill/>
                  </a:ln>
                  <a:solidFill>
                    <a:prstClr val="black"/>
                  </a:solidFill>
                  <a:effectLst/>
                  <a:uLnTx/>
                  <a:uFillTx/>
                  <a:latin typeface="Calibri Light"/>
                  <a:ea typeface="+mn-ea"/>
                  <a:cs typeface="+mn-cs"/>
                </a:rPr>
              </a:br>
              <a:r>
                <a:rPr kumimoji="0" lang="de-DE" sz="800" b="0" i="0" u="none" strike="noStrike" kern="0" cap="none" spc="0" normalizeH="0" baseline="0" noProof="0">
                  <a:ln>
                    <a:noFill/>
                  </a:ln>
                  <a:solidFill>
                    <a:prstClr val="black"/>
                  </a:solidFill>
                  <a:effectLst/>
                  <a:uLnTx/>
                  <a:uFillTx/>
                  <a:latin typeface="Calibri Light"/>
                  <a:ea typeface="+mn-ea"/>
                  <a:cs typeface="+mn-cs"/>
                </a:rPr>
                <a:t>E5FFA8</a:t>
              </a:r>
            </a:p>
          </p:txBody>
        </p:sp>
        <p:sp>
          <p:nvSpPr>
            <p:cNvPr id="14" name="Rechteck 13">
              <a:extLst>
                <a:ext uri="{FF2B5EF4-FFF2-40B4-BE49-F238E27FC236}">
                  <a16:creationId xmlns:a16="http://schemas.microsoft.com/office/drawing/2014/main" id="{1D5C6FB3-88AD-30E0-CC58-D74FC6BD45F4}"/>
                </a:ext>
              </a:extLst>
            </p:cNvPr>
            <p:cNvSpPr/>
            <p:nvPr userDrawn="1"/>
          </p:nvSpPr>
          <p:spPr>
            <a:xfrm>
              <a:off x="10991688" y="4031153"/>
              <a:ext cx="546921" cy="528032"/>
            </a:xfrm>
            <a:prstGeom prst="rect">
              <a:avLst/>
            </a:prstGeom>
            <a:solidFill>
              <a:srgbClr val="EC6503"/>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prstClr val="white"/>
                  </a:solidFill>
                  <a:effectLst/>
                  <a:uLnTx/>
                  <a:uFillTx/>
                  <a:latin typeface="Calibri Light"/>
                  <a:ea typeface="+mn-ea"/>
                  <a:cs typeface="+mn-cs"/>
                </a:rPr>
                <a:t>100%</a:t>
              </a:r>
              <a:br>
                <a:rPr kumimoji="0" lang="de-DE" sz="800" b="0" i="0" u="none" strike="noStrike" kern="0" cap="none" spc="0" normalizeH="0" baseline="0" noProof="0">
                  <a:ln>
                    <a:noFill/>
                  </a:ln>
                  <a:solidFill>
                    <a:prstClr val="white"/>
                  </a:solidFill>
                  <a:effectLst/>
                  <a:uLnTx/>
                  <a:uFillTx/>
                  <a:latin typeface="Calibri Light"/>
                  <a:ea typeface="+mn-ea"/>
                  <a:cs typeface="+mn-cs"/>
                </a:rPr>
              </a:br>
              <a:r>
                <a:rPr kumimoji="0" lang="de-DE" sz="800" b="0" i="0" u="none" strike="noStrike" kern="0" cap="none" spc="0" normalizeH="0" baseline="0" noProof="0">
                  <a:ln>
                    <a:noFill/>
                  </a:ln>
                  <a:solidFill>
                    <a:prstClr val="white"/>
                  </a:solidFill>
                  <a:effectLst/>
                  <a:uLnTx/>
                  <a:uFillTx/>
                  <a:latin typeface="Calibri Light"/>
                  <a:ea typeface="+mn-ea"/>
                  <a:cs typeface="+mn-cs"/>
                </a:rPr>
                <a:t># EC6503</a:t>
              </a:r>
            </a:p>
          </p:txBody>
        </p:sp>
        <p:sp>
          <p:nvSpPr>
            <p:cNvPr id="15" name="Rechteck 14">
              <a:extLst>
                <a:ext uri="{FF2B5EF4-FFF2-40B4-BE49-F238E27FC236}">
                  <a16:creationId xmlns:a16="http://schemas.microsoft.com/office/drawing/2014/main" id="{5156F48D-3EBF-F7EA-8BC6-9D6977D57F94}"/>
                </a:ext>
              </a:extLst>
            </p:cNvPr>
            <p:cNvSpPr/>
            <p:nvPr userDrawn="1"/>
          </p:nvSpPr>
          <p:spPr>
            <a:xfrm>
              <a:off x="9781337" y="4621957"/>
              <a:ext cx="542084" cy="528032"/>
            </a:xfrm>
            <a:prstGeom prst="rect">
              <a:avLst/>
            </a:prstGeom>
            <a:solidFill>
              <a:srgbClr val="662988"/>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bg1"/>
                  </a:solidFill>
                  <a:effectLst/>
                  <a:uLnTx/>
                  <a:uFillTx/>
                  <a:latin typeface="Calibri Light"/>
                  <a:ea typeface="+mn-ea"/>
                  <a:cs typeface="+mn-cs"/>
                </a:rPr>
                <a:t>100%</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662988</a:t>
              </a:r>
            </a:p>
          </p:txBody>
        </p:sp>
        <p:sp>
          <p:nvSpPr>
            <p:cNvPr id="16" name="Rechteck 15">
              <a:extLst>
                <a:ext uri="{FF2B5EF4-FFF2-40B4-BE49-F238E27FC236}">
                  <a16:creationId xmlns:a16="http://schemas.microsoft.com/office/drawing/2014/main" id="{601DCA51-B51F-FDEA-CA72-D44654A609DF}"/>
                </a:ext>
              </a:extLst>
            </p:cNvPr>
            <p:cNvSpPr/>
            <p:nvPr userDrawn="1"/>
          </p:nvSpPr>
          <p:spPr>
            <a:xfrm>
              <a:off x="10991688" y="4624409"/>
              <a:ext cx="546921" cy="525576"/>
            </a:xfrm>
            <a:prstGeom prst="rect">
              <a:avLst/>
            </a:prstGeom>
            <a:solidFill>
              <a:srgbClr val="C31E51"/>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bg1"/>
                  </a:solidFill>
                  <a:effectLst/>
                  <a:uLnTx/>
                  <a:uFillTx/>
                  <a:latin typeface="Calibri Light"/>
                  <a:ea typeface="+mn-ea"/>
                  <a:cs typeface="+mn-cs"/>
                </a:rPr>
                <a:t>100%</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C31E51</a:t>
              </a:r>
            </a:p>
          </p:txBody>
        </p:sp>
        <p:sp>
          <p:nvSpPr>
            <p:cNvPr id="17" name="Rechteck 16">
              <a:extLst>
                <a:ext uri="{FF2B5EF4-FFF2-40B4-BE49-F238E27FC236}">
                  <a16:creationId xmlns:a16="http://schemas.microsoft.com/office/drawing/2014/main" id="{2E1EA4AF-D29D-D961-7AFF-707D1B6057E9}"/>
                </a:ext>
              </a:extLst>
            </p:cNvPr>
            <p:cNvSpPr/>
            <p:nvPr userDrawn="1"/>
          </p:nvSpPr>
          <p:spPr>
            <a:xfrm>
              <a:off x="11067125" y="-586291"/>
              <a:ext cx="831488" cy="824652"/>
            </a:xfrm>
            <a:prstGeom prst="rect">
              <a:avLst/>
            </a:prstGeom>
            <a:solidFill>
              <a:srgbClr val="17428F">
                <a:lumMod val="50000"/>
              </a:srgbClr>
            </a:solidFill>
            <a:ln w="12700" cap="flat" cmpd="sng" algn="ctr">
              <a:noFill/>
              <a:prstDash val="solid"/>
              <a:miter lim="800000"/>
            </a:ln>
            <a:effectLst/>
          </p:spPr>
          <p:txBody>
            <a:bodyPr rtlCol="0" anchor="ctr"/>
            <a:lstStyle/>
            <a:p>
              <a:pPr algn="ctr">
                <a:defRPr/>
              </a:pPr>
              <a:r>
                <a:rPr lang="de-DE" sz="1200" kern="0">
                  <a:solidFill>
                    <a:prstClr val="white"/>
                  </a:solidFill>
                  <a:latin typeface="Calibri" panose="020F0502020204030204"/>
                </a:rPr>
                <a:t>150%</a:t>
              </a:r>
              <a:br>
                <a:rPr lang="de-DE" sz="1200" kern="0">
                  <a:solidFill>
                    <a:prstClr val="white"/>
                  </a:solidFill>
                  <a:latin typeface="Calibri" panose="020F0502020204030204"/>
                </a:rPr>
              </a:br>
              <a:r>
                <a:rPr lang="de-DE" sz="1200" kern="0">
                  <a:solidFill>
                    <a:prstClr val="white"/>
                  </a:solidFill>
                  <a:latin typeface="Calibri" panose="020F0502020204030204"/>
                </a:rPr>
                <a:t>#0C2147</a:t>
              </a:r>
            </a:p>
          </p:txBody>
        </p:sp>
        <p:sp>
          <p:nvSpPr>
            <p:cNvPr id="19" name="Rechteck 18">
              <a:extLst>
                <a:ext uri="{FF2B5EF4-FFF2-40B4-BE49-F238E27FC236}">
                  <a16:creationId xmlns:a16="http://schemas.microsoft.com/office/drawing/2014/main" id="{E28D2EED-C857-2CAB-6906-8CE6B7031202}"/>
                </a:ext>
              </a:extLst>
            </p:cNvPr>
            <p:cNvSpPr/>
            <p:nvPr userDrawn="1"/>
          </p:nvSpPr>
          <p:spPr>
            <a:xfrm>
              <a:off x="11056829" y="284140"/>
              <a:ext cx="825731" cy="822525"/>
            </a:xfrm>
            <a:prstGeom prst="rect">
              <a:avLst/>
            </a:prstGeom>
            <a:solidFill>
              <a:schemeClr val="accent1">
                <a:lumMod val="20000"/>
                <a:lumOff val="80000"/>
              </a:schemeClr>
            </a:solidFill>
            <a:ln w="12700" cap="flat" cmpd="sng" algn="ctr">
              <a:noFill/>
              <a:prstDash val="solid"/>
              <a:miter lim="800000"/>
            </a:ln>
            <a:effectLst/>
          </p:spPr>
          <p:txBody>
            <a:bodyPr rtlCol="0" anchor="ctr"/>
            <a:lstStyle/>
            <a:p>
              <a:pPr algn="ctr">
                <a:defRPr/>
              </a:pPr>
              <a:r>
                <a:rPr lang="de-DE" sz="1467" kern="0">
                  <a:solidFill>
                    <a:prstClr val="white"/>
                  </a:solidFill>
                  <a:latin typeface="Calibri" panose="020F0502020204030204"/>
                </a:rPr>
                <a:t>20%</a:t>
              </a:r>
            </a:p>
          </p:txBody>
        </p:sp>
        <p:sp>
          <p:nvSpPr>
            <p:cNvPr id="20" name="Rechteck 19">
              <a:extLst>
                <a:ext uri="{FF2B5EF4-FFF2-40B4-BE49-F238E27FC236}">
                  <a16:creationId xmlns:a16="http://schemas.microsoft.com/office/drawing/2014/main" id="{4F7EC4A7-1549-D3CB-15F2-DC6891FF0A0A}"/>
                </a:ext>
              </a:extLst>
            </p:cNvPr>
            <p:cNvSpPr/>
            <p:nvPr userDrawn="1"/>
          </p:nvSpPr>
          <p:spPr>
            <a:xfrm>
              <a:off x="11049574" y="2057271"/>
              <a:ext cx="825731" cy="822525"/>
            </a:xfrm>
            <a:prstGeom prst="rect">
              <a:avLst/>
            </a:prstGeom>
            <a:solidFill>
              <a:schemeClr val="accent2">
                <a:lumMod val="60000"/>
                <a:lumOff val="40000"/>
              </a:schemeClr>
            </a:solidFill>
            <a:ln w="12700" cap="flat" cmpd="sng" algn="ctr">
              <a:noFill/>
              <a:prstDash val="solid"/>
              <a:miter lim="800000"/>
            </a:ln>
            <a:effectLst/>
          </p:spPr>
          <p:txBody>
            <a:bodyPr rtlCol="0" anchor="ctr"/>
            <a:lstStyle/>
            <a:p>
              <a:pPr algn="ctr">
                <a:defRPr/>
              </a:pPr>
              <a:r>
                <a:rPr lang="de-DE" sz="1467" kern="0">
                  <a:solidFill>
                    <a:schemeClr val="bg1"/>
                  </a:solidFill>
                  <a:latin typeface="Calibri" panose="020F0502020204030204"/>
                </a:rPr>
                <a:t>40%</a:t>
              </a:r>
              <a:br>
                <a:rPr lang="de-DE" sz="1467" kern="0">
                  <a:solidFill>
                    <a:schemeClr val="bg1"/>
                  </a:solidFill>
                  <a:latin typeface="Calibri" panose="020F0502020204030204"/>
                </a:rPr>
              </a:br>
              <a:r>
                <a:rPr lang="de-DE" sz="1333" kern="0">
                  <a:solidFill>
                    <a:schemeClr val="bg1"/>
                  </a:solidFill>
                  <a:latin typeface="Calibri Light"/>
                </a:rPr>
                <a:t># F8C17</a:t>
              </a:r>
              <a:endParaRPr lang="de-DE" sz="1467" kern="0">
                <a:solidFill>
                  <a:schemeClr val="bg1"/>
                </a:solidFill>
                <a:latin typeface="Calibri" panose="020F0502020204030204"/>
              </a:endParaRPr>
            </a:p>
          </p:txBody>
        </p:sp>
        <p:sp>
          <p:nvSpPr>
            <p:cNvPr id="21" name="Rechteck 20">
              <a:extLst>
                <a:ext uri="{FF2B5EF4-FFF2-40B4-BE49-F238E27FC236}">
                  <a16:creationId xmlns:a16="http://schemas.microsoft.com/office/drawing/2014/main" id="{2C3C8922-6044-5485-02FB-5AD521827A5F}"/>
                </a:ext>
              </a:extLst>
            </p:cNvPr>
            <p:cNvSpPr/>
            <p:nvPr userDrawn="1"/>
          </p:nvSpPr>
          <p:spPr>
            <a:xfrm>
              <a:off x="10376055" y="4031155"/>
              <a:ext cx="546921" cy="540504"/>
            </a:xfrm>
            <a:prstGeom prst="rect">
              <a:avLst/>
            </a:prstGeom>
            <a:solidFill>
              <a:schemeClr val="bg2">
                <a:lumMod val="40000"/>
                <a:lumOff val="60000"/>
              </a:schemeClr>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schemeClr val="tx1"/>
                  </a:solidFill>
                  <a:effectLst/>
                  <a:uLnTx/>
                  <a:uFillTx/>
                  <a:latin typeface="Calibri Light"/>
                  <a:ea typeface="+mn-ea"/>
                  <a:cs typeface="+mn-cs"/>
                </a:rPr>
                <a:t>40 %</a:t>
              </a:r>
            </a:p>
          </p:txBody>
        </p:sp>
        <p:cxnSp>
          <p:nvCxnSpPr>
            <p:cNvPr id="22" name="Gerader Verbinder 21">
              <a:extLst>
                <a:ext uri="{FF2B5EF4-FFF2-40B4-BE49-F238E27FC236}">
                  <a16:creationId xmlns:a16="http://schemas.microsoft.com/office/drawing/2014/main" id="{E607A097-C76C-8F77-EA03-7696222D97AA}"/>
                </a:ext>
              </a:extLst>
            </p:cNvPr>
            <p:cNvCxnSpPr>
              <a:cxnSpLocks/>
              <a:endCxn id="21" idx="0"/>
            </p:cNvCxnSpPr>
            <p:nvPr userDrawn="1"/>
          </p:nvCxnSpPr>
          <p:spPr>
            <a:xfrm>
              <a:off x="10492653" y="3171725"/>
              <a:ext cx="156864" cy="859429"/>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3" name="Gerader Verbinder 22">
              <a:extLst>
                <a:ext uri="{FF2B5EF4-FFF2-40B4-BE49-F238E27FC236}">
                  <a16:creationId xmlns:a16="http://schemas.microsoft.com/office/drawing/2014/main" id="{29BD8A03-5A0D-F1AD-7F75-4F084887AED3}"/>
                </a:ext>
              </a:extLst>
            </p:cNvPr>
            <p:cNvCxnSpPr>
              <a:endCxn id="20" idx="1"/>
            </p:cNvCxnSpPr>
            <p:nvPr userDrawn="1"/>
          </p:nvCxnSpPr>
          <p:spPr>
            <a:xfrm>
              <a:off x="10771206" y="1772125"/>
              <a:ext cx="278369" cy="696409"/>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Gerader Verbinder 44">
              <a:extLst>
                <a:ext uri="{FF2B5EF4-FFF2-40B4-BE49-F238E27FC236}">
                  <a16:creationId xmlns:a16="http://schemas.microsoft.com/office/drawing/2014/main" id="{0D73EFD4-A482-F8C2-B621-0A08708C9997}"/>
                </a:ext>
              </a:extLst>
            </p:cNvPr>
            <p:cNvCxnSpPr>
              <a:endCxn id="19" idx="1"/>
            </p:cNvCxnSpPr>
            <p:nvPr userDrawn="1"/>
          </p:nvCxnSpPr>
          <p:spPr>
            <a:xfrm>
              <a:off x="10771205" y="658033"/>
              <a:ext cx="285624" cy="37371"/>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6" name="Gerader Verbinder 45">
              <a:extLst>
                <a:ext uri="{FF2B5EF4-FFF2-40B4-BE49-F238E27FC236}">
                  <a16:creationId xmlns:a16="http://schemas.microsoft.com/office/drawing/2014/main" id="{648775AA-C56B-B767-916D-49E5C460E2F0}"/>
                </a:ext>
              </a:extLst>
            </p:cNvPr>
            <p:cNvCxnSpPr>
              <a:endCxn id="17" idx="1"/>
            </p:cNvCxnSpPr>
            <p:nvPr userDrawn="1"/>
          </p:nvCxnSpPr>
          <p:spPr>
            <a:xfrm flipV="1">
              <a:off x="10781943" y="-173965"/>
              <a:ext cx="285183" cy="375331"/>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47" name="Rechteck 46">
              <a:extLst>
                <a:ext uri="{FF2B5EF4-FFF2-40B4-BE49-F238E27FC236}">
                  <a16:creationId xmlns:a16="http://schemas.microsoft.com/office/drawing/2014/main" id="{58806641-29E6-3AD6-B382-5C09F4219F56}"/>
                </a:ext>
              </a:extLst>
            </p:cNvPr>
            <p:cNvSpPr/>
            <p:nvPr userDrawn="1"/>
          </p:nvSpPr>
          <p:spPr>
            <a:xfrm>
              <a:off x="10388265" y="4621953"/>
              <a:ext cx="542084" cy="528032"/>
            </a:xfrm>
            <a:prstGeom prst="rect">
              <a:avLst/>
            </a:prstGeom>
            <a:solidFill>
              <a:srgbClr val="1B798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de-DE" sz="800"/>
                <a:t>100%</a:t>
              </a:r>
              <a:br>
                <a:rPr lang="de-DE" sz="800"/>
              </a:br>
              <a:r>
                <a:rPr lang="de-DE" sz="800"/>
                <a:t># 1B798F</a:t>
              </a:r>
            </a:p>
          </p:txBody>
        </p:sp>
        <p:sp>
          <p:nvSpPr>
            <p:cNvPr id="48" name="Rechteck 47">
              <a:extLst>
                <a:ext uri="{FF2B5EF4-FFF2-40B4-BE49-F238E27FC236}">
                  <a16:creationId xmlns:a16="http://schemas.microsoft.com/office/drawing/2014/main" id="{A49A5165-C260-B13A-8F99-CCE593A5D445}"/>
                </a:ext>
              </a:extLst>
            </p:cNvPr>
            <p:cNvSpPr/>
            <p:nvPr userDrawn="1"/>
          </p:nvSpPr>
          <p:spPr>
            <a:xfrm>
              <a:off x="10109850" y="5212757"/>
              <a:ext cx="522306" cy="518012"/>
            </a:xfrm>
            <a:prstGeom prst="rect">
              <a:avLst/>
            </a:prstGeom>
            <a:solidFill>
              <a:srgbClr val="D5301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800"/>
                <a:t>100%</a:t>
              </a:r>
              <a:br>
                <a:rPr lang="de-DE" sz="800"/>
              </a:br>
              <a:r>
                <a:rPr lang="de-DE" sz="800"/>
                <a:t># D53015</a:t>
              </a:r>
            </a:p>
          </p:txBody>
        </p:sp>
        <p:sp>
          <p:nvSpPr>
            <p:cNvPr id="49" name="Rechteck 48">
              <a:extLst>
                <a:ext uri="{FF2B5EF4-FFF2-40B4-BE49-F238E27FC236}">
                  <a16:creationId xmlns:a16="http://schemas.microsoft.com/office/drawing/2014/main" id="{9943525E-554D-E3B7-1417-D73F322BC278}"/>
                </a:ext>
              </a:extLst>
            </p:cNvPr>
            <p:cNvSpPr/>
            <p:nvPr userDrawn="1"/>
          </p:nvSpPr>
          <p:spPr>
            <a:xfrm>
              <a:off x="10711072" y="5212757"/>
              <a:ext cx="522306" cy="518013"/>
            </a:xfrm>
            <a:prstGeom prst="rect">
              <a:avLst/>
            </a:prstGeom>
            <a:solidFill>
              <a:schemeClr val="accent6">
                <a:lumMod val="50000"/>
              </a:schemeClr>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schemeClr val="tx1"/>
                  </a:solidFill>
                  <a:effectLst/>
                  <a:uLnTx/>
                  <a:uFillTx/>
                  <a:latin typeface="Calibri Light"/>
                  <a:ea typeface="+mn-ea"/>
                  <a:cs typeface="+mn-cs"/>
                </a:rPr>
                <a:t>150 %</a:t>
              </a:r>
            </a:p>
          </p:txBody>
        </p:sp>
      </p:grpSp>
    </p:spTree>
    <p:extLst>
      <p:ext uri="{BB962C8B-B14F-4D97-AF65-F5344CB8AC3E}">
        <p14:creationId xmlns:p14="http://schemas.microsoft.com/office/powerpoint/2010/main" val="3508522242"/>
      </p:ext>
    </p:extLst>
  </p:cSld>
  <p:clrMap bg1="lt1" tx1="dk1" bg2="lt2" tx2="dk2" accent1="accent1" accent2="accent2" accent3="accent3" accent4="accent4" accent5="accent5" accent6="accent6" hlink="hlink" folHlink="folHlink"/>
  <p:sldLayoutIdLst>
    <p:sldLayoutId id="2147483894" r:id="rId1"/>
    <p:sldLayoutId id="2147483907" r:id="rId2"/>
    <p:sldLayoutId id="2147483906" r:id="rId3"/>
    <p:sldLayoutId id="2147483904" r:id="rId4"/>
    <p:sldLayoutId id="2147483895" r:id="rId5"/>
    <p:sldLayoutId id="2147483897" r:id="rId6"/>
    <p:sldLayoutId id="2147483899" r:id="rId7"/>
    <p:sldLayoutId id="2147483900" r:id="rId8"/>
    <p:sldLayoutId id="2147483905" r:id="rId9"/>
    <p:sldLayoutId id="2147483956" r:id="rId10"/>
    <p:sldLayoutId id="2147483978" r:id="rId11"/>
  </p:sldLayoutIdLst>
  <p:hf hdr="0"/>
  <p:txStyles>
    <p:titleStyle>
      <a:lvl1pPr algn="l" defTabSz="914377"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28594" indent="-180000" algn="l" defTabSz="914377" rtl="0" eaLnBrk="1" latinLnBrk="0" hangingPunct="1">
        <a:lnSpc>
          <a:spcPct val="90000"/>
        </a:lnSpc>
        <a:spcBef>
          <a:spcPts val="1000"/>
        </a:spcBef>
        <a:buFont typeface="Arial" panose="020B0604020202020204" pitchFamily="34" charset="0"/>
        <a:buChar char="•"/>
        <a:defRPr sz="1600" kern="1200">
          <a:solidFill>
            <a:schemeClr val="bg1"/>
          </a:solidFill>
          <a:latin typeface="+mn-lt"/>
          <a:ea typeface="+mn-ea"/>
          <a:cs typeface="+mn-cs"/>
        </a:defRPr>
      </a:lvl1pPr>
      <a:lvl2pPr marL="432000" indent="-180000" algn="l" defTabSz="914377"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mn-cs"/>
        </a:defRPr>
      </a:lvl2pPr>
      <a:lvl3pPr marL="648000" indent="-180000" algn="l" defTabSz="914377"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mn-cs"/>
        </a:defRPr>
      </a:lvl3pPr>
      <a:lvl4pPr marL="828000" indent="-180000" algn="l" defTabSz="914377" rtl="0" eaLnBrk="1" latinLnBrk="0" hangingPunct="1">
        <a:lnSpc>
          <a:spcPct val="90000"/>
        </a:lnSpc>
        <a:spcBef>
          <a:spcPts val="500"/>
        </a:spcBef>
        <a:buFont typeface="Arial" panose="020B0604020202020204" pitchFamily="34" charset="0"/>
        <a:buChar char="•"/>
        <a:defRPr sz="1200" kern="1200">
          <a:solidFill>
            <a:schemeClr val="bg1"/>
          </a:solidFill>
          <a:latin typeface="+mn-lt"/>
          <a:ea typeface="+mn-ea"/>
          <a:cs typeface="+mn-cs"/>
        </a:defRPr>
      </a:lvl4pPr>
      <a:lvl5pPr marL="1008000" indent="-180000" algn="l" defTabSz="914377" rtl="0" eaLnBrk="1" latinLnBrk="0" hangingPunct="1">
        <a:lnSpc>
          <a:spcPct val="90000"/>
        </a:lnSpc>
        <a:spcBef>
          <a:spcPts val="500"/>
        </a:spcBef>
        <a:buFont typeface="Arial" panose="020B0604020202020204" pitchFamily="34" charset="0"/>
        <a:buChar char="•"/>
        <a:defRPr sz="1200" kern="1200">
          <a:solidFill>
            <a:schemeClr val="bg1"/>
          </a:solidFill>
          <a:latin typeface="+mn-lt"/>
          <a:ea typeface="+mn-ea"/>
          <a:cs typeface="+mn-cs"/>
        </a:defRPr>
      </a:lvl5pPr>
      <a:lvl6pPr marL="1188000" indent="-180000" algn="l" defTabSz="914377" rtl="0" eaLnBrk="1" latinLnBrk="0" hangingPunct="1">
        <a:lnSpc>
          <a:spcPct val="90000"/>
        </a:lnSpc>
        <a:spcBef>
          <a:spcPts val="500"/>
        </a:spcBef>
        <a:buFont typeface="Arial" panose="020B0604020202020204" pitchFamily="34" charset="0"/>
        <a:buChar char="•"/>
        <a:defRPr sz="1050" kern="1200">
          <a:solidFill>
            <a:schemeClr val="bg1"/>
          </a:solidFill>
          <a:latin typeface="+mn-lt"/>
          <a:ea typeface="+mn-ea"/>
          <a:cs typeface="+mn-cs"/>
        </a:defRPr>
      </a:lvl6pPr>
      <a:lvl7pPr marL="1332000" indent="-180000" algn="l" defTabSz="914377" rtl="0" eaLnBrk="1" latinLnBrk="0" hangingPunct="1">
        <a:lnSpc>
          <a:spcPct val="90000"/>
        </a:lnSpc>
        <a:spcBef>
          <a:spcPts val="500"/>
        </a:spcBef>
        <a:buFont typeface="Arial" panose="020B0604020202020204" pitchFamily="34" charset="0"/>
        <a:buChar char="•"/>
        <a:defRPr sz="1050" kern="1200">
          <a:solidFill>
            <a:schemeClr val="bg1"/>
          </a:solidFill>
          <a:latin typeface="+mn-lt"/>
          <a:ea typeface="+mn-ea"/>
          <a:cs typeface="+mn-cs"/>
        </a:defRPr>
      </a:lvl7pPr>
      <a:lvl8pPr marL="1476000" indent="-180000" algn="l" defTabSz="914377" rtl="0" eaLnBrk="1" latinLnBrk="0" hangingPunct="1">
        <a:lnSpc>
          <a:spcPct val="90000"/>
        </a:lnSpc>
        <a:spcBef>
          <a:spcPts val="500"/>
        </a:spcBef>
        <a:buFont typeface="Arial" panose="020B0604020202020204" pitchFamily="34" charset="0"/>
        <a:buChar char="•"/>
        <a:defRPr sz="900" kern="1200">
          <a:solidFill>
            <a:schemeClr val="bg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cxnSp>
        <p:nvCxnSpPr>
          <p:cNvPr id="64" name="Gerade Verbindung 18">
            <a:extLst>
              <a:ext uri="{FF2B5EF4-FFF2-40B4-BE49-F238E27FC236}">
                <a16:creationId xmlns:a16="http://schemas.microsoft.com/office/drawing/2014/main" id="{B4DE5404-5C9F-FDA6-080C-0BB3547D327E}"/>
              </a:ext>
            </a:extLst>
          </p:cNvPr>
          <p:cNvCxnSpPr>
            <a:cxnSpLocks/>
          </p:cNvCxnSpPr>
          <p:nvPr userDrawn="1"/>
        </p:nvCxnSpPr>
        <p:spPr bwMode="auto">
          <a:xfrm flipH="1">
            <a:off x="-356006" y="346902"/>
            <a:ext cx="288000"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Gerade Verbindung 36">
            <a:extLst>
              <a:ext uri="{FF2B5EF4-FFF2-40B4-BE49-F238E27FC236}">
                <a16:creationId xmlns:a16="http://schemas.microsoft.com/office/drawing/2014/main" id="{B014601D-E956-1B4B-1A14-C215779D077E}"/>
              </a:ext>
            </a:extLst>
          </p:cNvPr>
          <p:cNvCxnSpPr>
            <a:cxnSpLocks/>
          </p:cNvCxnSpPr>
          <p:nvPr userDrawn="1"/>
        </p:nvCxnSpPr>
        <p:spPr bwMode="auto">
          <a:xfrm flipH="1">
            <a:off x="38311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Gerade Verbindung 63">
            <a:extLst>
              <a:ext uri="{FF2B5EF4-FFF2-40B4-BE49-F238E27FC236}">
                <a16:creationId xmlns:a16="http://schemas.microsoft.com/office/drawing/2014/main" id="{04CF4B50-AC29-AE69-30A1-6063690A3C24}"/>
              </a:ext>
            </a:extLst>
          </p:cNvPr>
          <p:cNvCxnSpPr>
            <a:cxnSpLocks/>
          </p:cNvCxnSpPr>
          <p:nvPr userDrawn="1"/>
        </p:nvCxnSpPr>
        <p:spPr bwMode="auto">
          <a:xfrm flipH="1">
            <a:off x="-395760" y="6537339"/>
            <a:ext cx="341689"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Gerade Verbindung 69">
            <a:extLst>
              <a:ext uri="{FF2B5EF4-FFF2-40B4-BE49-F238E27FC236}">
                <a16:creationId xmlns:a16="http://schemas.microsoft.com/office/drawing/2014/main" id="{D34C9840-EBCB-B01D-DFD5-F8F6844A9E92}"/>
              </a:ext>
            </a:extLst>
          </p:cNvPr>
          <p:cNvCxnSpPr>
            <a:cxnSpLocks/>
          </p:cNvCxnSpPr>
          <p:nvPr userDrawn="1"/>
        </p:nvCxnSpPr>
        <p:spPr bwMode="auto">
          <a:xfrm flipH="1">
            <a:off x="11299388" y="-324672"/>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Gerade Verbindung 70">
            <a:extLst>
              <a:ext uri="{FF2B5EF4-FFF2-40B4-BE49-F238E27FC236}">
                <a16:creationId xmlns:a16="http://schemas.microsoft.com/office/drawing/2014/main" id="{B93BC62A-B563-DFBE-7E44-F89642DBDDEF}"/>
              </a:ext>
            </a:extLst>
          </p:cNvPr>
          <p:cNvCxnSpPr>
            <a:cxnSpLocks/>
          </p:cNvCxnSpPr>
          <p:nvPr userDrawn="1"/>
        </p:nvCxnSpPr>
        <p:spPr bwMode="auto">
          <a:xfrm flipH="1">
            <a:off x="11817779" y="-321700"/>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Gerade Verbindung 77">
            <a:extLst>
              <a:ext uri="{FF2B5EF4-FFF2-40B4-BE49-F238E27FC236}">
                <a16:creationId xmlns:a16="http://schemas.microsoft.com/office/drawing/2014/main" id="{841404D7-2B61-6E09-FF0D-806518BEFC4A}"/>
              </a:ext>
            </a:extLst>
          </p:cNvPr>
          <p:cNvCxnSpPr>
            <a:cxnSpLocks/>
          </p:cNvCxnSpPr>
          <p:nvPr userDrawn="1"/>
        </p:nvCxnSpPr>
        <p:spPr bwMode="auto">
          <a:xfrm flipH="1">
            <a:off x="633602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3" name="Gerade Verbindung 78">
            <a:extLst>
              <a:ext uri="{FF2B5EF4-FFF2-40B4-BE49-F238E27FC236}">
                <a16:creationId xmlns:a16="http://schemas.microsoft.com/office/drawing/2014/main" id="{6A6BEBCD-F779-4D95-9C49-076D5588D868}"/>
              </a:ext>
            </a:extLst>
          </p:cNvPr>
          <p:cNvCxnSpPr>
            <a:cxnSpLocks/>
          </p:cNvCxnSpPr>
          <p:nvPr userDrawn="1"/>
        </p:nvCxnSpPr>
        <p:spPr bwMode="auto">
          <a:xfrm flipH="1">
            <a:off x="585681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Gerade Verbindung 66">
            <a:extLst>
              <a:ext uri="{FF2B5EF4-FFF2-40B4-BE49-F238E27FC236}">
                <a16:creationId xmlns:a16="http://schemas.microsoft.com/office/drawing/2014/main" id="{6BF0E44B-A694-8368-DCF2-69C877D621E3}"/>
              </a:ext>
            </a:extLst>
          </p:cNvPr>
          <p:cNvCxnSpPr>
            <a:cxnSpLocks/>
          </p:cNvCxnSpPr>
          <p:nvPr userDrawn="1"/>
        </p:nvCxnSpPr>
        <p:spPr bwMode="auto">
          <a:xfrm flipH="1">
            <a:off x="12226124" y="352345"/>
            <a:ext cx="276524"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Gerade Verbindung 66">
            <a:extLst>
              <a:ext uri="{FF2B5EF4-FFF2-40B4-BE49-F238E27FC236}">
                <a16:creationId xmlns:a16="http://schemas.microsoft.com/office/drawing/2014/main" id="{8040975D-2754-ECB8-01D4-AD29C3F37348}"/>
              </a:ext>
            </a:extLst>
          </p:cNvPr>
          <p:cNvCxnSpPr>
            <a:cxnSpLocks/>
          </p:cNvCxnSpPr>
          <p:nvPr userDrawn="1"/>
        </p:nvCxnSpPr>
        <p:spPr bwMode="auto">
          <a:xfrm flipH="1">
            <a:off x="12221432" y="6540638"/>
            <a:ext cx="276524"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1" name="Titelplatzhalter 56">
            <a:extLst>
              <a:ext uri="{FF2B5EF4-FFF2-40B4-BE49-F238E27FC236}">
                <a16:creationId xmlns:a16="http://schemas.microsoft.com/office/drawing/2014/main" id="{308CFBDF-4E8B-12EE-13A8-9BA4F44D483B}"/>
              </a:ext>
            </a:extLst>
          </p:cNvPr>
          <p:cNvSpPr>
            <a:spLocks noGrp="1"/>
          </p:cNvSpPr>
          <p:nvPr>
            <p:ph type="title"/>
          </p:nvPr>
        </p:nvSpPr>
        <p:spPr>
          <a:xfrm>
            <a:off x="383118" y="297875"/>
            <a:ext cx="11434662" cy="872817"/>
          </a:xfrm>
          <a:prstGeom prst="rect">
            <a:avLst/>
          </a:prstGeom>
        </p:spPr>
        <p:txBody>
          <a:bodyPr vert="horz" lIns="0" tIns="0" rIns="0" bIns="0" rtlCol="0" anchor="t" anchorCtr="0">
            <a:noAutofit/>
          </a:bodyPr>
          <a:lstStyle/>
          <a:p>
            <a:r>
              <a:rPr lang="de-DE"/>
              <a:t>Mastertitelformat bearbeiten</a:t>
            </a:r>
            <a:br>
              <a:rPr lang="de-DE"/>
            </a:br>
            <a:r>
              <a:rPr lang="de-DE"/>
              <a:t>Zweizeilig möglich</a:t>
            </a:r>
          </a:p>
        </p:txBody>
      </p:sp>
      <p:cxnSp>
        <p:nvCxnSpPr>
          <p:cNvPr id="99" name="Gerader Verbinder 98">
            <a:extLst>
              <a:ext uri="{FF2B5EF4-FFF2-40B4-BE49-F238E27FC236}">
                <a16:creationId xmlns:a16="http://schemas.microsoft.com/office/drawing/2014/main" id="{10ED544F-FCC4-13CF-39C2-9FD8DA743C6F}"/>
              </a:ext>
            </a:extLst>
          </p:cNvPr>
          <p:cNvCxnSpPr>
            <a:cxnSpLocks/>
          </p:cNvCxnSpPr>
          <p:nvPr userDrawn="1"/>
        </p:nvCxnSpPr>
        <p:spPr bwMode="gray">
          <a:xfrm flipH="1">
            <a:off x="-409695" y="1449046"/>
            <a:ext cx="341689" cy="0"/>
          </a:xfrm>
          <a:prstGeom prst="line">
            <a:avLst/>
          </a:prstGeom>
          <a:noFill/>
          <a:ln w="6350" cap="flat" cmpd="sng" algn="ctr">
            <a:solidFill>
              <a:schemeClr val="accent1"/>
            </a:solidFill>
            <a:prstDash val="solid"/>
            <a:miter lim="800000"/>
          </a:ln>
          <a:effectLst/>
        </p:spPr>
      </p:cxnSp>
      <p:cxnSp>
        <p:nvCxnSpPr>
          <p:cNvPr id="100" name="Gerader Verbinder 99">
            <a:extLst>
              <a:ext uri="{FF2B5EF4-FFF2-40B4-BE49-F238E27FC236}">
                <a16:creationId xmlns:a16="http://schemas.microsoft.com/office/drawing/2014/main" id="{732EED72-5947-C9DE-069C-7FBF3B7B632C}"/>
              </a:ext>
            </a:extLst>
          </p:cNvPr>
          <p:cNvCxnSpPr>
            <a:cxnSpLocks/>
          </p:cNvCxnSpPr>
          <p:nvPr userDrawn="1"/>
        </p:nvCxnSpPr>
        <p:spPr bwMode="gray">
          <a:xfrm flipH="1">
            <a:off x="-409695" y="1170692"/>
            <a:ext cx="341689" cy="0"/>
          </a:xfrm>
          <a:prstGeom prst="line">
            <a:avLst/>
          </a:prstGeom>
          <a:noFill/>
          <a:ln w="6350" cap="flat" cmpd="sng" algn="ctr">
            <a:solidFill>
              <a:srgbClr val="809399"/>
            </a:solidFill>
            <a:prstDash val="solid"/>
            <a:miter lim="800000"/>
          </a:ln>
          <a:effectLst/>
        </p:spPr>
      </p:cxnSp>
      <p:cxnSp>
        <p:nvCxnSpPr>
          <p:cNvPr id="107" name="Gerader Verbinder 106">
            <a:extLst>
              <a:ext uri="{FF2B5EF4-FFF2-40B4-BE49-F238E27FC236}">
                <a16:creationId xmlns:a16="http://schemas.microsoft.com/office/drawing/2014/main" id="{A6BF3E53-EFF6-6F69-EC75-E499530301C2}"/>
              </a:ext>
            </a:extLst>
          </p:cNvPr>
          <p:cNvCxnSpPr>
            <a:cxnSpLocks/>
          </p:cNvCxnSpPr>
          <p:nvPr userDrawn="1"/>
        </p:nvCxnSpPr>
        <p:spPr bwMode="gray">
          <a:xfrm flipH="1">
            <a:off x="12250627" y="1449046"/>
            <a:ext cx="341689" cy="0"/>
          </a:xfrm>
          <a:prstGeom prst="line">
            <a:avLst/>
          </a:prstGeom>
          <a:noFill/>
          <a:ln w="6350" cap="flat" cmpd="sng" algn="ctr">
            <a:solidFill>
              <a:schemeClr val="accent1"/>
            </a:solidFill>
            <a:prstDash val="solid"/>
            <a:miter lim="800000"/>
          </a:ln>
          <a:effectLst/>
        </p:spPr>
      </p:cxnSp>
      <p:cxnSp>
        <p:nvCxnSpPr>
          <p:cNvPr id="108" name="Gerader Verbinder 107">
            <a:extLst>
              <a:ext uri="{FF2B5EF4-FFF2-40B4-BE49-F238E27FC236}">
                <a16:creationId xmlns:a16="http://schemas.microsoft.com/office/drawing/2014/main" id="{34B482F6-F703-B2D6-0D59-341F97090FA3}"/>
              </a:ext>
            </a:extLst>
          </p:cNvPr>
          <p:cNvCxnSpPr>
            <a:cxnSpLocks/>
          </p:cNvCxnSpPr>
          <p:nvPr userDrawn="1"/>
        </p:nvCxnSpPr>
        <p:spPr bwMode="gray">
          <a:xfrm flipH="1">
            <a:off x="12250627" y="1170692"/>
            <a:ext cx="341689" cy="0"/>
          </a:xfrm>
          <a:prstGeom prst="line">
            <a:avLst/>
          </a:prstGeom>
          <a:noFill/>
          <a:ln w="6350" cap="flat" cmpd="sng" algn="ctr">
            <a:solidFill>
              <a:srgbClr val="809399"/>
            </a:solidFill>
            <a:prstDash val="solid"/>
            <a:miter lim="800000"/>
          </a:ln>
          <a:effectLst/>
        </p:spPr>
      </p:cxnSp>
      <p:sp>
        <p:nvSpPr>
          <p:cNvPr id="137" name="Fußzeilenplatzhalter 3">
            <a:extLst>
              <a:ext uri="{FF2B5EF4-FFF2-40B4-BE49-F238E27FC236}">
                <a16:creationId xmlns:a16="http://schemas.microsoft.com/office/drawing/2014/main" id="{19D8A979-2AAE-BE3C-6478-B6BBA0919813}"/>
              </a:ext>
            </a:extLst>
          </p:cNvPr>
          <p:cNvSpPr>
            <a:spLocks noGrp="1"/>
          </p:cNvSpPr>
          <p:nvPr>
            <p:ph type="ftr" sz="quarter" idx="3"/>
          </p:nvPr>
        </p:nvSpPr>
        <p:spPr>
          <a:xfrm>
            <a:off x="3510270" y="-9760"/>
            <a:ext cx="8302062" cy="235057"/>
          </a:xfrm>
          <a:prstGeom prst="rect">
            <a:avLst/>
          </a:prstGeom>
        </p:spPr>
        <p:txBody>
          <a:bodyPr lIns="0" tIns="0" rIns="0" bIns="0" anchor="ctr"/>
          <a:lstStyle>
            <a:lvl1pPr algn="r">
              <a:defRPr sz="933">
                <a:solidFill>
                  <a:schemeClr val="bg1"/>
                </a:solidFill>
              </a:defRPr>
            </a:lvl1pPr>
          </a:lstStyle>
          <a:p>
            <a:r>
              <a:rPr lang="de-DE"/>
              <a:t>AIRCO  |  mosaiic GmbH  |</a:t>
            </a:r>
          </a:p>
        </p:txBody>
      </p:sp>
      <p:sp>
        <p:nvSpPr>
          <p:cNvPr id="138" name="Foliennummernplatzhalter 4">
            <a:extLst>
              <a:ext uri="{FF2B5EF4-FFF2-40B4-BE49-F238E27FC236}">
                <a16:creationId xmlns:a16="http://schemas.microsoft.com/office/drawing/2014/main" id="{4CD7CB2A-7BBE-CBF0-3738-FB61E2825949}"/>
              </a:ext>
            </a:extLst>
          </p:cNvPr>
          <p:cNvSpPr>
            <a:spLocks noGrp="1"/>
          </p:cNvSpPr>
          <p:nvPr>
            <p:ph type="sldNum" sz="quarter" idx="4"/>
          </p:nvPr>
        </p:nvSpPr>
        <p:spPr>
          <a:xfrm>
            <a:off x="11812332" y="-9762"/>
            <a:ext cx="374225" cy="235057"/>
          </a:xfrm>
          <a:prstGeom prst="rect">
            <a:avLst/>
          </a:prstGeom>
        </p:spPr>
        <p:txBody>
          <a:bodyPr lIns="54000" tIns="0" rIns="0" bIns="0" anchor="ctr"/>
          <a:lstStyle>
            <a:lvl1pPr algn="l">
              <a:defRPr sz="933">
                <a:solidFill>
                  <a:schemeClr val="bg1"/>
                </a:solidFill>
              </a:defRPr>
            </a:lvl1pPr>
          </a:lstStyle>
          <a:p>
            <a:fld id="{F4B5F3EB-31C7-4555-828E-971415072856}" type="slidenum">
              <a:rPr lang="de-DE" smtClean="0"/>
              <a:pPr/>
              <a:t>‹Nr.›</a:t>
            </a:fld>
            <a:endParaRPr lang="de-DE"/>
          </a:p>
        </p:txBody>
      </p:sp>
      <p:sp>
        <p:nvSpPr>
          <p:cNvPr id="139" name="Textplatzhalter 2">
            <a:extLst>
              <a:ext uri="{FF2B5EF4-FFF2-40B4-BE49-F238E27FC236}">
                <a16:creationId xmlns:a16="http://schemas.microsoft.com/office/drawing/2014/main" id="{1E556118-D79E-C646-5199-C93D50193DAA}"/>
              </a:ext>
            </a:extLst>
          </p:cNvPr>
          <p:cNvSpPr>
            <a:spLocks noGrp="1"/>
          </p:cNvSpPr>
          <p:nvPr>
            <p:ph type="body" idx="1"/>
          </p:nvPr>
        </p:nvSpPr>
        <p:spPr>
          <a:xfrm>
            <a:off x="383117" y="1449046"/>
            <a:ext cx="11434660" cy="5071415"/>
          </a:xfrm>
          <a:prstGeom prst="rect">
            <a:avLst/>
          </a:prstGeom>
        </p:spPr>
        <p:txBody>
          <a:bodyPr vert="horz" lIns="0" tIns="0" rIns="0" bIns="0" rtlCol="0">
            <a:no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a:p>
            <a:pPr lvl="5"/>
            <a:r>
              <a:rPr lang="de-DE"/>
              <a:t>Sechste Ebene</a:t>
            </a:r>
          </a:p>
          <a:p>
            <a:pPr lvl="6"/>
            <a:r>
              <a:rPr lang="de-DE"/>
              <a:t>Siebte Ebene</a:t>
            </a:r>
          </a:p>
          <a:p>
            <a:pPr lvl="7"/>
            <a:r>
              <a:rPr lang="de-DE"/>
              <a:t>Achte Ebene</a:t>
            </a:r>
          </a:p>
        </p:txBody>
      </p:sp>
      <p:cxnSp>
        <p:nvCxnSpPr>
          <p:cNvPr id="8" name="Gerade Verbindung 69">
            <a:extLst>
              <a:ext uri="{FF2B5EF4-FFF2-40B4-BE49-F238E27FC236}">
                <a16:creationId xmlns:a16="http://schemas.microsoft.com/office/drawing/2014/main" id="{25AE5393-269D-1A92-F331-EBB38529AE3C}"/>
              </a:ext>
            </a:extLst>
          </p:cNvPr>
          <p:cNvCxnSpPr>
            <a:cxnSpLocks/>
          </p:cNvCxnSpPr>
          <p:nvPr userDrawn="1"/>
        </p:nvCxnSpPr>
        <p:spPr bwMode="auto">
          <a:xfrm flipH="1">
            <a:off x="3515713"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Gerade Verbindung 69">
            <a:extLst>
              <a:ext uri="{FF2B5EF4-FFF2-40B4-BE49-F238E27FC236}">
                <a16:creationId xmlns:a16="http://schemas.microsoft.com/office/drawing/2014/main" id="{A466A842-9E99-96B1-B9BF-E9B4CF59D64D}"/>
              </a:ext>
            </a:extLst>
          </p:cNvPr>
          <p:cNvCxnSpPr>
            <a:cxnSpLocks/>
          </p:cNvCxnSpPr>
          <p:nvPr userDrawn="1"/>
        </p:nvCxnSpPr>
        <p:spPr bwMode="auto">
          <a:xfrm flipH="1">
            <a:off x="11795942"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Gerader Verbinder 9">
            <a:extLst>
              <a:ext uri="{FF2B5EF4-FFF2-40B4-BE49-F238E27FC236}">
                <a16:creationId xmlns:a16="http://schemas.microsoft.com/office/drawing/2014/main" id="{C87E7429-8FFE-C752-4C55-DAF0C3584BF0}"/>
              </a:ext>
            </a:extLst>
          </p:cNvPr>
          <p:cNvCxnSpPr/>
          <p:nvPr userDrawn="1"/>
        </p:nvCxnSpPr>
        <p:spPr bwMode="gray">
          <a:xfrm flipH="1">
            <a:off x="-395760" y="6617503"/>
            <a:ext cx="341689" cy="0"/>
          </a:xfrm>
          <a:prstGeom prst="line">
            <a:avLst/>
          </a:prstGeom>
          <a:noFill/>
          <a:ln w="6350" cap="flat" cmpd="sng" algn="ctr">
            <a:solidFill>
              <a:srgbClr val="809399"/>
            </a:solidFill>
            <a:prstDash val="solid"/>
            <a:miter lim="800000"/>
          </a:ln>
          <a:effectLst/>
        </p:spPr>
      </p:cxnSp>
      <p:cxnSp>
        <p:nvCxnSpPr>
          <p:cNvPr id="11" name="Gerader Verbinder 10">
            <a:extLst>
              <a:ext uri="{FF2B5EF4-FFF2-40B4-BE49-F238E27FC236}">
                <a16:creationId xmlns:a16="http://schemas.microsoft.com/office/drawing/2014/main" id="{0E622632-5029-902D-E2DC-7CB2FD2D1F8D}"/>
              </a:ext>
            </a:extLst>
          </p:cNvPr>
          <p:cNvCxnSpPr/>
          <p:nvPr userDrawn="1"/>
        </p:nvCxnSpPr>
        <p:spPr bwMode="gray">
          <a:xfrm flipH="1">
            <a:off x="12233740" y="6617503"/>
            <a:ext cx="341689" cy="0"/>
          </a:xfrm>
          <a:prstGeom prst="line">
            <a:avLst/>
          </a:prstGeom>
          <a:noFill/>
          <a:ln w="6350" cap="flat" cmpd="sng" algn="ctr">
            <a:solidFill>
              <a:srgbClr val="809399"/>
            </a:solidFill>
            <a:prstDash val="solid"/>
            <a:miter lim="800000"/>
          </a:ln>
          <a:effectLst/>
        </p:spPr>
      </p:cxnSp>
      <p:cxnSp>
        <p:nvCxnSpPr>
          <p:cNvPr id="18" name="Gerade Verbindung 69">
            <a:extLst>
              <a:ext uri="{FF2B5EF4-FFF2-40B4-BE49-F238E27FC236}">
                <a16:creationId xmlns:a16="http://schemas.microsoft.com/office/drawing/2014/main" id="{B5BE8542-1A55-974B-C7FC-75B51974F963}"/>
              </a:ext>
            </a:extLst>
          </p:cNvPr>
          <p:cNvCxnSpPr>
            <a:cxnSpLocks/>
          </p:cNvCxnSpPr>
          <p:nvPr userDrawn="1"/>
        </p:nvCxnSpPr>
        <p:spPr bwMode="auto">
          <a:xfrm flipH="1">
            <a:off x="393630"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4" name="Datumsplatzhalter 3">
            <a:extLst>
              <a:ext uri="{FF2B5EF4-FFF2-40B4-BE49-F238E27FC236}">
                <a16:creationId xmlns:a16="http://schemas.microsoft.com/office/drawing/2014/main" id="{7D9DEB5C-BB1D-3C79-53EA-C2BC81482338}"/>
              </a:ext>
            </a:extLst>
          </p:cNvPr>
          <p:cNvSpPr>
            <a:spLocks noGrp="1"/>
          </p:cNvSpPr>
          <p:nvPr>
            <p:ph type="dt" sz="half" idx="2"/>
          </p:nvPr>
        </p:nvSpPr>
        <p:spPr>
          <a:xfrm>
            <a:off x="383117" y="-9762"/>
            <a:ext cx="2743200" cy="235057"/>
          </a:xfrm>
          <a:prstGeom prst="rect">
            <a:avLst/>
          </a:prstGeom>
        </p:spPr>
        <p:txBody>
          <a:bodyPr lIns="0" tIns="0" rIns="0" bIns="0" anchor="ctr"/>
          <a:lstStyle>
            <a:lvl1pPr algn="l">
              <a:defRPr lang="de-DE" sz="933" smtClean="0">
                <a:solidFill>
                  <a:schemeClr val="bg1"/>
                </a:solidFill>
              </a:defRPr>
            </a:lvl1pPr>
          </a:lstStyle>
          <a:p>
            <a:fld id="{C60C3794-F1D7-4AE3-AAB5-CB51F1ACBB4D}" type="datetime1">
              <a:rPr lang="de-DE" smtClean="0"/>
              <a:t>18.08.2026</a:t>
            </a:fld>
            <a:endParaRPr lang="de-DE"/>
          </a:p>
        </p:txBody>
      </p:sp>
      <p:grpSp>
        <p:nvGrpSpPr>
          <p:cNvPr id="3" name="Gruppieren 2">
            <a:extLst>
              <a:ext uri="{FF2B5EF4-FFF2-40B4-BE49-F238E27FC236}">
                <a16:creationId xmlns:a16="http://schemas.microsoft.com/office/drawing/2014/main" id="{102A7E4D-5D7D-DA71-9ECE-3C38BD28E893}"/>
              </a:ext>
            </a:extLst>
          </p:cNvPr>
          <p:cNvGrpSpPr/>
          <p:nvPr userDrawn="1"/>
        </p:nvGrpSpPr>
        <p:grpSpPr>
          <a:xfrm>
            <a:off x="12627799" y="-91438"/>
            <a:ext cx="1925408" cy="5938518"/>
            <a:chOff x="9758822" y="-586291"/>
            <a:chExt cx="2139791" cy="6317061"/>
          </a:xfrm>
        </p:grpSpPr>
        <p:sp>
          <p:nvSpPr>
            <p:cNvPr id="5" name="Rechteck 4">
              <a:extLst>
                <a:ext uri="{FF2B5EF4-FFF2-40B4-BE49-F238E27FC236}">
                  <a16:creationId xmlns:a16="http://schemas.microsoft.com/office/drawing/2014/main" id="{34DF1E82-7F1D-BD29-B2B6-AEBF0DEB043A}"/>
                </a:ext>
              </a:extLst>
            </p:cNvPr>
            <p:cNvSpPr/>
            <p:nvPr userDrawn="1"/>
          </p:nvSpPr>
          <p:spPr>
            <a:xfrm>
              <a:off x="11051071" y="2939779"/>
              <a:ext cx="831488" cy="824651"/>
            </a:xfrm>
            <a:prstGeom prst="rect">
              <a:avLst/>
            </a:prstGeom>
            <a:solidFill>
              <a:srgbClr val="FFD22A"/>
            </a:solidFill>
            <a:ln w="25400" cap="rnd" cmpd="sng" algn="ctr">
              <a:noFill/>
              <a:prstDash val="solid"/>
            </a:ln>
            <a:effectLst/>
          </p:spPr>
          <p:txBody>
            <a:bodyPr rtlCol="0" anchor="ctr"/>
            <a:lstStyle/>
            <a:p>
              <a:pPr algn="ctr">
                <a:defRPr/>
              </a:pPr>
              <a:r>
                <a:rPr lang="de-DE" sz="1200" kern="0">
                  <a:solidFill>
                    <a:prstClr val="white"/>
                  </a:solidFill>
                  <a:latin typeface="Calibri Light"/>
                </a:rPr>
                <a:t>100%</a:t>
              </a:r>
              <a:br>
                <a:rPr lang="de-DE" sz="1200" kern="0">
                  <a:solidFill>
                    <a:prstClr val="white"/>
                  </a:solidFill>
                  <a:latin typeface="Calibri Light"/>
                </a:rPr>
              </a:br>
              <a:r>
                <a:rPr lang="de-DE" sz="1200" kern="0">
                  <a:solidFill>
                    <a:prstClr val="white"/>
                  </a:solidFill>
                  <a:latin typeface="Calibri Light"/>
                </a:rPr>
                <a:t>#</a:t>
              </a:r>
              <a:br>
                <a:rPr lang="de-DE" sz="1200" kern="0">
                  <a:solidFill>
                    <a:prstClr val="white"/>
                  </a:solidFill>
                  <a:latin typeface="Calibri Light"/>
                </a:rPr>
              </a:br>
              <a:r>
                <a:rPr lang="de-DE" sz="1200" kern="0">
                  <a:solidFill>
                    <a:prstClr val="white"/>
                  </a:solidFill>
                  <a:latin typeface="Calibri Light"/>
                </a:rPr>
                <a:t>FFD22A</a:t>
              </a:r>
            </a:p>
          </p:txBody>
        </p:sp>
        <p:sp>
          <p:nvSpPr>
            <p:cNvPr id="6" name="Rechteck 5">
              <a:extLst>
                <a:ext uri="{FF2B5EF4-FFF2-40B4-BE49-F238E27FC236}">
                  <a16:creationId xmlns:a16="http://schemas.microsoft.com/office/drawing/2014/main" id="{4D057D0C-F9E5-BB06-F693-05D93689F74F}"/>
                </a:ext>
              </a:extLst>
            </p:cNvPr>
            <p:cNvSpPr/>
            <p:nvPr userDrawn="1"/>
          </p:nvSpPr>
          <p:spPr>
            <a:xfrm>
              <a:off x="11051071" y="1172636"/>
              <a:ext cx="831488" cy="824651"/>
            </a:xfrm>
            <a:prstGeom prst="rect">
              <a:avLst/>
            </a:prstGeom>
            <a:solidFill>
              <a:srgbClr val="6E7A96"/>
            </a:solidFill>
            <a:ln w="25400" cap="rnd" cmpd="sng" algn="ctr">
              <a:noFill/>
              <a:prstDash val="solid"/>
            </a:ln>
            <a:effectLst/>
          </p:spPr>
          <p:txBody>
            <a:bodyPr rtlCol="0" anchor="ctr"/>
            <a:lstStyle/>
            <a:p>
              <a:pPr algn="ctr">
                <a:defRPr/>
              </a:pPr>
              <a:r>
                <a:rPr lang="de-DE" sz="1200" kern="0">
                  <a:solidFill>
                    <a:prstClr val="white"/>
                  </a:solidFill>
                  <a:latin typeface="Calibri Light"/>
                </a:rPr>
                <a:t>100%</a:t>
              </a:r>
              <a:br>
                <a:rPr lang="de-DE" sz="1200" kern="0">
                  <a:solidFill>
                    <a:prstClr val="white"/>
                  </a:solidFill>
                  <a:latin typeface="Calibri Light"/>
                </a:rPr>
              </a:br>
              <a:r>
                <a:rPr lang="de-DE" sz="1200" kern="0">
                  <a:solidFill>
                    <a:prstClr val="white"/>
                  </a:solidFill>
                  <a:latin typeface="Calibri Light"/>
                </a:rPr>
                <a:t>#</a:t>
              </a:r>
              <a:br>
                <a:rPr lang="de-DE" sz="1200" kern="0">
                  <a:solidFill>
                    <a:prstClr val="white"/>
                  </a:solidFill>
                  <a:latin typeface="Calibri Light"/>
                </a:rPr>
              </a:br>
              <a:r>
                <a:rPr lang="de-DE" sz="1200" kern="0">
                  <a:solidFill>
                    <a:prstClr val="white"/>
                  </a:solidFill>
                  <a:latin typeface="Calibri Light"/>
                </a:rPr>
                <a:t>6E7A96</a:t>
              </a:r>
            </a:p>
          </p:txBody>
        </p:sp>
        <p:sp>
          <p:nvSpPr>
            <p:cNvPr id="7" name="Rechteck 6">
              <a:extLst>
                <a:ext uri="{FF2B5EF4-FFF2-40B4-BE49-F238E27FC236}">
                  <a16:creationId xmlns:a16="http://schemas.microsoft.com/office/drawing/2014/main" id="{6E5CE5A9-BAD2-4CE7-028E-49A43FDE291A}"/>
                </a:ext>
              </a:extLst>
            </p:cNvPr>
            <p:cNvSpPr/>
            <p:nvPr userDrawn="1"/>
          </p:nvSpPr>
          <p:spPr>
            <a:xfrm>
              <a:off x="9760735" y="1039221"/>
              <a:ext cx="1010471" cy="1002163"/>
            </a:xfrm>
            <a:prstGeom prst="rect">
              <a:avLst/>
            </a:prstGeom>
            <a:solidFill>
              <a:srgbClr val="F39719"/>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#F39719</a:t>
              </a:r>
              <a:endParaRPr kumimoji="0" lang="de-DE" sz="1600" b="0" i="0" u="none" strike="noStrike" kern="0" cap="none" spc="0" normalizeH="0" baseline="0" noProof="0">
                <a:ln>
                  <a:noFill/>
                </a:ln>
                <a:solidFill>
                  <a:prstClr val="white"/>
                </a:solidFill>
                <a:effectLst/>
                <a:uLnTx/>
                <a:uFillTx/>
                <a:latin typeface="Calibri Light"/>
                <a:ea typeface="+mn-ea"/>
                <a:cs typeface="+mn-cs"/>
              </a:endParaRPr>
            </a:p>
          </p:txBody>
        </p:sp>
        <p:sp>
          <p:nvSpPr>
            <p:cNvPr id="12" name="Rechteck 11">
              <a:extLst>
                <a:ext uri="{FF2B5EF4-FFF2-40B4-BE49-F238E27FC236}">
                  <a16:creationId xmlns:a16="http://schemas.microsoft.com/office/drawing/2014/main" id="{866C427D-1E69-BD52-A30B-A236428E5106}"/>
                </a:ext>
              </a:extLst>
            </p:cNvPr>
            <p:cNvSpPr/>
            <p:nvPr userDrawn="1"/>
          </p:nvSpPr>
          <p:spPr>
            <a:xfrm>
              <a:off x="9782211" y="-91119"/>
              <a:ext cx="1010471" cy="1002163"/>
            </a:xfrm>
            <a:prstGeom prst="rect">
              <a:avLst/>
            </a:prstGeom>
            <a:solidFill>
              <a:srgbClr val="17428F"/>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#17428F</a:t>
              </a:r>
            </a:p>
          </p:txBody>
        </p:sp>
        <p:sp>
          <p:nvSpPr>
            <p:cNvPr id="13" name="Rechteck 12">
              <a:extLst>
                <a:ext uri="{FF2B5EF4-FFF2-40B4-BE49-F238E27FC236}">
                  <a16:creationId xmlns:a16="http://schemas.microsoft.com/office/drawing/2014/main" id="{3103287A-2E6B-1154-4701-6833FE6C1F48}"/>
                </a:ext>
              </a:extLst>
            </p:cNvPr>
            <p:cNvSpPr/>
            <p:nvPr userDrawn="1"/>
          </p:nvSpPr>
          <p:spPr>
            <a:xfrm>
              <a:off x="9760735" y="2169563"/>
              <a:ext cx="1010471" cy="1002163"/>
            </a:xfrm>
            <a:prstGeom prst="rect">
              <a:avLst/>
            </a:prstGeom>
            <a:solidFill>
              <a:srgbClr val="808080"/>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Calibri Light"/>
                  <a:ea typeface="+mn-ea"/>
                  <a:cs typeface="+mn-cs"/>
                </a:rPr>
                <a:t>#808080</a:t>
              </a:r>
            </a:p>
          </p:txBody>
        </p:sp>
        <p:sp>
          <p:nvSpPr>
            <p:cNvPr id="14" name="Rechteck 13">
              <a:extLst>
                <a:ext uri="{FF2B5EF4-FFF2-40B4-BE49-F238E27FC236}">
                  <a16:creationId xmlns:a16="http://schemas.microsoft.com/office/drawing/2014/main" id="{B678542B-E126-F4D7-6D1D-1E40E1C9B0B5}"/>
                </a:ext>
              </a:extLst>
            </p:cNvPr>
            <p:cNvSpPr/>
            <p:nvPr userDrawn="1"/>
          </p:nvSpPr>
          <p:spPr>
            <a:xfrm>
              <a:off x="9758822" y="4039141"/>
              <a:ext cx="546921" cy="528032"/>
            </a:xfrm>
            <a:prstGeom prst="rect">
              <a:avLst/>
            </a:prstGeom>
            <a:solidFill>
              <a:srgbClr val="E5FFA8"/>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prstClr val="black"/>
                  </a:solidFill>
                  <a:effectLst/>
                  <a:uLnTx/>
                  <a:uFillTx/>
                  <a:latin typeface="Calibri Light"/>
                  <a:ea typeface="+mn-ea"/>
                  <a:cs typeface="+mn-cs"/>
                </a:rPr>
                <a:t>100%</a:t>
              </a:r>
              <a:br>
                <a:rPr kumimoji="0" lang="de-DE" sz="800" b="0" i="0" u="none" strike="noStrike" kern="0" cap="none" spc="0" normalizeH="0" baseline="0" noProof="0">
                  <a:ln>
                    <a:noFill/>
                  </a:ln>
                  <a:solidFill>
                    <a:prstClr val="black"/>
                  </a:solidFill>
                  <a:effectLst/>
                  <a:uLnTx/>
                  <a:uFillTx/>
                  <a:latin typeface="Calibri Light"/>
                  <a:ea typeface="+mn-ea"/>
                  <a:cs typeface="+mn-cs"/>
                </a:rPr>
              </a:br>
              <a:r>
                <a:rPr kumimoji="0" lang="de-DE" sz="800" b="0" i="0" u="none" strike="noStrike" kern="0" cap="none" spc="0" normalizeH="0" baseline="0" noProof="0">
                  <a:ln>
                    <a:noFill/>
                  </a:ln>
                  <a:solidFill>
                    <a:prstClr val="black"/>
                  </a:solidFill>
                  <a:effectLst/>
                  <a:uLnTx/>
                  <a:uFillTx/>
                  <a:latin typeface="Calibri Light"/>
                  <a:ea typeface="+mn-ea"/>
                  <a:cs typeface="+mn-cs"/>
                </a:rPr>
                <a:t>#</a:t>
              </a:r>
              <a:br>
                <a:rPr kumimoji="0" lang="de-DE" sz="800" b="0" i="0" u="none" strike="noStrike" kern="0" cap="none" spc="0" normalizeH="0" baseline="0" noProof="0">
                  <a:ln>
                    <a:noFill/>
                  </a:ln>
                  <a:solidFill>
                    <a:prstClr val="black"/>
                  </a:solidFill>
                  <a:effectLst/>
                  <a:uLnTx/>
                  <a:uFillTx/>
                  <a:latin typeface="Calibri Light"/>
                  <a:ea typeface="+mn-ea"/>
                  <a:cs typeface="+mn-cs"/>
                </a:rPr>
              </a:br>
              <a:r>
                <a:rPr kumimoji="0" lang="de-DE" sz="800" b="0" i="0" u="none" strike="noStrike" kern="0" cap="none" spc="0" normalizeH="0" baseline="0" noProof="0">
                  <a:ln>
                    <a:noFill/>
                  </a:ln>
                  <a:solidFill>
                    <a:prstClr val="black"/>
                  </a:solidFill>
                  <a:effectLst/>
                  <a:uLnTx/>
                  <a:uFillTx/>
                  <a:latin typeface="Calibri Light"/>
                  <a:ea typeface="+mn-ea"/>
                  <a:cs typeface="+mn-cs"/>
                </a:rPr>
                <a:t>E5FFA8</a:t>
              </a:r>
            </a:p>
          </p:txBody>
        </p:sp>
        <p:sp>
          <p:nvSpPr>
            <p:cNvPr id="15" name="Rechteck 14">
              <a:extLst>
                <a:ext uri="{FF2B5EF4-FFF2-40B4-BE49-F238E27FC236}">
                  <a16:creationId xmlns:a16="http://schemas.microsoft.com/office/drawing/2014/main" id="{E1FD37C6-1115-60F7-FC98-AA645AE85AB7}"/>
                </a:ext>
              </a:extLst>
            </p:cNvPr>
            <p:cNvSpPr/>
            <p:nvPr userDrawn="1"/>
          </p:nvSpPr>
          <p:spPr>
            <a:xfrm>
              <a:off x="10991688" y="4031153"/>
              <a:ext cx="546921" cy="528032"/>
            </a:xfrm>
            <a:prstGeom prst="rect">
              <a:avLst/>
            </a:prstGeom>
            <a:solidFill>
              <a:srgbClr val="EC6503"/>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prstClr val="white"/>
                  </a:solidFill>
                  <a:effectLst/>
                  <a:uLnTx/>
                  <a:uFillTx/>
                  <a:latin typeface="Calibri Light"/>
                  <a:ea typeface="+mn-ea"/>
                  <a:cs typeface="+mn-cs"/>
                </a:rPr>
                <a:t>100%</a:t>
              </a:r>
              <a:br>
                <a:rPr kumimoji="0" lang="de-DE" sz="800" b="0" i="0" u="none" strike="noStrike" kern="0" cap="none" spc="0" normalizeH="0" baseline="0" noProof="0">
                  <a:ln>
                    <a:noFill/>
                  </a:ln>
                  <a:solidFill>
                    <a:prstClr val="white"/>
                  </a:solidFill>
                  <a:effectLst/>
                  <a:uLnTx/>
                  <a:uFillTx/>
                  <a:latin typeface="Calibri Light"/>
                  <a:ea typeface="+mn-ea"/>
                  <a:cs typeface="+mn-cs"/>
                </a:rPr>
              </a:br>
              <a:r>
                <a:rPr kumimoji="0" lang="de-DE" sz="800" b="0" i="0" u="none" strike="noStrike" kern="0" cap="none" spc="0" normalizeH="0" baseline="0" noProof="0">
                  <a:ln>
                    <a:noFill/>
                  </a:ln>
                  <a:solidFill>
                    <a:prstClr val="white"/>
                  </a:solidFill>
                  <a:effectLst/>
                  <a:uLnTx/>
                  <a:uFillTx/>
                  <a:latin typeface="Calibri Light"/>
                  <a:ea typeface="+mn-ea"/>
                  <a:cs typeface="+mn-cs"/>
                </a:rPr>
                <a:t># EC6503</a:t>
              </a:r>
            </a:p>
          </p:txBody>
        </p:sp>
        <p:sp>
          <p:nvSpPr>
            <p:cNvPr id="16" name="Rechteck 15">
              <a:extLst>
                <a:ext uri="{FF2B5EF4-FFF2-40B4-BE49-F238E27FC236}">
                  <a16:creationId xmlns:a16="http://schemas.microsoft.com/office/drawing/2014/main" id="{DEA9A335-B05A-A5F6-D503-66CB7DB5C5CF}"/>
                </a:ext>
              </a:extLst>
            </p:cNvPr>
            <p:cNvSpPr/>
            <p:nvPr userDrawn="1"/>
          </p:nvSpPr>
          <p:spPr>
            <a:xfrm>
              <a:off x="9781337" y="4621957"/>
              <a:ext cx="542084" cy="528032"/>
            </a:xfrm>
            <a:prstGeom prst="rect">
              <a:avLst/>
            </a:prstGeom>
            <a:solidFill>
              <a:srgbClr val="662988"/>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bg1"/>
                  </a:solidFill>
                  <a:effectLst/>
                  <a:uLnTx/>
                  <a:uFillTx/>
                  <a:latin typeface="Calibri Light"/>
                  <a:ea typeface="+mn-ea"/>
                  <a:cs typeface="+mn-cs"/>
                </a:rPr>
                <a:t>100%</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662988</a:t>
              </a:r>
            </a:p>
          </p:txBody>
        </p:sp>
        <p:sp>
          <p:nvSpPr>
            <p:cNvPr id="17" name="Rechteck 16">
              <a:extLst>
                <a:ext uri="{FF2B5EF4-FFF2-40B4-BE49-F238E27FC236}">
                  <a16:creationId xmlns:a16="http://schemas.microsoft.com/office/drawing/2014/main" id="{74332A4C-154F-560B-8950-193D539811CA}"/>
                </a:ext>
              </a:extLst>
            </p:cNvPr>
            <p:cNvSpPr/>
            <p:nvPr userDrawn="1"/>
          </p:nvSpPr>
          <p:spPr>
            <a:xfrm>
              <a:off x="10991688" y="4624409"/>
              <a:ext cx="546921" cy="525576"/>
            </a:xfrm>
            <a:prstGeom prst="rect">
              <a:avLst/>
            </a:prstGeom>
            <a:solidFill>
              <a:srgbClr val="C31E51"/>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bg1"/>
                  </a:solidFill>
                  <a:effectLst/>
                  <a:uLnTx/>
                  <a:uFillTx/>
                  <a:latin typeface="Calibri Light"/>
                  <a:ea typeface="+mn-ea"/>
                  <a:cs typeface="+mn-cs"/>
                </a:rPr>
                <a:t>100%</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a:t>
              </a:r>
              <a:br>
                <a:rPr kumimoji="0" lang="de-DE" sz="800" b="0" i="0" u="none" strike="noStrike" kern="0" cap="none" spc="0" normalizeH="0" baseline="0" noProof="0">
                  <a:ln>
                    <a:noFill/>
                  </a:ln>
                  <a:solidFill>
                    <a:schemeClr val="bg1"/>
                  </a:solidFill>
                  <a:effectLst/>
                  <a:uLnTx/>
                  <a:uFillTx/>
                  <a:latin typeface="Calibri Light"/>
                  <a:ea typeface="+mn-ea"/>
                  <a:cs typeface="+mn-cs"/>
                </a:rPr>
              </a:br>
              <a:r>
                <a:rPr kumimoji="0" lang="de-DE" sz="800" b="0" i="0" u="none" strike="noStrike" kern="0" cap="none" spc="0" normalizeH="0" baseline="0" noProof="0">
                  <a:ln>
                    <a:noFill/>
                  </a:ln>
                  <a:solidFill>
                    <a:schemeClr val="bg1"/>
                  </a:solidFill>
                  <a:effectLst/>
                  <a:uLnTx/>
                  <a:uFillTx/>
                  <a:latin typeface="Calibri Light"/>
                  <a:ea typeface="+mn-ea"/>
                  <a:cs typeface="+mn-cs"/>
                </a:rPr>
                <a:t>C31E51</a:t>
              </a:r>
            </a:p>
          </p:txBody>
        </p:sp>
        <p:sp>
          <p:nvSpPr>
            <p:cNvPr id="19" name="Rechteck 18">
              <a:extLst>
                <a:ext uri="{FF2B5EF4-FFF2-40B4-BE49-F238E27FC236}">
                  <a16:creationId xmlns:a16="http://schemas.microsoft.com/office/drawing/2014/main" id="{70BB19A5-D0E1-376E-9DA5-1AADC47E054B}"/>
                </a:ext>
              </a:extLst>
            </p:cNvPr>
            <p:cNvSpPr/>
            <p:nvPr userDrawn="1"/>
          </p:nvSpPr>
          <p:spPr>
            <a:xfrm>
              <a:off x="11067125" y="-586291"/>
              <a:ext cx="831488" cy="824652"/>
            </a:xfrm>
            <a:prstGeom prst="rect">
              <a:avLst/>
            </a:prstGeom>
            <a:solidFill>
              <a:srgbClr val="17428F">
                <a:lumMod val="50000"/>
              </a:srgbClr>
            </a:solidFill>
            <a:ln w="12700" cap="flat" cmpd="sng" algn="ctr">
              <a:noFill/>
              <a:prstDash val="solid"/>
              <a:miter lim="800000"/>
            </a:ln>
            <a:effectLst/>
          </p:spPr>
          <p:txBody>
            <a:bodyPr rtlCol="0" anchor="ctr"/>
            <a:lstStyle/>
            <a:p>
              <a:pPr algn="ctr">
                <a:defRPr/>
              </a:pPr>
              <a:r>
                <a:rPr lang="de-DE" sz="1200" kern="0">
                  <a:solidFill>
                    <a:prstClr val="white"/>
                  </a:solidFill>
                  <a:latin typeface="Calibri" panose="020F0502020204030204"/>
                </a:rPr>
                <a:t>150%</a:t>
              </a:r>
              <a:br>
                <a:rPr lang="de-DE" sz="1200" kern="0">
                  <a:solidFill>
                    <a:prstClr val="white"/>
                  </a:solidFill>
                  <a:latin typeface="Calibri" panose="020F0502020204030204"/>
                </a:rPr>
              </a:br>
              <a:r>
                <a:rPr lang="de-DE" sz="1200" kern="0">
                  <a:solidFill>
                    <a:prstClr val="white"/>
                  </a:solidFill>
                  <a:latin typeface="Calibri" panose="020F0502020204030204"/>
                </a:rPr>
                <a:t>#0C2147</a:t>
              </a:r>
            </a:p>
          </p:txBody>
        </p:sp>
        <p:sp>
          <p:nvSpPr>
            <p:cNvPr id="20" name="Rechteck 19">
              <a:extLst>
                <a:ext uri="{FF2B5EF4-FFF2-40B4-BE49-F238E27FC236}">
                  <a16:creationId xmlns:a16="http://schemas.microsoft.com/office/drawing/2014/main" id="{875CC611-2FF3-3BFD-858F-F5BC1BF3A094}"/>
                </a:ext>
              </a:extLst>
            </p:cNvPr>
            <p:cNvSpPr/>
            <p:nvPr userDrawn="1"/>
          </p:nvSpPr>
          <p:spPr>
            <a:xfrm>
              <a:off x="11056829" y="284140"/>
              <a:ext cx="825731" cy="822525"/>
            </a:xfrm>
            <a:prstGeom prst="rect">
              <a:avLst/>
            </a:prstGeom>
            <a:solidFill>
              <a:schemeClr val="accent1">
                <a:lumMod val="20000"/>
                <a:lumOff val="80000"/>
              </a:schemeClr>
            </a:solidFill>
            <a:ln w="12700" cap="flat" cmpd="sng" algn="ctr">
              <a:noFill/>
              <a:prstDash val="solid"/>
              <a:miter lim="800000"/>
            </a:ln>
            <a:effectLst/>
          </p:spPr>
          <p:txBody>
            <a:bodyPr rtlCol="0" anchor="ctr"/>
            <a:lstStyle/>
            <a:p>
              <a:pPr algn="ctr">
                <a:defRPr/>
              </a:pPr>
              <a:r>
                <a:rPr lang="de-DE" sz="1467" kern="0">
                  <a:solidFill>
                    <a:prstClr val="white"/>
                  </a:solidFill>
                  <a:latin typeface="Calibri" panose="020F0502020204030204"/>
                </a:rPr>
                <a:t>20%</a:t>
              </a:r>
            </a:p>
          </p:txBody>
        </p:sp>
        <p:sp>
          <p:nvSpPr>
            <p:cNvPr id="21" name="Rechteck 20">
              <a:extLst>
                <a:ext uri="{FF2B5EF4-FFF2-40B4-BE49-F238E27FC236}">
                  <a16:creationId xmlns:a16="http://schemas.microsoft.com/office/drawing/2014/main" id="{FCEE113B-F0C7-262F-5A80-69A9DA10C66B}"/>
                </a:ext>
              </a:extLst>
            </p:cNvPr>
            <p:cNvSpPr/>
            <p:nvPr userDrawn="1"/>
          </p:nvSpPr>
          <p:spPr>
            <a:xfrm>
              <a:off x="11049574" y="2057271"/>
              <a:ext cx="825731" cy="822525"/>
            </a:xfrm>
            <a:prstGeom prst="rect">
              <a:avLst/>
            </a:prstGeom>
            <a:solidFill>
              <a:schemeClr val="accent2">
                <a:lumMod val="60000"/>
                <a:lumOff val="40000"/>
              </a:schemeClr>
            </a:solidFill>
            <a:ln w="12700" cap="flat" cmpd="sng" algn="ctr">
              <a:noFill/>
              <a:prstDash val="solid"/>
              <a:miter lim="800000"/>
            </a:ln>
            <a:effectLst/>
          </p:spPr>
          <p:txBody>
            <a:bodyPr rtlCol="0" anchor="ctr"/>
            <a:lstStyle/>
            <a:p>
              <a:pPr algn="ctr">
                <a:defRPr/>
              </a:pPr>
              <a:r>
                <a:rPr lang="de-DE" sz="1467" kern="0">
                  <a:solidFill>
                    <a:schemeClr val="bg1"/>
                  </a:solidFill>
                  <a:latin typeface="Calibri" panose="020F0502020204030204"/>
                </a:rPr>
                <a:t>40%</a:t>
              </a:r>
              <a:br>
                <a:rPr lang="de-DE" sz="1467" kern="0">
                  <a:solidFill>
                    <a:schemeClr val="bg1"/>
                  </a:solidFill>
                  <a:latin typeface="Calibri" panose="020F0502020204030204"/>
                </a:rPr>
              </a:br>
              <a:r>
                <a:rPr lang="de-DE" sz="1333" kern="0">
                  <a:solidFill>
                    <a:schemeClr val="bg1"/>
                  </a:solidFill>
                  <a:latin typeface="Calibri Light"/>
                </a:rPr>
                <a:t># F8C17</a:t>
              </a:r>
              <a:endParaRPr lang="de-DE" sz="1467" kern="0">
                <a:solidFill>
                  <a:schemeClr val="bg1"/>
                </a:solidFill>
                <a:latin typeface="Calibri" panose="020F0502020204030204"/>
              </a:endParaRPr>
            </a:p>
          </p:txBody>
        </p:sp>
        <p:sp>
          <p:nvSpPr>
            <p:cNvPr id="22" name="Rechteck 21">
              <a:extLst>
                <a:ext uri="{FF2B5EF4-FFF2-40B4-BE49-F238E27FC236}">
                  <a16:creationId xmlns:a16="http://schemas.microsoft.com/office/drawing/2014/main" id="{353F29FD-5076-55D2-7F3C-A9B562AA3D6A}"/>
                </a:ext>
              </a:extLst>
            </p:cNvPr>
            <p:cNvSpPr/>
            <p:nvPr userDrawn="1"/>
          </p:nvSpPr>
          <p:spPr>
            <a:xfrm>
              <a:off x="10376055" y="4031155"/>
              <a:ext cx="546921" cy="540504"/>
            </a:xfrm>
            <a:prstGeom prst="rect">
              <a:avLst/>
            </a:prstGeom>
            <a:solidFill>
              <a:schemeClr val="bg2">
                <a:lumMod val="40000"/>
                <a:lumOff val="60000"/>
              </a:schemeClr>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schemeClr val="tx1"/>
                  </a:solidFill>
                  <a:effectLst/>
                  <a:uLnTx/>
                  <a:uFillTx/>
                  <a:latin typeface="Calibri Light"/>
                  <a:ea typeface="+mn-ea"/>
                  <a:cs typeface="+mn-cs"/>
                </a:rPr>
                <a:t>40 %</a:t>
              </a:r>
            </a:p>
          </p:txBody>
        </p:sp>
        <p:cxnSp>
          <p:nvCxnSpPr>
            <p:cNvPr id="23" name="Gerader Verbinder 22">
              <a:extLst>
                <a:ext uri="{FF2B5EF4-FFF2-40B4-BE49-F238E27FC236}">
                  <a16:creationId xmlns:a16="http://schemas.microsoft.com/office/drawing/2014/main" id="{C6F6E4E2-B79C-6595-D3E3-B1DF80E9A2D9}"/>
                </a:ext>
              </a:extLst>
            </p:cNvPr>
            <p:cNvCxnSpPr>
              <a:cxnSpLocks/>
              <a:endCxn id="22" idx="0"/>
            </p:cNvCxnSpPr>
            <p:nvPr userDrawn="1"/>
          </p:nvCxnSpPr>
          <p:spPr>
            <a:xfrm>
              <a:off x="10492653" y="3171725"/>
              <a:ext cx="156864" cy="859429"/>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Gerader Verbinder 44">
              <a:extLst>
                <a:ext uri="{FF2B5EF4-FFF2-40B4-BE49-F238E27FC236}">
                  <a16:creationId xmlns:a16="http://schemas.microsoft.com/office/drawing/2014/main" id="{B4A34305-207B-5D97-450A-8B0C82FC15DE}"/>
                </a:ext>
              </a:extLst>
            </p:cNvPr>
            <p:cNvCxnSpPr>
              <a:endCxn id="21" idx="1"/>
            </p:cNvCxnSpPr>
            <p:nvPr userDrawn="1"/>
          </p:nvCxnSpPr>
          <p:spPr>
            <a:xfrm>
              <a:off x="10771206" y="1772125"/>
              <a:ext cx="278369" cy="696409"/>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6" name="Gerader Verbinder 45">
              <a:extLst>
                <a:ext uri="{FF2B5EF4-FFF2-40B4-BE49-F238E27FC236}">
                  <a16:creationId xmlns:a16="http://schemas.microsoft.com/office/drawing/2014/main" id="{5A9FD116-2CA2-403A-04B5-39E281441643}"/>
                </a:ext>
              </a:extLst>
            </p:cNvPr>
            <p:cNvCxnSpPr>
              <a:endCxn id="20" idx="1"/>
            </p:cNvCxnSpPr>
            <p:nvPr userDrawn="1"/>
          </p:nvCxnSpPr>
          <p:spPr>
            <a:xfrm>
              <a:off x="10771205" y="658033"/>
              <a:ext cx="285624" cy="37371"/>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7" name="Gerader Verbinder 46">
              <a:extLst>
                <a:ext uri="{FF2B5EF4-FFF2-40B4-BE49-F238E27FC236}">
                  <a16:creationId xmlns:a16="http://schemas.microsoft.com/office/drawing/2014/main" id="{FCD988A9-02C9-C67C-1829-CD4F4449A5EE}"/>
                </a:ext>
              </a:extLst>
            </p:cNvPr>
            <p:cNvCxnSpPr>
              <a:endCxn id="19" idx="1"/>
            </p:cNvCxnSpPr>
            <p:nvPr userDrawn="1"/>
          </p:nvCxnSpPr>
          <p:spPr>
            <a:xfrm flipV="1">
              <a:off x="10781943" y="-173965"/>
              <a:ext cx="285183" cy="375331"/>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48" name="Rechteck 47">
              <a:extLst>
                <a:ext uri="{FF2B5EF4-FFF2-40B4-BE49-F238E27FC236}">
                  <a16:creationId xmlns:a16="http://schemas.microsoft.com/office/drawing/2014/main" id="{23C62A31-051E-1EF3-4CB1-EFF71C7F8928}"/>
                </a:ext>
              </a:extLst>
            </p:cNvPr>
            <p:cNvSpPr/>
            <p:nvPr userDrawn="1"/>
          </p:nvSpPr>
          <p:spPr>
            <a:xfrm>
              <a:off x="10388265" y="4621953"/>
              <a:ext cx="542084" cy="528032"/>
            </a:xfrm>
            <a:prstGeom prst="rect">
              <a:avLst/>
            </a:prstGeom>
            <a:solidFill>
              <a:srgbClr val="1B798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de-DE" sz="800"/>
                <a:t>100%</a:t>
              </a:r>
              <a:br>
                <a:rPr lang="de-DE" sz="800"/>
              </a:br>
              <a:r>
                <a:rPr lang="de-DE" sz="800"/>
                <a:t># 1B798F</a:t>
              </a:r>
            </a:p>
          </p:txBody>
        </p:sp>
        <p:sp>
          <p:nvSpPr>
            <p:cNvPr id="49" name="Rechteck 48">
              <a:extLst>
                <a:ext uri="{FF2B5EF4-FFF2-40B4-BE49-F238E27FC236}">
                  <a16:creationId xmlns:a16="http://schemas.microsoft.com/office/drawing/2014/main" id="{B055E507-46B5-B4C4-A73B-A8212421ABB1}"/>
                </a:ext>
              </a:extLst>
            </p:cNvPr>
            <p:cNvSpPr/>
            <p:nvPr userDrawn="1"/>
          </p:nvSpPr>
          <p:spPr>
            <a:xfrm>
              <a:off x="10109850" y="5212757"/>
              <a:ext cx="522306" cy="518012"/>
            </a:xfrm>
            <a:prstGeom prst="rect">
              <a:avLst/>
            </a:prstGeom>
            <a:solidFill>
              <a:srgbClr val="D5301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800"/>
                <a:t>100%</a:t>
              </a:r>
              <a:br>
                <a:rPr lang="de-DE" sz="800"/>
              </a:br>
              <a:r>
                <a:rPr lang="de-DE" sz="800"/>
                <a:t># D53015</a:t>
              </a:r>
            </a:p>
          </p:txBody>
        </p:sp>
        <p:sp>
          <p:nvSpPr>
            <p:cNvPr id="50" name="Rechteck 49">
              <a:extLst>
                <a:ext uri="{FF2B5EF4-FFF2-40B4-BE49-F238E27FC236}">
                  <a16:creationId xmlns:a16="http://schemas.microsoft.com/office/drawing/2014/main" id="{A6E04F77-327B-80F9-B1E5-35517898D1FC}"/>
                </a:ext>
              </a:extLst>
            </p:cNvPr>
            <p:cNvSpPr/>
            <p:nvPr userDrawn="1"/>
          </p:nvSpPr>
          <p:spPr>
            <a:xfrm>
              <a:off x="10711072" y="5212757"/>
              <a:ext cx="522306" cy="518013"/>
            </a:xfrm>
            <a:prstGeom prst="rect">
              <a:avLst/>
            </a:prstGeom>
            <a:solidFill>
              <a:schemeClr val="accent6">
                <a:lumMod val="50000"/>
              </a:schemeClr>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schemeClr val="tx1"/>
                  </a:solidFill>
                  <a:effectLst/>
                  <a:uLnTx/>
                  <a:uFillTx/>
                  <a:latin typeface="Calibri Light"/>
                  <a:ea typeface="+mn-ea"/>
                  <a:cs typeface="+mn-cs"/>
                </a:rPr>
                <a:t>150 %</a:t>
              </a:r>
            </a:p>
          </p:txBody>
        </p:sp>
      </p:grpSp>
    </p:spTree>
    <p:extLst>
      <p:ext uri="{BB962C8B-B14F-4D97-AF65-F5344CB8AC3E}">
        <p14:creationId xmlns:p14="http://schemas.microsoft.com/office/powerpoint/2010/main" val="3757452316"/>
      </p:ext>
    </p:extLst>
  </p:cSld>
  <p:clrMap bg1="lt1" tx1="dk1" bg2="lt2" tx2="dk2" accent1="accent1" accent2="accent2" accent3="accent3" accent4="accent4" accent5="accent5" accent6="accent6" hlink="hlink" folHlink="folHlink"/>
  <p:sldLayoutIdLst>
    <p:sldLayoutId id="2147483925" r:id="rId1"/>
    <p:sldLayoutId id="2147483924" r:id="rId2"/>
    <p:sldLayoutId id="2147483923" r:id="rId3"/>
    <p:sldLayoutId id="2147483910" r:id="rId4"/>
    <p:sldLayoutId id="2147483911" r:id="rId5"/>
    <p:sldLayoutId id="2147483917" r:id="rId6"/>
  </p:sldLayoutIdLst>
  <p:hf hdr="0"/>
  <p:txStyles>
    <p:titleStyle>
      <a:lvl1pPr algn="l" defTabSz="914377"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28594" indent="-180000" algn="l" defTabSz="914377" rtl="0" eaLnBrk="1" latinLnBrk="0" hangingPunct="1">
        <a:lnSpc>
          <a:spcPct val="90000"/>
        </a:lnSpc>
        <a:spcBef>
          <a:spcPts val="1000"/>
        </a:spcBef>
        <a:buFont typeface="Arial" panose="020B0604020202020204" pitchFamily="34" charset="0"/>
        <a:buChar char="•"/>
        <a:defRPr sz="1600" kern="1200">
          <a:solidFill>
            <a:schemeClr val="bg1"/>
          </a:solidFill>
          <a:latin typeface="+mn-lt"/>
          <a:ea typeface="+mn-ea"/>
          <a:cs typeface="+mn-cs"/>
        </a:defRPr>
      </a:lvl1pPr>
      <a:lvl2pPr marL="432000" indent="-180000" algn="l" defTabSz="914377"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mn-cs"/>
        </a:defRPr>
      </a:lvl2pPr>
      <a:lvl3pPr marL="648000" indent="-180000" algn="l" defTabSz="914377" rtl="0" eaLnBrk="1" latinLnBrk="0" hangingPunct="1">
        <a:lnSpc>
          <a:spcPct val="90000"/>
        </a:lnSpc>
        <a:spcBef>
          <a:spcPts val="500"/>
        </a:spcBef>
        <a:buFont typeface="Arial" panose="020B0604020202020204" pitchFamily="34" charset="0"/>
        <a:buChar char="•"/>
        <a:defRPr sz="1400" kern="1200">
          <a:solidFill>
            <a:schemeClr val="bg1"/>
          </a:solidFill>
          <a:latin typeface="+mn-lt"/>
          <a:ea typeface="+mn-ea"/>
          <a:cs typeface="+mn-cs"/>
        </a:defRPr>
      </a:lvl3pPr>
      <a:lvl4pPr marL="828000" indent="-180000" algn="l" defTabSz="914377" rtl="0" eaLnBrk="1" latinLnBrk="0" hangingPunct="1">
        <a:lnSpc>
          <a:spcPct val="90000"/>
        </a:lnSpc>
        <a:spcBef>
          <a:spcPts val="500"/>
        </a:spcBef>
        <a:buFont typeface="Arial" panose="020B0604020202020204" pitchFamily="34" charset="0"/>
        <a:buChar char="•"/>
        <a:defRPr sz="1200" kern="1200">
          <a:solidFill>
            <a:schemeClr val="bg1"/>
          </a:solidFill>
          <a:latin typeface="+mn-lt"/>
          <a:ea typeface="+mn-ea"/>
          <a:cs typeface="+mn-cs"/>
        </a:defRPr>
      </a:lvl4pPr>
      <a:lvl5pPr marL="1008000" indent="-180000" algn="l" defTabSz="914377" rtl="0" eaLnBrk="1" latinLnBrk="0" hangingPunct="1">
        <a:lnSpc>
          <a:spcPct val="90000"/>
        </a:lnSpc>
        <a:spcBef>
          <a:spcPts val="500"/>
        </a:spcBef>
        <a:buFont typeface="Arial" panose="020B0604020202020204" pitchFamily="34" charset="0"/>
        <a:buChar char="•"/>
        <a:defRPr sz="1200" kern="1200">
          <a:solidFill>
            <a:schemeClr val="bg1"/>
          </a:solidFill>
          <a:latin typeface="+mn-lt"/>
          <a:ea typeface="+mn-ea"/>
          <a:cs typeface="+mn-cs"/>
        </a:defRPr>
      </a:lvl5pPr>
      <a:lvl6pPr marL="1188000" indent="-180000" algn="l" defTabSz="914377" rtl="0" eaLnBrk="1" latinLnBrk="0" hangingPunct="1">
        <a:lnSpc>
          <a:spcPct val="90000"/>
        </a:lnSpc>
        <a:spcBef>
          <a:spcPts val="500"/>
        </a:spcBef>
        <a:buFont typeface="Arial" panose="020B0604020202020204" pitchFamily="34" charset="0"/>
        <a:buChar char="•"/>
        <a:defRPr sz="1050" kern="1200">
          <a:solidFill>
            <a:schemeClr val="bg1"/>
          </a:solidFill>
          <a:latin typeface="+mn-lt"/>
          <a:ea typeface="+mn-ea"/>
          <a:cs typeface="+mn-cs"/>
        </a:defRPr>
      </a:lvl6pPr>
      <a:lvl7pPr marL="1332000" indent="-180000" algn="l" defTabSz="914377" rtl="0" eaLnBrk="1" latinLnBrk="0" hangingPunct="1">
        <a:lnSpc>
          <a:spcPct val="90000"/>
        </a:lnSpc>
        <a:spcBef>
          <a:spcPts val="500"/>
        </a:spcBef>
        <a:buFont typeface="Arial" panose="020B0604020202020204" pitchFamily="34" charset="0"/>
        <a:buChar char="•"/>
        <a:defRPr sz="1050" kern="1200">
          <a:solidFill>
            <a:schemeClr val="bg1"/>
          </a:solidFill>
          <a:latin typeface="+mn-lt"/>
          <a:ea typeface="+mn-ea"/>
          <a:cs typeface="+mn-cs"/>
        </a:defRPr>
      </a:lvl7pPr>
      <a:lvl8pPr marL="1476000" indent="-180000" algn="l" defTabSz="914377" rtl="0" eaLnBrk="1" latinLnBrk="0" hangingPunct="1">
        <a:lnSpc>
          <a:spcPct val="90000"/>
        </a:lnSpc>
        <a:spcBef>
          <a:spcPts val="500"/>
        </a:spcBef>
        <a:buFont typeface="Arial" panose="020B0604020202020204" pitchFamily="34" charset="0"/>
        <a:buChar char="•"/>
        <a:defRPr sz="900" kern="1200">
          <a:solidFill>
            <a:schemeClr val="bg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tx2"/>
        </a:solidFill>
        <a:effectLst/>
      </p:bgPr>
    </p:bg>
    <p:spTree>
      <p:nvGrpSpPr>
        <p:cNvPr id="1" name=""/>
        <p:cNvGrpSpPr/>
        <p:nvPr/>
      </p:nvGrpSpPr>
      <p:grpSpPr>
        <a:xfrm>
          <a:off x="0" y="0"/>
          <a:ext cx="0" cy="0"/>
          <a:chOff x="0" y="0"/>
          <a:chExt cx="0" cy="0"/>
        </a:xfrm>
      </p:grpSpPr>
      <p:cxnSp>
        <p:nvCxnSpPr>
          <p:cNvPr id="64" name="Gerade Verbindung 18">
            <a:extLst>
              <a:ext uri="{FF2B5EF4-FFF2-40B4-BE49-F238E27FC236}">
                <a16:creationId xmlns:a16="http://schemas.microsoft.com/office/drawing/2014/main" id="{B4DE5404-5C9F-FDA6-080C-0BB3547D327E}"/>
              </a:ext>
            </a:extLst>
          </p:cNvPr>
          <p:cNvCxnSpPr>
            <a:cxnSpLocks/>
          </p:cNvCxnSpPr>
          <p:nvPr userDrawn="1"/>
        </p:nvCxnSpPr>
        <p:spPr bwMode="auto">
          <a:xfrm flipH="1">
            <a:off x="-356006" y="346902"/>
            <a:ext cx="288000"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5" name="Gerade Verbindung 36">
            <a:extLst>
              <a:ext uri="{FF2B5EF4-FFF2-40B4-BE49-F238E27FC236}">
                <a16:creationId xmlns:a16="http://schemas.microsoft.com/office/drawing/2014/main" id="{B014601D-E956-1B4B-1A14-C215779D077E}"/>
              </a:ext>
            </a:extLst>
          </p:cNvPr>
          <p:cNvCxnSpPr>
            <a:cxnSpLocks/>
          </p:cNvCxnSpPr>
          <p:nvPr userDrawn="1"/>
        </p:nvCxnSpPr>
        <p:spPr bwMode="auto">
          <a:xfrm flipH="1">
            <a:off x="38311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7" name="Gerade Verbindung 63">
            <a:extLst>
              <a:ext uri="{FF2B5EF4-FFF2-40B4-BE49-F238E27FC236}">
                <a16:creationId xmlns:a16="http://schemas.microsoft.com/office/drawing/2014/main" id="{04CF4B50-AC29-AE69-30A1-6063690A3C24}"/>
              </a:ext>
            </a:extLst>
          </p:cNvPr>
          <p:cNvCxnSpPr>
            <a:cxnSpLocks/>
          </p:cNvCxnSpPr>
          <p:nvPr userDrawn="1"/>
        </p:nvCxnSpPr>
        <p:spPr bwMode="auto">
          <a:xfrm flipH="1">
            <a:off x="-395760" y="6537339"/>
            <a:ext cx="341689"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69" name="Gerade Verbindung 69">
            <a:extLst>
              <a:ext uri="{FF2B5EF4-FFF2-40B4-BE49-F238E27FC236}">
                <a16:creationId xmlns:a16="http://schemas.microsoft.com/office/drawing/2014/main" id="{D34C9840-EBCB-B01D-DFD5-F8F6844A9E92}"/>
              </a:ext>
            </a:extLst>
          </p:cNvPr>
          <p:cNvCxnSpPr>
            <a:cxnSpLocks/>
          </p:cNvCxnSpPr>
          <p:nvPr userDrawn="1"/>
        </p:nvCxnSpPr>
        <p:spPr bwMode="auto">
          <a:xfrm flipH="1">
            <a:off x="11299388" y="-324672"/>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0" name="Gerade Verbindung 70">
            <a:extLst>
              <a:ext uri="{FF2B5EF4-FFF2-40B4-BE49-F238E27FC236}">
                <a16:creationId xmlns:a16="http://schemas.microsoft.com/office/drawing/2014/main" id="{B93BC62A-B563-DFBE-7E44-F89642DBDDEF}"/>
              </a:ext>
            </a:extLst>
          </p:cNvPr>
          <p:cNvCxnSpPr>
            <a:cxnSpLocks/>
          </p:cNvCxnSpPr>
          <p:nvPr userDrawn="1"/>
        </p:nvCxnSpPr>
        <p:spPr bwMode="auto">
          <a:xfrm flipH="1">
            <a:off x="11817779" y="-321700"/>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2" name="Gerade Verbindung 77">
            <a:extLst>
              <a:ext uri="{FF2B5EF4-FFF2-40B4-BE49-F238E27FC236}">
                <a16:creationId xmlns:a16="http://schemas.microsoft.com/office/drawing/2014/main" id="{841404D7-2B61-6E09-FF0D-806518BEFC4A}"/>
              </a:ext>
            </a:extLst>
          </p:cNvPr>
          <p:cNvCxnSpPr>
            <a:cxnSpLocks/>
          </p:cNvCxnSpPr>
          <p:nvPr userDrawn="1"/>
        </p:nvCxnSpPr>
        <p:spPr bwMode="auto">
          <a:xfrm flipH="1">
            <a:off x="633602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3" name="Gerade Verbindung 78">
            <a:extLst>
              <a:ext uri="{FF2B5EF4-FFF2-40B4-BE49-F238E27FC236}">
                <a16:creationId xmlns:a16="http://schemas.microsoft.com/office/drawing/2014/main" id="{6A6BEBCD-F779-4D95-9C49-076D5588D868}"/>
              </a:ext>
            </a:extLst>
          </p:cNvPr>
          <p:cNvCxnSpPr>
            <a:cxnSpLocks/>
          </p:cNvCxnSpPr>
          <p:nvPr userDrawn="1"/>
        </p:nvCxnSpPr>
        <p:spPr bwMode="auto">
          <a:xfrm flipH="1">
            <a:off x="5856817" y="-335736"/>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7" name="Gerade Verbindung 66">
            <a:extLst>
              <a:ext uri="{FF2B5EF4-FFF2-40B4-BE49-F238E27FC236}">
                <a16:creationId xmlns:a16="http://schemas.microsoft.com/office/drawing/2014/main" id="{6BF0E44B-A694-8368-DCF2-69C877D621E3}"/>
              </a:ext>
            </a:extLst>
          </p:cNvPr>
          <p:cNvCxnSpPr>
            <a:cxnSpLocks/>
          </p:cNvCxnSpPr>
          <p:nvPr userDrawn="1"/>
        </p:nvCxnSpPr>
        <p:spPr bwMode="auto">
          <a:xfrm flipH="1">
            <a:off x="12231567" y="346902"/>
            <a:ext cx="276524"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0" name="Gerade Verbindung 66">
            <a:extLst>
              <a:ext uri="{FF2B5EF4-FFF2-40B4-BE49-F238E27FC236}">
                <a16:creationId xmlns:a16="http://schemas.microsoft.com/office/drawing/2014/main" id="{8040975D-2754-ECB8-01D4-AD29C3F37348}"/>
              </a:ext>
            </a:extLst>
          </p:cNvPr>
          <p:cNvCxnSpPr>
            <a:cxnSpLocks/>
          </p:cNvCxnSpPr>
          <p:nvPr userDrawn="1"/>
        </p:nvCxnSpPr>
        <p:spPr bwMode="auto">
          <a:xfrm flipH="1">
            <a:off x="12221432" y="6540638"/>
            <a:ext cx="276524" cy="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91" name="Titelplatzhalter 56">
            <a:extLst>
              <a:ext uri="{FF2B5EF4-FFF2-40B4-BE49-F238E27FC236}">
                <a16:creationId xmlns:a16="http://schemas.microsoft.com/office/drawing/2014/main" id="{308CFBDF-4E8B-12EE-13A8-9BA4F44D483B}"/>
              </a:ext>
            </a:extLst>
          </p:cNvPr>
          <p:cNvSpPr>
            <a:spLocks noGrp="1"/>
          </p:cNvSpPr>
          <p:nvPr>
            <p:ph type="title"/>
          </p:nvPr>
        </p:nvSpPr>
        <p:spPr>
          <a:xfrm>
            <a:off x="383118" y="297875"/>
            <a:ext cx="11434662" cy="872817"/>
          </a:xfrm>
          <a:prstGeom prst="rect">
            <a:avLst/>
          </a:prstGeom>
        </p:spPr>
        <p:txBody>
          <a:bodyPr vert="horz" lIns="0" tIns="0" rIns="0" bIns="0" rtlCol="0" anchor="t" anchorCtr="0">
            <a:noAutofit/>
          </a:bodyPr>
          <a:lstStyle/>
          <a:p>
            <a:r>
              <a:rPr lang="de-DE"/>
              <a:t>Mastertitelformat bearbeiten</a:t>
            </a:r>
            <a:br>
              <a:rPr lang="de-DE"/>
            </a:br>
            <a:r>
              <a:rPr lang="de-DE"/>
              <a:t>Zweizeilig möglich</a:t>
            </a:r>
          </a:p>
        </p:txBody>
      </p:sp>
      <p:cxnSp>
        <p:nvCxnSpPr>
          <p:cNvPr id="99" name="Gerader Verbinder 98">
            <a:extLst>
              <a:ext uri="{FF2B5EF4-FFF2-40B4-BE49-F238E27FC236}">
                <a16:creationId xmlns:a16="http://schemas.microsoft.com/office/drawing/2014/main" id="{10ED544F-FCC4-13CF-39C2-9FD8DA743C6F}"/>
              </a:ext>
            </a:extLst>
          </p:cNvPr>
          <p:cNvCxnSpPr>
            <a:cxnSpLocks/>
          </p:cNvCxnSpPr>
          <p:nvPr userDrawn="1"/>
        </p:nvCxnSpPr>
        <p:spPr bwMode="gray">
          <a:xfrm flipH="1">
            <a:off x="-409695" y="1449046"/>
            <a:ext cx="341689" cy="0"/>
          </a:xfrm>
          <a:prstGeom prst="line">
            <a:avLst/>
          </a:prstGeom>
          <a:noFill/>
          <a:ln w="6350" cap="flat" cmpd="sng" algn="ctr">
            <a:solidFill>
              <a:schemeClr val="accent1"/>
            </a:solidFill>
            <a:prstDash val="solid"/>
            <a:miter lim="800000"/>
          </a:ln>
          <a:effectLst/>
        </p:spPr>
      </p:cxnSp>
      <p:cxnSp>
        <p:nvCxnSpPr>
          <p:cNvPr id="100" name="Gerader Verbinder 99">
            <a:extLst>
              <a:ext uri="{FF2B5EF4-FFF2-40B4-BE49-F238E27FC236}">
                <a16:creationId xmlns:a16="http://schemas.microsoft.com/office/drawing/2014/main" id="{732EED72-5947-C9DE-069C-7FBF3B7B632C}"/>
              </a:ext>
            </a:extLst>
          </p:cNvPr>
          <p:cNvCxnSpPr>
            <a:cxnSpLocks/>
          </p:cNvCxnSpPr>
          <p:nvPr userDrawn="1"/>
        </p:nvCxnSpPr>
        <p:spPr bwMode="gray">
          <a:xfrm flipH="1">
            <a:off x="-409695" y="1170692"/>
            <a:ext cx="341689" cy="0"/>
          </a:xfrm>
          <a:prstGeom prst="line">
            <a:avLst/>
          </a:prstGeom>
          <a:noFill/>
          <a:ln w="6350" cap="flat" cmpd="sng" algn="ctr">
            <a:solidFill>
              <a:srgbClr val="809399"/>
            </a:solidFill>
            <a:prstDash val="solid"/>
            <a:miter lim="800000"/>
          </a:ln>
          <a:effectLst/>
        </p:spPr>
      </p:cxnSp>
      <p:cxnSp>
        <p:nvCxnSpPr>
          <p:cNvPr id="107" name="Gerader Verbinder 106">
            <a:extLst>
              <a:ext uri="{FF2B5EF4-FFF2-40B4-BE49-F238E27FC236}">
                <a16:creationId xmlns:a16="http://schemas.microsoft.com/office/drawing/2014/main" id="{A6BF3E53-EFF6-6F69-EC75-E499530301C2}"/>
              </a:ext>
            </a:extLst>
          </p:cNvPr>
          <p:cNvCxnSpPr>
            <a:cxnSpLocks/>
          </p:cNvCxnSpPr>
          <p:nvPr userDrawn="1"/>
        </p:nvCxnSpPr>
        <p:spPr bwMode="gray">
          <a:xfrm flipH="1">
            <a:off x="12250627" y="1449046"/>
            <a:ext cx="341689" cy="0"/>
          </a:xfrm>
          <a:prstGeom prst="line">
            <a:avLst/>
          </a:prstGeom>
          <a:noFill/>
          <a:ln w="6350" cap="flat" cmpd="sng" algn="ctr">
            <a:solidFill>
              <a:schemeClr val="accent1"/>
            </a:solidFill>
            <a:prstDash val="solid"/>
            <a:miter lim="800000"/>
          </a:ln>
          <a:effectLst/>
        </p:spPr>
      </p:cxnSp>
      <p:cxnSp>
        <p:nvCxnSpPr>
          <p:cNvPr id="108" name="Gerader Verbinder 107">
            <a:extLst>
              <a:ext uri="{FF2B5EF4-FFF2-40B4-BE49-F238E27FC236}">
                <a16:creationId xmlns:a16="http://schemas.microsoft.com/office/drawing/2014/main" id="{34B482F6-F703-B2D6-0D59-341F97090FA3}"/>
              </a:ext>
            </a:extLst>
          </p:cNvPr>
          <p:cNvCxnSpPr>
            <a:cxnSpLocks/>
          </p:cNvCxnSpPr>
          <p:nvPr userDrawn="1"/>
        </p:nvCxnSpPr>
        <p:spPr bwMode="gray">
          <a:xfrm flipH="1">
            <a:off x="12250627" y="1170692"/>
            <a:ext cx="341689" cy="0"/>
          </a:xfrm>
          <a:prstGeom prst="line">
            <a:avLst/>
          </a:prstGeom>
          <a:noFill/>
          <a:ln w="6350" cap="flat" cmpd="sng" algn="ctr">
            <a:solidFill>
              <a:srgbClr val="809399"/>
            </a:solidFill>
            <a:prstDash val="solid"/>
            <a:miter lim="800000"/>
          </a:ln>
          <a:effectLst/>
        </p:spPr>
      </p:cxnSp>
      <p:sp>
        <p:nvSpPr>
          <p:cNvPr id="136" name="Datumsplatzhalter 2">
            <a:extLst>
              <a:ext uri="{FF2B5EF4-FFF2-40B4-BE49-F238E27FC236}">
                <a16:creationId xmlns:a16="http://schemas.microsoft.com/office/drawing/2014/main" id="{C6E358BB-44DD-9213-E2BB-51791C8E7362}"/>
              </a:ext>
            </a:extLst>
          </p:cNvPr>
          <p:cNvSpPr>
            <a:spLocks noGrp="1"/>
          </p:cNvSpPr>
          <p:nvPr userDrawn="1">
            <p:ph type="dt" sz="half" idx="2"/>
          </p:nvPr>
        </p:nvSpPr>
        <p:spPr>
          <a:xfrm>
            <a:off x="383117" y="6634231"/>
            <a:ext cx="3132596" cy="235058"/>
          </a:xfrm>
          <a:prstGeom prst="rect">
            <a:avLst/>
          </a:prstGeom>
        </p:spPr>
        <p:txBody>
          <a:bodyPr lIns="0" tIns="0" rIns="0" bIns="0" anchor="ctr"/>
          <a:lstStyle>
            <a:lvl1pPr>
              <a:defRPr sz="933">
                <a:solidFill>
                  <a:schemeClr val="bg1"/>
                </a:solidFill>
              </a:defRPr>
            </a:lvl1pPr>
          </a:lstStyle>
          <a:p>
            <a:fld id="{D9C49A53-E877-4FF4-A192-546DA1463F2F}" type="datetime1">
              <a:rPr lang="de-DE" smtClean="0"/>
              <a:t>18.08.2026</a:t>
            </a:fld>
            <a:endParaRPr lang="de-DE"/>
          </a:p>
        </p:txBody>
      </p:sp>
      <p:sp>
        <p:nvSpPr>
          <p:cNvPr id="137" name="Fußzeilenplatzhalter 3">
            <a:extLst>
              <a:ext uri="{FF2B5EF4-FFF2-40B4-BE49-F238E27FC236}">
                <a16:creationId xmlns:a16="http://schemas.microsoft.com/office/drawing/2014/main" id="{19D8A979-2AAE-BE3C-6478-B6BBA0919813}"/>
              </a:ext>
            </a:extLst>
          </p:cNvPr>
          <p:cNvSpPr>
            <a:spLocks noGrp="1"/>
          </p:cNvSpPr>
          <p:nvPr userDrawn="1">
            <p:ph type="ftr" sz="quarter" idx="3"/>
          </p:nvPr>
        </p:nvSpPr>
        <p:spPr>
          <a:xfrm>
            <a:off x="3515713" y="6634231"/>
            <a:ext cx="8302062" cy="235057"/>
          </a:xfrm>
          <a:prstGeom prst="rect">
            <a:avLst/>
          </a:prstGeom>
        </p:spPr>
        <p:txBody>
          <a:bodyPr lIns="0" tIns="0" rIns="0" bIns="0" anchor="ctr"/>
          <a:lstStyle>
            <a:lvl1pPr algn="r">
              <a:defRPr sz="933">
                <a:solidFill>
                  <a:schemeClr val="bg1"/>
                </a:solidFill>
              </a:defRPr>
            </a:lvl1pPr>
          </a:lstStyle>
          <a:p>
            <a:r>
              <a:rPr lang="de-DE"/>
              <a:t>AIRCO  |  mosaiic GmbH  |</a:t>
            </a:r>
          </a:p>
        </p:txBody>
      </p:sp>
      <p:sp>
        <p:nvSpPr>
          <p:cNvPr id="138" name="Foliennummernplatzhalter 4">
            <a:extLst>
              <a:ext uri="{FF2B5EF4-FFF2-40B4-BE49-F238E27FC236}">
                <a16:creationId xmlns:a16="http://schemas.microsoft.com/office/drawing/2014/main" id="{4CD7CB2A-7BBE-CBF0-3738-FB61E2825949}"/>
              </a:ext>
            </a:extLst>
          </p:cNvPr>
          <p:cNvSpPr>
            <a:spLocks noGrp="1"/>
          </p:cNvSpPr>
          <p:nvPr userDrawn="1">
            <p:ph type="sldNum" sz="quarter" idx="4"/>
          </p:nvPr>
        </p:nvSpPr>
        <p:spPr>
          <a:xfrm>
            <a:off x="11817775" y="6634229"/>
            <a:ext cx="374222" cy="235057"/>
          </a:xfrm>
          <a:prstGeom prst="rect">
            <a:avLst/>
          </a:prstGeom>
        </p:spPr>
        <p:txBody>
          <a:bodyPr lIns="54000" tIns="0" rIns="0" bIns="0" anchor="ctr"/>
          <a:lstStyle>
            <a:lvl1pPr algn="l">
              <a:defRPr sz="933">
                <a:solidFill>
                  <a:schemeClr val="bg1"/>
                </a:solidFill>
              </a:defRPr>
            </a:lvl1pPr>
          </a:lstStyle>
          <a:p>
            <a:fld id="{F4B5F3EB-31C7-4555-828E-971415072856}" type="slidenum">
              <a:rPr lang="de-DE" smtClean="0"/>
              <a:pPr/>
              <a:t>‹Nr.›</a:t>
            </a:fld>
            <a:endParaRPr lang="de-DE"/>
          </a:p>
        </p:txBody>
      </p:sp>
      <p:sp>
        <p:nvSpPr>
          <p:cNvPr id="139" name="Textplatzhalter 2">
            <a:extLst>
              <a:ext uri="{FF2B5EF4-FFF2-40B4-BE49-F238E27FC236}">
                <a16:creationId xmlns:a16="http://schemas.microsoft.com/office/drawing/2014/main" id="{1E556118-D79E-C646-5199-C93D50193DAA}"/>
              </a:ext>
            </a:extLst>
          </p:cNvPr>
          <p:cNvSpPr>
            <a:spLocks noGrp="1"/>
          </p:cNvSpPr>
          <p:nvPr>
            <p:ph type="body" idx="1"/>
          </p:nvPr>
        </p:nvSpPr>
        <p:spPr>
          <a:xfrm>
            <a:off x="383117" y="1449046"/>
            <a:ext cx="11434660" cy="5071415"/>
          </a:xfrm>
          <a:prstGeom prst="rect">
            <a:avLst/>
          </a:prstGeom>
        </p:spPr>
        <p:txBody>
          <a:bodyPr vert="horz" lIns="0" tIns="0" rIns="0" bIns="0" rtlCol="0">
            <a:noAutofit/>
          </a:bodyPr>
          <a:lstStyle/>
          <a:p>
            <a:pPr lvl="0">
              <a:spcAft>
                <a:spcPts val="1000"/>
              </a:spcAft>
            </a:pPr>
            <a:r>
              <a:rPr lang="de-DE"/>
              <a:t>Mastertextformat bearbeiten</a:t>
            </a:r>
          </a:p>
          <a:p>
            <a:pPr lvl="1">
              <a:spcAft>
                <a:spcPts val="1000"/>
              </a:spcAft>
            </a:pPr>
            <a:r>
              <a:rPr lang="de-DE"/>
              <a:t>Zweite Ebene</a:t>
            </a:r>
          </a:p>
          <a:p>
            <a:pPr lvl="2">
              <a:spcAft>
                <a:spcPts val="1000"/>
              </a:spcAft>
            </a:pPr>
            <a:r>
              <a:rPr lang="de-DE"/>
              <a:t>Dritte Ebene</a:t>
            </a:r>
          </a:p>
          <a:p>
            <a:pPr lvl="3">
              <a:spcAft>
                <a:spcPts val="1000"/>
              </a:spcAft>
            </a:pPr>
            <a:r>
              <a:rPr lang="de-DE"/>
              <a:t>Vierte Ebene</a:t>
            </a:r>
          </a:p>
          <a:p>
            <a:pPr lvl="4">
              <a:spcAft>
                <a:spcPts val="1000"/>
              </a:spcAft>
            </a:pPr>
            <a:r>
              <a:rPr lang="de-DE"/>
              <a:t>Fünfte Ebene</a:t>
            </a:r>
          </a:p>
          <a:p>
            <a:pPr lvl="5"/>
            <a:r>
              <a:rPr lang="de-DE"/>
              <a:t>Sechste Ebene</a:t>
            </a:r>
          </a:p>
          <a:p>
            <a:pPr lvl="6"/>
            <a:r>
              <a:rPr lang="de-DE"/>
              <a:t>Siebte Ebene</a:t>
            </a:r>
          </a:p>
          <a:p>
            <a:pPr lvl="7"/>
            <a:r>
              <a:rPr lang="de-DE"/>
              <a:t>Achte Ebene</a:t>
            </a:r>
          </a:p>
        </p:txBody>
      </p:sp>
      <p:cxnSp>
        <p:nvCxnSpPr>
          <p:cNvPr id="8" name="Gerade Verbindung 69">
            <a:extLst>
              <a:ext uri="{FF2B5EF4-FFF2-40B4-BE49-F238E27FC236}">
                <a16:creationId xmlns:a16="http://schemas.microsoft.com/office/drawing/2014/main" id="{25AE5393-269D-1A92-F331-EBB38529AE3C}"/>
              </a:ext>
            </a:extLst>
          </p:cNvPr>
          <p:cNvCxnSpPr>
            <a:cxnSpLocks/>
          </p:cNvCxnSpPr>
          <p:nvPr userDrawn="1"/>
        </p:nvCxnSpPr>
        <p:spPr bwMode="auto">
          <a:xfrm flipH="1">
            <a:off x="3515713"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 name="Gerade Verbindung 69">
            <a:extLst>
              <a:ext uri="{FF2B5EF4-FFF2-40B4-BE49-F238E27FC236}">
                <a16:creationId xmlns:a16="http://schemas.microsoft.com/office/drawing/2014/main" id="{A466A842-9E99-96B1-B9BF-E9B4CF59D64D}"/>
              </a:ext>
            </a:extLst>
          </p:cNvPr>
          <p:cNvCxnSpPr>
            <a:cxnSpLocks/>
          </p:cNvCxnSpPr>
          <p:nvPr userDrawn="1"/>
        </p:nvCxnSpPr>
        <p:spPr bwMode="auto">
          <a:xfrm flipH="1">
            <a:off x="11795942"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0" name="Gerader Verbinder 9">
            <a:extLst>
              <a:ext uri="{FF2B5EF4-FFF2-40B4-BE49-F238E27FC236}">
                <a16:creationId xmlns:a16="http://schemas.microsoft.com/office/drawing/2014/main" id="{C87E7429-8FFE-C752-4C55-DAF0C3584BF0}"/>
              </a:ext>
            </a:extLst>
          </p:cNvPr>
          <p:cNvCxnSpPr/>
          <p:nvPr userDrawn="1"/>
        </p:nvCxnSpPr>
        <p:spPr bwMode="gray">
          <a:xfrm flipH="1">
            <a:off x="-395760" y="6617503"/>
            <a:ext cx="341689" cy="0"/>
          </a:xfrm>
          <a:prstGeom prst="line">
            <a:avLst/>
          </a:prstGeom>
          <a:noFill/>
          <a:ln w="6350" cap="flat" cmpd="sng" algn="ctr">
            <a:solidFill>
              <a:srgbClr val="809399"/>
            </a:solidFill>
            <a:prstDash val="solid"/>
            <a:miter lim="800000"/>
          </a:ln>
          <a:effectLst/>
        </p:spPr>
      </p:cxnSp>
      <p:cxnSp>
        <p:nvCxnSpPr>
          <p:cNvPr id="11" name="Gerader Verbinder 10">
            <a:extLst>
              <a:ext uri="{FF2B5EF4-FFF2-40B4-BE49-F238E27FC236}">
                <a16:creationId xmlns:a16="http://schemas.microsoft.com/office/drawing/2014/main" id="{0E622632-5029-902D-E2DC-7CB2FD2D1F8D}"/>
              </a:ext>
            </a:extLst>
          </p:cNvPr>
          <p:cNvCxnSpPr/>
          <p:nvPr userDrawn="1"/>
        </p:nvCxnSpPr>
        <p:spPr bwMode="gray">
          <a:xfrm flipH="1">
            <a:off x="12233740" y="6617503"/>
            <a:ext cx="341689" cy="0"/>
          </a:xfrm>
          <a:prstGeom prst="line">
            <a:avLst/>
          </a:prstGeom>
          <a:noFill/>
          <a:ln w="6350" cap="flat" cmpd="sng" algn="ctr">
            <a:solidFill>
              <a:srgbClr val="809399"/>
            </a:solidFill>
            <a:prstDash val="solid"/>
            <a:miter lim="800000"/>
          </a:ln>
          <a:effectLst/>
        </p:spPr>
      </p:cxnSp>
      <p:cxnSp>
        <p:nvCxnSpPr>
          <p:cNvPr id="18" name="Gerade Verbindung 69">
            <a:extLst>
              <a:ext uri="{FF2B5EF4-FFF2-40B4-BE49-F238E27FC236}">
                <a16:creationId xmlns:a16="http://schemas.microsoft.com/office/drawing/2014/main" id="{B5BE8542-1A55-974B-C7FC-75B51974F963}"/>
              </a:ext>
            </a:extLst>
          </p:cNvPr>
          <p:cNvCxnSpPr>
            <a:cxnSpLocks/>
          </p:cNvCxnSpPr>
          <p:nvPr userDrawn="1"/>
        </p:nvCxnSpPr>
        <p:spPr bwMode="auto">
          <a:xfrm flipH="1">
            <a:off x="393630" y="6905298"/>
            <a:ext cx="0" cy="288000"/>
          </a:xfrm>
          <a:prstGeom prst="line">
            <a:avLst/>
          </a:prstGeom>
          <a:ln w="6350">
            <a:solidFill>
              <a:srgbClr val="003D7B"/>
            </a:solidFill>
            <a:headEnd type="none" w="med" len="med"/>
            <a:tailEnd type="none" w="med" len="med"/>
          </a:ln>
        </p:spPr>
        <p:style>
          <a:lnRef idx="1">
            <a:schemeClr val="dk1"/>
          </a:lnRef>
          <a:fillRef idx="0">
            <a:schemeClr val="dk1"/>
          </a:fillRef>
          <a:effectRef idx="0">
            <a:schemeClr val="dk1"/>
          </a:effectRef>
          <a:fontRef idx="minor">
            <a:schemeClr val="tx1"/>
          </a:fontRef>
        </p:style>
      </p:cxnSp>
      <p:grpSp>
        <p:nvGrpSpPr>
          <p:cNvPr id="2" name="Gruppieren 1">
            <a:extLst>
              <a:ext uri="{FF2B5EF4-FFF2-40B4-BE49-F238E27FC236}">
                <a16:creationId xmlns:a16="http://schemas.microsoft.com/office/drawing/2014/main" id="{A890E42F-FA7D-6C54-0ED2-059B3B5449E1}"/>
              </a:ext>
            </a:extLst>
          </p:cNvPr>
          <p:cNvGrpSpPr/>
          <p:nvPr userDrawn="1"/>
        </p:nvGrpSpPr>
        <p:grpSpPr>
          <a:xfrm>
            <a:off x="12786272" y="1"/>
            <a:ext cx="2013171" cy="5943249"/>
            <a:chOff x="9758822" y="-586291"/>
            <a:chExt cx="2139791" cy="6317061"/>
          </a:xfrm>
        </p:grpSpPr>
        <p:sp>
          <p:nvSpPr>
            <p:cNvPr id="3" name="Rechteck 2">
              <a:extLst>
                <a:ext uri="{FF2B5EF4-FFF2-40B4-BE49-F238E27FC236}">
                  <a16:creationId xmlns:a16="http://schemas.microsoft.com/office/drawing/2014/main" id="{FAE2AE1A-D7F5-3A31-0993-61373F812CB6}"/>
                </a:ext>
              </a:extLst>
            </p:cNvPr>
            <p:cNvSpPr/>
            <p:nvPr userDrawn="1"/>
          </p:nvSpPr>
          <p:spPr>
            <a:xfrm>
              <a:off x="11051071" y="2939779"/>
              <a:ext cx="831488" cy="824651"/>
            </a:xfrm>
            <a:prstGeom prst="rect">
              <a:avLst/>
            </a:prstGeom>
            <a:solidFill>
              <a:srgbClr val="FFD22A"/>
            </a:solidFill>
            <a:ln w="25400" cap="rnd" cmpd="sng" algn="ctr">
              <a:noFill/>
              <a:prstDash val="solid"/>
            </a:ln>
            <a:effectLst/>
          </p:spPr>
          <p:txBody>
            <a:bodyPr rtlCol="0" anchor="ctr"/>
            <a:lstStyle/>
            <a:p>
              <a:pPr algn="ctr">
                <a:defRPr/>
              </a:pPr>
              <a:r>
                <a:rPr lang="de-DE" sz="1100" kern="0">
                  <a:solidFill>
                    <a:prstClr val="white"/>
                  </a:solidFill>
                  <a:latin typeface="+mn-lt"/>
                </a:rPr>
                <a:t>100%</a:t>
              </a:r>
              <a:br>
                <a:rPr lang="de-DE" sz="1100" kern="0">
                  <a:solidFill>
                    <a:prstClr val="white"/>
                  </a:solidFill>
                  <a:latin typeface="+mn-lt"/>
                </a:rPr>
              </a:br>
              <a:r>
                <a:rPr lang="de-DE" sz="1100" kern="0">
                  <a:solidFill>
                    <a:prstClr val="white"/>
                  </a:solidFill>
                  <a:latin typeface="+mn-lt"/>
                </a:rPr>
                <a:t>#</a:t>
              </a:r>
              <a:br>
                <a:rPr lang="de-DE" sz="1100" kern="0">
                  <a:solidFill>
                    <a:prstClr val="white"/>
                  </a:solidFill>
                  <a:latin typeface="+mn-lt"/>
                </a:rPr>
              </a:br>
              <a:r>
                <a:rPr lang="de-DE" sz="1100" kern="0">
                  <a:solidFill>
                    <a:prstClr val="white"/>
                  </a:solidFill>
                  <a:latin typeface="+mn-lt"/>
                </a:rPr>
                <a:t>FFD22A</a:t>
              </a:r>
            </a:p>
          </p:txBody>
        </p:sp>
        <p:sp>
          <p:nvSpPr>
            <p:cNvPr id="4" name="Rechteck 3">
              <a:extLst>
                <a:ext uri="{FF2B5EF4-FFF2-40B4-BE49-F238E27FC236}">
                  <a16:creationId xmlns:a16="http://schemas.microsoft.com/office/drawing/2014/main" id="{9A0F8B17-0296-B80B-9AD5-80A7BB748609}"/>
                </a:ext>
              </a:extLst>
            </p:cNvPr>
            <p:cNvSpPr/>
            <p:nvPr userDrawn="1"/>
          </p:nvSpPr>
          <p:spPr>
            <a:xfrm>
              <a:off x="11051071" y="1172636"/>
              <a:ext cx="831488" cy="824651"/>
            </a:xfrm>
            <a:prstGeom prst="rect">
              <a:avLst/>
            </a:prstGeom>
            <a:solidFill>
              <a:srgbClr val="6E7A96"/>
            </a:solidFill>
            <a:ln w="25400" cap="rnd" cmpd="sng" algn="ctr">
              <a:noFill/>
              <a:prstDash val="solid"/>
            </a:ln>
            <a:effectLst/>
          </p:spPr>
          <p:txBody>
            <a:bodyPr rtlCol="0" anchor="ctr"/>
            <a:lstStyle/>
            <a:p>
              <a:pPr algn="ctr">
                <a:defRPr/>
              </a:pPr>
              <a:r>
                <a:rPr lang="de-DE" sz="1100" kern="0">
                  <a:solidFill>
                    <a:prstClr val="white"/>
                  </a:solidFill>
                  <a:latin typeface="+mn-lt"/>
                </a:rPr>
                <a:t>100%</a:t>
              </a:r>
              <a:br>
                <a:rPr lang="de-DE" sz="1100" kern="0">
                  <a:solidFill>
                    <a:prstClr val="white"/>
                  </a:solidFill>
                  <a:latin typeface="+mn-lt"/>
                </a:rPr>
              </a:br>
              <a:r>
                <a:rPr lang="de-DE" sz="1100" kern="0">
                  <a:solidFill>
                    <a:prstClr val="white"/>
                  </a:solidFill>
                  <a:latin typeface="+mn-lt"/>
                </a:rPr>
                <a:t>#</a:t>
              </a:r>
              <a:br>
                <a:rPr lang="de-DE" sz="1100" kern="0">
                  <a:solidFill>
                    <a:prstClr val="white"/>
                  </a:solidFill>
                  <a:latin typeface="+mn-lt"/>
                </a:rPr>
              </a:br>
              <a:r>
                <a:rPr lang="de-DE" sz="1100" kern="0">
                  <a:solidFill>
                    <a:prstClr val="white"/>
                  </a:solidFill>
                  <a:latin typeface="+mn-lt"/>
                </a:rPr>
                <a:t>6E7A96</a:t>
              </a:r>
            </a:p>
          </p:txBody>
        </p:sp>
        <p:sp>
          <p:nvSpPr>
            <p:cNvPr id="5" name="Rechteck 4">
              <a:extLst>
                <a:ext uri="{FF2B5EF4-FFF2-40B4-BE49-F238E27FC236}">
                  <a16:creationId xmlns:a16="http://schemas.microsoft.com/office/drawing/2014/main" id="{EC955909-EF57-36A0-DC89-614607A89BC8}"/>
                </a:ext>
              </a:extLst>
            </p:cNvPr>
            <p:cNvSpPr/>
            <p:nvPr userDrawn="1"/>
          </p:nvSpPr>
          <p:spPr>
            <a:xfrm>
              <a:off x="9760735" y="1039221"/>
              <a:ext cx="1010471" cy="1002163"/>
            </a:xfrm>
            <a:prstGeom prst="rect">
              <a:avLst/>
            </a:prstGeom>
            <a:solidFill>
              <a:srgbClr val="F39719"/>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mn-lt"/>
                  <a:ea typeface="+mn-ea"/>
                  <a:cs typeface="+mn-cs"/>
                </a:rPr>
                <a:t>#F39719</a:t>
              </a:r>
              <a:endParaRPr kumimoji="0" lang="de-DE" sz="1600" b="0" i="0" u="none" strike="noStrike" kern="0" cap="none" spc="0" normalizeH="0" baseline="0" noProof="0">
                <a:ln>
                  <a:noFill/>
                </a:ln>
                <a:solidFill>
                  <a:prstClr val="white"/>
                </a:solidFill>
                <a:effectLst/>
                <a:uLnTx/>
                <a:uFillTx/>
                <a:latin typeface="+mn-lt"/>
                <a:ea typeface="+mn-ea"/>
                <a:cs typeface="+mn-cs"/>
              </a:endParaRPr>
            </a:p>
          </p:txBody>
        </p:sp>
        <p:sp>
          <p:nvSpPr>
            <p:cNvPr id="6" name="Rechteck 5">
              <a:extLst>
                <a:ext uri="{FF2B5EF4-FFF2-40B4-BE49-F238E27FC236}">
                  <a16:creationId xmlns:a16="http://schemas.microsoft.com/office/drawing/2014/main" id="{260260E0-AD84-E2EC-46B9-8B74492ECBB1}"/>
                </a:ext>
              </a:extLst>
            </p:cNvPr>
            <p:cNvSpPr/>
            <p:nvPr userDrawn="1"/>
          </p:nvSpPr>
          <p:spPr>
            <a:xfrm>
              <a:off x="9782211" y="-91119"/>
              <a:ext cx="1010471" cy="1002163"/>
            </a:xfrm>
            <a:prstGeom prst="rect">
              <a:avLst/>
            </a:prstGeom>
            <a:solidFill>
              <a:srgbClr val="17428F"/>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mn-lt"/>
                  <a:ea typeface="+mn-ea"/>
                  <a:cs typeface="+mn-cs"/>
                </a:rPr>
                <a:t>#17428F</a:t>
              </a:r>
            </a:p>
          </p:txBody>
        </p:sp>
        <p:sp>
          <p:nvSpPr>
            <p:cNvPr id="7" name="Rechteck 6">
              <a:extLst>
                <a:ext uri="{FF2B5EF4-FFF2-40B4-BE49-F238E27FC236}">
                  <a16:creationId xmlns:a16="http://schemas.microsoft.com/office/drawing/2014/main" id="{A77E245D-B9C8-CAD9-42F3-9984F6C6679B}"/>
                </a:ext>
              </a:extLst>
            </p:cNvPr>
            <p:cNvSpPr/>
            <p:nvPr userDrawn="1"/>
          </p:nvSpPr>
          <p:spPr>
            <a:xfrm>
              <a:off x="9760735" y="2169563"/>
              <a:ext cx="1010471" cy="1002163"/>
            </a:xfrm>
            <a:prstGeom prst="rect">
              <a:avLst/>
            </a:prstGeom>
            <a:solidFill>
              <a:srgbClr val="808080"/>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prstClr val="white"/>
                  </a:solidFill>
                  <a:effectLst/>
                  <a:uLnTx/>
                  <a:uFillTx/>
                  <a:latin typeface="+mn-lt"/>
                  <a:ea typeface="+mn-ea"/>
                  <a:cs typeface="+mn-cs"/>
                </a:rPr>
                <a:t>#808080</a:t>
              </a:r>
            </a:p>
          </p:txBody>
        </p:sp>
        <p:sp>
          <p:nvSpPr>
            <p:cNvPr id="12" name="Rechteck 11">
              <a:extLst>
                <a:ext uri="{FF2B5EF4-FFF2-40B4-BE49-F238E27FC236}">
                  <a16:creationId xmlns:a16="http://schemas.microsoft.com/office/drawing/2014/main" id="{0D73D1CB-4F5E-799C-65F6-2FFB771EE3A6}"/>
                </a:ext>
              </a:extLst>
            </p:cNvPr>
            <p:cNvSpPr/>
            <p:nvPr userDrawn="1"/>
          </p:nvSpPr>
          <p:spPr>
            <a:xfrm>
              <a:off x="9758822" y="4039141"/>
              <a:ext cx="546921" cy="528032"/>
            </a:xfrm>
            <a:prstGeom prst="rect">
              <a:avLst/>
            </a:prstGeom>
            <a:solidFill>
              <a:srgbClr val="E5FFA8"/>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prstClr val="black"/>
                  </a:solidFill>
                  <a:effectLst/>
                  <a:uLnTx/>
                  <a:uFillTx/>
                  <a:latin typeface="+mn-lt"/>
                  <a:ea typeface="+mn-ea"/>
                  <a:cs typeface="+mn-cs"/>
                </a:rPr>
                <a:t>100%</a:t>
              </a:r>
              <a:br>
                <a:rPr kumimoji="0" lang="de-DE" sz="800" b="0" i="0" u="none" strike="noStrike" kern="0" cap="none" spc="0" normalizeH="0" baseline="0" noProof="0">
                  <a:ln>
                    <a:noFill/>
                  </a:ln>
                  <a:solidFill>
                    <a:prstClr val="black"/>
                  </a:solidFill>
                  <a:effectLst/>
                  <a:uLnTx/>
                  <a:uFillTx/>
                  <a:latin typeface="+mn-lt"/>
                  <a:ea typeface="+mn-ea"/>
                  <a:cs typeface="+mn-cs"/>
                </a:rPr>
              </a:br>
              <a:r>
                <a:rPr kumimoji="0" lang="de-DE" sz="800" b="0" i="0" u="none" strike="noStrike" kern="0" cap="none" spc="0" normalizeH="0" baseline="0" noProof="0">
                  <a:ln>
                    <a:noFill/>
                  </a:ln>
                  <a:solidFill>
                    <a:prstClr val="black"/>
                  </a:solidFill>
                  <a:effectLst/>
                  <a:uLnTx/>
                  <a:uFillTx/>
                  <a:latin typeface="+mn-lt"/>
                  <a:ea typeface="+mn-ea"/>
                  <a:cs typeface="+mn-cs"/>
                </a:rPr>
                <a:t>#</a:t>
              </a:r>
              <a:br>
                <a:rPr kumimoji="0" lang="de-DE" sz="800" b="0" i="0" u="none" strike="noStrike" kern="0" cap="none" spc="0" normalizeH="0" baseline="0" noProof="0">
                  <a:ln>
                    <a:noFill/>
                  </a:ln>
                  <a:solidFill>
                    <a:prstClr val="black"/>
                  </a:solidFill>
                  <a:effectLst/>
                  <a:uLnTx/>
                  <a:uFillTx/>
                  <a:latin typeface="+mn-lt"/>
                  <a:ea typeface="+mn-ea"/>
                  <a:cs typeface="+mn-cs"/>
                </a:rPr>
              </a:br>
              <a:r>
                <a:rPr kumimoji="0" lang="de-DE" sz="800" b="0" i="0" u="none" strike="noStrike" kern="0" cap="none" spc="0" normalizeH="0" baseline="0" noProof="0">
                  <a:ln>
                    <a:noFill/>
                  </a:ln>
                  <a:solidFill>
                    <a:prstClr val="black"/>
                  </a:solidFill>
                  <a:effectLst/>
                  <a:uLnTx/>
                  <a:uFillTx/>
                  <a:latin typeface="+mn-lt"/>
                  <a:ea typeface="+mn-ea"/>
                  <a:cs typeface="+mn-cs"/>
                </a:rPr>
                <a:t>E5FFA8</a:t>
              </a:r>
            </a:p>
          </p:txBody>
        </p:sp>
        <p:sp>
          <p:nvSpPr>
            <p:cNvPr id="13" name="Rechteck 12">
              <a:extLst>
                <a:ext uri="{FF2B5EF4-FFF2-40B4-BE49-F238E27FC236}">
                  <a16:creationId xmlns:a16="http://schemas.microsoft.com/office/drawing/2014/main" id="{7F1E9681-CFEB-3C9C-E712-3463E84D48CB}"/>
                </a:ext>
              </a:extLst>
            </p:cNvPr>
            <p:cNvSpPr/>
            <p:nvPr userDrawn="1"/>
          </p:nvSpPr>
          <p:spPr>
            <a:xfrm>
              <a:off x="10991688" y="4031153"/>
              <a:ext cx="546921" cy="528032"/>
            </a:xfrm>
            <a:prstGeom prst="rect">
              <a:avLst/>
            </a:prstGeom>
            <a:solidFill>
              <a:srgbClr val="EC6503"/>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prstClr val="white"/>
                  </a:solidFill>
                  <a:effectLst/>
                  <a:uLnTx/>
                  <a:uFillTx/>
                  <a:latin typeface="+mn-lt"/>
                  <a:ea typeface="+mn-ea"/>
                  <a:cs typeface="+mn-cs"/>
                </a:rPr>
                <a:t>100%</a:t>
              </a:r>
              <a:br>
                <a:rPr kumimoji="0" lang="de-DE" sz="800" b="0" i="0" u="none" strike="noStrike" kern="0" cap="none" spc="0" normalizeH="0" baseline="0" noProof="0">
                  <a:ln>
                    <a:noFill/>
                  </a:ln>
                  <a:solidFill>
                    <a:prstClr val="white"/>
                  </a:solidFill>
                  <a:effectLst/>
                  <a:uLnTx/>
                  <a:uFillTx/>
                  <a:latin typeface="+mn-lt"/>
                  <a:ea typeface="+mn-ea"/>
                  <a:cs typeface="+mn-cs"/>
                </a:rPr>
              </a:br>
              <a:r>
                <a:rPr kumimoji="0" lang="de-DE" sz="800" b="0" i="0" u="none" strike="noStrike" kern="0" cap="none" spc="0" normalizeH="0" baseline="0" noProof="0">
                  <a:ln>
                    <a:noFill/>
                  </a:ln>
                  <a:solidFill>
                    <a:prstClr val="white"/>
                  </a:solidFill>
                  <a:effectLst/>
                  <a:uLnTx/>
                  <a:uFillTx/>
                  <a:latin typeface="+mn-lt"/>
                  <a:ea typeface="+mn-ea"/>
                  <a:cs typeface="+mn-cs"/>
                </a:rPr>
                <a:t># EC6503</a:t>
              </a:r>
            </a:p>
          </p:txBody>
        </p:sp>
        <p:sp>
          <p:nvSpPr>
            <p:cNvPr id="14" name="Rechteck 13">
              <a:extLst>
                <a:ext uri="{FF2B5EF4-FFF2-40B4-BE49-F238E27FC236}">
                  <a16:creationId xmlns:a16="http://schemas.microsoft.com/office/drawing/2014/main" id="{5BFB631A-BCE1-57E0-A8DC-D8C2AE80B3BA}"/>
                </a:ext>
              </a:extLst>
            </p:cNvPr>
            <p:cNvSpPr/>
            <p:nvPr userDrawn="1"/>
          </p:nvSpPr>
          <p:spPr>
            <a:xfrm>
              <a:off x="9781337" y="4621957"/>
              <a:ext cx="542084" cy="528032"/>
            </a:xfrm>
            <a:prstGeom prst="rect">
              <a:avLst/>
            </a:prstGeom>
            <a:solidFill>
              <a:srgbClr val="662988"/>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bg1"/>
                  </a:solidFill>
                  <a:effectLst/>
                  <a:uLnTx/>
                  <a:uFillTx/>
                  <a:latin typeface="+mn-lt"/>
                  <a:ea typeface="+mn-ea"/>
                  <a:cs typeface="+mn-cs"/>
                </a:rPr>
                <a:t>100%</a:t>
              </a:r>
              <a:br>
                <a:rPr kumimoji="0" lang="de-DE" sz="800" b="0" i="0" u="none" strike="noStrike" kern="0" cap="none" spc="0" normalizeH="0" baseline="0" noProof="0">
                  <a:ln>
                    <a:noFill/>
                  </a:ln>
                  <a:solidFill>
                    <a:schemeClr val="bg1"/>
                  </a:solidFill>
                  <a:effectLst/>
                  <a:uLnTx/>
                  <a:uFillTx/>
                  <a:latin typeface="+mn-lt"/>
                  <a:ea typeface="+mn-ea"/>
                  <a:cs typeface="+mn-cs"/>
                </a:rPr>
              </a:br>
              <a:r>
                <a:rPr kumimoji="0" lang="de-DE" sz="800" b="0" i="0" u="none" strike="noStrike" kern="0" cap="none" spc="0" normalizeH="0" baseline="0" noProof="0">
                  <a:ln>
                    <a:noFill/>
                  </a:ln>
                  <a:solidFill>
                    <a:schemeClr val="bg1"/>
                  </a:solidFill>
                  <a:effectLst/>
                  <a:uLnTx/>
                  <a:uFillTx/>
                  <a:latin typeface="+mn-lt"/>
                  <a:ea typeface="+mn-ea"/>
                  <a:cs typeface="+mn-cs"/>
                </a:rPr>
                <a:t>#</a:t>
              </a:r>
              <a:br>
                <a:rPr kumimoji="0" lang="de-DE" sz="800" b="0" i="0" u="none" strike="noStrike" kern="0" cap="none" spc="0" normalizeH="0" baseline="0" noProof="0">
                  <a:ln>
                    <a:noFill/>
                  </a:ln>
                  <a:solidFill>
                    <a:schemeClr val="bg1"/>
                  </a:solidFill>
                  <a:effectLst/>
                  <a:uLnTx/>
                  <a:uFillTx/>
                  <a:latin typeface="+mn-lt"/>
                  <a:ea typeface="+mn-ea"/>
                  <a:cs typeface="+mn-cs"/>
                </a:rPr>
              </a:br>
              <a:r>
                <a:rPr kumimoji="0" lang="de-DE" sz="800" b="0" i="0" u="none" strike="noStrike" kern="0" cap="none" spc="0" normalizeH="0" baseline="0" noProof="0">
                  <a:ln>
                    <a:noFill/>
                  </a:ln>
                  <a:solidFill>
                    <a:schemeClr val="bg1"/>
                  </a:solidFill>
                  <a:effectLst/>
                  <a:uLnTx/>
                  <a:uFillTx/>
                  <a:latin typeface="+mn-lt"/>
                  <a:ea typeface="+mn-ea"/>
                  <a:cs typeface="+mn-cs"/>
                </a:rPr>
                <a:t>662988</a:t>
              </a:r>
            </a:p>
          </p:txBody>
        </p:sp>
        <p:sp>
          <p:nvSpPr>
            <p:cNvPr id="15" name="Rechteck 14">
              <a:extLst>
                <a:ext uri="{FF2B5EF4-FFF2-40B4-BE49-F238E27FC236}">
                  <a16:creationId xmlns:a16="http://schemas.microsoft.com/office/drawing/2014/main" id="{E47B5E87-6BE0-42E4-6D19-8FDB2156BC08}"/>
                </a:ext>
              </a:extLst>
            </p:cNvPr>
            <p:cNvSpPr/>
            <p:nvPr userDrawn="1"/>
          </p:nvSpPr>
          <p:spPr>
            <a:xfrm>
              <a:off x="10991688" y="4624409"/>
              <a:ext cx="546921" cy="525576"/>
            </a:xfrm>
            <a:prstGeom prst="rect">
              <a:avLst/>
            </a:prstGeom>
            <a:solidFill>
              <a:srgbClr val="C31E51"/>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bg1"/>
                  </a:solidFill>
                  <a:effectLst/>
                  <a:uLnTx/>
                  <a:uFillTx/>
                  <a:latin typeface="+mn-lt"/>
                  <a:ea typeface="+mn-ea"/>
                  <a:cs typeface="+mn-cs"/>
                </a:rPr>
                <a:t>100%</a:t>
              </a:r>
              <a:br>
                <a:rPr kumimoji="0" lang="de-DE" sz="800" b="0" i="0" u="none" strike="noStrike" kern="0" cap="none" spc="0" normalizeH="0" baseline="0" noProof="0">
                  <a:ln>
                    <a:noFill/>
                  </a:ln>
                  <a:solidFill>
                    <a:schemeClr val="bg1"/>
                  </a:solidFill>
                  <a:effectLst/>
                  <a:uLnTx/>
                  <a:uFillTx/>
                  <a:latin typeface="+mn-lt"/>
                  <a:ea typeface="+mn-ea"/>
                  <a:cs typeface="+mn-cs"/>
                </a:rPr>
              </a:br>
              <a:r>
                <a:rPr kumimoji="0" lang="de-DE" sz="800" b="0" i="0" u="none" strike="noStrike" kern="0" cap="none" spc="0" normalizeH="0" baseline="0" noProof="0">
                  <a:ln>
                    <a:noFill/>
                  </a:ln>
                  <a:solidFill>
                    <a:schemeClr val="bg1"/>
                  </a:solidFill>
                  <a:effectLst/>
                  <a:uLnTx/>
                  <a:uFillTx/>
                  <a:latin typeface="+mn-lt"/>
                  <a:ea typeface="+mn-ea"/>
                  <a:cs typeface="+mn-cs"/>
                </a:rPr>
                <a:t>#</a:t>
              </a:r>
              <a:br>
                <a:rPr kumimoji="0" lang="de-DE" sz="800" b="0" i="0" u="none" strike="noStrike" kern="0" cap="none" spc="0" normalizeH="0" baseline="0" noProof="0">
                  <a:ln>
                    <a:noFill/>
                  </a:ln>
                  <a:solidFill>
                    <a:schemeClr val="bg1"/>
                  </a:solidFill>
                  <a:effectLst/>
                  <a:uLnTx/>
                  <a:uFillTx/>
                  <a:latin typeface="+mn-lt"/>
                  <a:ea typeface="+mn-ea"/>
                  <a:cs typeface="+mn-cs"/>
                </a:rPr>
              </a:br>
              <a:r>
                <a:rPr kumimoji="0" lang="de-DE" sz="800" b="0" i="0" u="none" strike="noStrike" kern="0" cap="none" spc="0" normalizeH="0" baseline="0" noProof="0">
                  <a:ln>
                    <a:noFill/>
                  </a:ln>
                  <a:solidFill>
                    <a:schemeClr val="bg1"/>
                  </a:solidFill>
                  <a:effectLst/>
                  <a:uLnTx/>
                  <a:uFillTx/>
                  <a:latin typeface="+mn-lt"/>
                  <a:ea typeface="+mn-ea"/>
                  <a:cs typeface="+mn-cs"/>
                </a:rPr>
                <a:t>C31E51</a:t>
              </a:r>
            </a:p>
          </p:txBody>
        </p:sp>
        <p:sp>
          <p:nvSpPr>
            <p:cNvPr id="16" name="Rechteck 15">
              <a:extLst>
                <a:ext uri="{FF2B5EF4-FFF2-40B4-BE49-F238E27FC236}">
                  <a16:creationId xmlns:a16="http://schemas.microsoft.com/office/drawing/2014/main" id="{AB82BDFD-AF88-629D-0903-FB97287EA858}"/>
                </a:ext>
              </a:extLst>
            </p:cNvPr>
            <p:cNvSpPr/>
            <p:nvPr userDrawn="1"/>
          </p:nvSpPr>
          <p:spPr>
            <a:xfrm>
              <a:off x="11067125" y="-586291"/>
              <a:ext cx="831488" cy="824652"/>
            </a:xfrm>
            <a:prstGeom prst="rect">
              <a:avLst/>
            </a:prstGeom>
            <a:solidFill>
              <a:srgbClr val="17428F">
                <a:lumMod val="50000"/>
              </a:srgbClr>
            </a:solidFill>
            <a:ln w="12700" cap="flat" cmpd="sng" algn="ctr">
              <a:noFill/>
              <a:prstDash val="solid"/>
              <a:miter lim="800000"/>
            </a:ln>
            <a:effectLst/>
          </p:spPr>
          <p:txBody>
            <a:bodyPr rtlCol="0" anchor="ctr"/>
            <a:lstStyle/>
            <a:p>
              <a:pPr algn="ctr">
                <a:defRPr/>
              </a:pPr>
              <a:r>
                <a:rPr lang="de-DE" sz="1100" kern="0">
                  <a:solidFill>
                    <a:prstClr val="white"/>
                  </a:solidFill>
                  <a:latin typeface="+mn-lt"/>
                </a:rPr>
                <a:t>150%</a:t>
              </a:r>
              <a:br>
                <a:rPr lang="de-DE" sz="1100" kern="0">
                  <a:solidFill>
                    <a:prstClr val="white"/>
                  </a:solidFill>
                  <a:latin typeface="+mn-lt"/>
                </a:rPr>
              </a:br>
              <a:r>
                <a:rPr lang="de-DE" sz="1100" kern="0">
                  <a:solidFill>
                    <a:prstClr val="white"/>
                  </a:solidFill>
                  <a:latin typeface="+mn-lt"/>
                </a:rPr>
                <a:t># 0C2147</a:t>
              </a:r>
            </a:p>
          </p:txBody>
        </p:sp>
        <p:sp>
          <p:nvSpPr>
            <p:cNvPr id="17" name="Rechteck 16">
              <a:extLst>
                <a:ext uri="{FF2B5EF4-FFF2-40B4-BE49-F238E27FC236}">
                  <a16:creationId xmlns:a16="http://schemas.microsoft.com/office/drawing/2014/main" id="{FC9D0DC1-13DA-08B6-B142-CA2F9ABF1FB0}"/>
                </a:ext>
              </a:extLst>
            </p:cNvPr>
            <p:cNvSpPr/>
            <p:nvPr userDrawn="1"/>
          </p:nvSpPr>
          <p:spPr>
            <a:xfrm>
              <a:off x="11056829" y="284140"/>
              <a:ext cx="825731" cy="822525"/>
            </a:xfrm>
            <a:prstGeom prst="rect">
              <a:avLst/>
            </a:prstGeom>
            <a:solidFill>
              <a:schemeClr val="accent1">
                <a:lumMod val="20000"/>
                <a:lumOff val="80000"/>
              </a:schemeClr>
            </a:solidFill>
            <a:ln w="12700" cap="flat" cmpd="sng" algn="ctr">
              <a:noFill/>
              <a:prstDash val="solid"/>
              <a:miter lim="800000"/>
            </a:ln>
            <a:effectLst/>
          </p:spPr>
          <p:txBody>
            <a:bodyPr rtlCol="0" anchor="ctr"/>
            <a:lstStyle/>
            <a:p>
              <a:pPr algn="ctr">
                <a:defRPr/>
              </a:pPr>
              <a:r>
                <a:rPr lang="de-DE" sz="1100" kern="0">
                  <a:solidFill>
                    <a:prstClr val="white"/>
                  </a:solidFill>
                  <a:latin typeface="+mn-lt"/>
                </a:rPr>
                <a:t>20%</a:t>
              </a:r>
              <a:br>
                <a:rPr lang="de-DE" sz="1100" kern="0">
                  <a:solidFill>
                    <a:prstClr val="white"/>
                  </a:solidFill>
                  <a:latin typeface="+mn-lt"/>
                </a:rPr>
              </a:br>
              <a:r>
                <a:rPr lang="de-DE" sz="1100" kern="0">
                  <a:solidFill>
                    <a:prstClr val="white"/>
                  </a:solidFill>
                  <a:latin typeface="+mn-lt"/>
                </a:rPr>
                <a:t># C4D6F5</a:t>
              </a:r>
            </a:p>
          </p:txBody>
        </p:sp>
        <p:sp>
          <p:nvSpPr>
            <p:cNvPr id="19" name="Rechteck 18">
              <a:extLst>
                <a:ext uri="{FF2B5EF4-FFF2-40B4-BE49-F238E27FC236}">
                  <a16:creationId xmlns:a16="http://schemas.microsoft.com/office/drawing/2014/main" id="{00D4617E-E9D4-F1FE-8F38-FF7D02ABE7DF}"/>
                </a:ext>
              </a:extLst>
            </p:cNvPr>
            <p:cNvSpPr/>
            <p:nvPr userDrawn="1"/>
          </p:nvSpPr>
          <p:spPr>
            <a:xfrm>
              <a:off x="11049574" y="2057271"/>
              <a:ext cx="825731" cy="822525"/>
            </a:xfrm>
            <a:prstGeom prst="rect">
              <a:avLst/>
            </a:prstGeom>
            <a:solidFill>
              <a:schemeClr val="accent2">
                <a:lumMod val="60000"/>
                <a:lumOff val="40000"/>
              </a:schemeClr>
            </a:solidFill>
            <a:ln w="12700" cap="flat" cmpd="sng" algn="ctr">
              <a:noFill/>
              <a:prstDash val="solid"/>
              <a:miter lim="800000"/>
            </a:ln>
            <a:effectLst/>
          </p:spPr>
          <p:txBody>
            <a:bodyPr rtlCol="0" anchor="ctr"/>
            <a:lstStyle/>
            <a:p>
              <a:pPr algn="ctr">
                <a:defRPr/>
              </a:pPr>
              <a:r>
                <a:rPr lang="de-DE" sz="1100" kern="0">
                  <a:solidFill>
                    <a:schemeClr val="bg1"/>
                  </a:solidFill>
                  <a:latin typeface="+mn-lt"/>
                </a:rPr>
                <a:t>40%</a:t>
              </a:r>
              <a:br>
                <a:rPr lang="de-DE" sz="1100" kern="0">
                  <a:solidFill>
                    <a:schemeClr val="bg1"/>
                  </a:solidFill>
                  <a:latin typeface="+mn-lt"/>
                </a:rPr>
              </a:br>
              <a:r>
                <a:rPr lang="de-DE" sz="1100" kern="0">
                  <a:solidFill>
                    <a:schemeClr val="bg1"/>
                  </a:solidFill>
                  <a:latin typeface="+mn-lt"/>
                </a:rPr>
                <a:t># F8C175</a:t>
              </a:r>
            </a:p>
          </p:txBody>
        </p:sp>
        <p:sp>
          <p:nvSpPr>
            <p:cNvPr id="20" name="Rechteck 19">
              <a:extLst>
                <a:ext uri="{FF2B5EF4-FFF2-40B4-BE49-F238E27FC236}">
                  <a16:creationId xmlns:a16="http://schemas.microsoft.com/office/drawing/2014/main" id="{EAA0746A-FCA2-EE95-655F-001C155B2155}"/>
                </a:ext>
              </a:extLst>
            </p:cNvPr>
            <p:cNvSpPr/>
            <p:nvPr userDrawn="1"/>
          </p:nvSpPr>
          <p:spPr>
            <a:xfrm>
              <a:off x="10376055" y="4031155"/>
              <a:ext cx="546921" cy="540504"/>
            </a:xfrm>
            <a:prstGeom prst="rect">
              <a:avLst/>
            </a:prstGeom>
            <a:solidFill>
              <a:schemeClr val="bg2">
                <a:lumMod val="40000"/>
                <a:lumOff val="60000"/>
              </a:schemeClr>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1200" b="0" i="0" u="none" strike="noStrike" kern="0" cap="none" spc="0" normalizeH="0" baseline="0" noProof="0">
                  <a:ln>
                    <a:noFill/>
                  </a:ln>
                  <a:solidFill>
                    <a:schemeClr val="tx1"/>
                  </a:solidFill>
                  <a:effectLst/>
                  <a:uLnTx/>
                  <a:uFillTx/>
                  <a:latin typeface="+mn-lt"/>
                  <a:ea typeface="+mn-ea"/>
                  <a:cs typeface="+mn-cs"/>
                </a:rPr>
                <a:t>40 %</a:t>
              </a:r>
            </a:p>
          </p:txBody>
        </p:sp>
        <p:cxnSp>
          <p:nvCxnSpPr>
            <p:cNvPr id="21" name="Gerader Verbinder 20">
              <a:extLst>
                <a:ext uri="{FF2B5EF4-FFF2-40B4-BE49-F238E27FC236}">
                  <a16:creationId xmlns:a16="http://schemas.microsoft.com/office/drawing/2014/main" id="{E49F4523-678E-1FDB-10F0-87366C34B227}"/>
                </a:ext>
              </a:extLst>
            </p:cNvPr>
            <p:cNvCxnSpPr>
              <a:cxnSpLocks/>
              <a:endCxn id="20" idx="0"/>
            </p:cNvCxnSpPr>
            <p:nvPr userDrawn="1"/>
          </p:nvCxnSpPr>
          <p:spPr>
            <a:xfrm>
              <a:off x="10492653" y="3171725"/>
              <a:ext cx="156864" cy="859429"/>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2" name="Gerader Verbinder 21">
              <a:extLst>
                <a:ext uri="{FF2B5EF4-FFF2-40B4-BE49-F238E27FC236}">
                  <a16:creationId xmlns:a16="http://schemas.microsoft.com/office/drawing/2014/main" id="{949ECD18-0BAC-2276-8068-9465DBAE67E4}"/>
                </a:ext>
              </a:extLst>
            </p:cNvPr>
            <p:cNvCxnSpPr>
              <a:endCxn id="19" idx="1"/>
            </p:cNvCxnSpPr>
            <p:nvPr userDrawn="1"/>
          </p:nvCxnSpPr>
          <p:spPr>
            <a:xfrm>
              <a:off x="10771206" y="1772125"/>
              <a:ext cx="278369" cy="696409"/>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23" name="Gerader Verbinder 22">
              <a:extLst>
                <a:ext uri="{FF2B5EF4-FFF2-40B4-BE49-F238E27FC236}">
                  <a16:creationId xmlns:a16="http://schemas.microsoft.com/office/drawing/2014/main" id="{CC430F37-27A8-05A6-C71D-7E2B516625BC}"/>
                </a:ext>
              </a:extLst>
            </p:cNvPr>
            <p:cNvCxnSpPr>
              <a:endCxn id="17" idx="1"/>
            </p:cNvCxnSpPr>
            <p:nvPr userDrawn="1"/>
          </p:nvCxnSpPr>
          <p:spPr>
            <a:xfrm>
              <a:off x="10771205" y="658033"/>
              <a:ext cx="285624" cy="37371"/>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cxnSp>
          <p:nvCxnSpPr>
            <p:cNvPr id="45" name="Gerader Verbinder 44">
              <a:extLst>
                <a:ext uri="{FF2B5EF4-FFF2-40B4-BE49-F238E27FC236}">
                  <a16:creationId xmlns:a16="http://schemas.microsoft.com/office/drawing/2014/main" id="{AA83B6CB-A098-CA13-3D0D-66D09EDA36CF}"/>
                </a:ext>
              </a:extLst>
            </p:cNvPr>
            <p:cNvCxnSpPr>
              <a:endCxn id="16" idx="1"/>
            </p:cNvCxnSpPr>
            <p:nvPr userDrawn="1"/>
          </p:nvCxnSpPr>
          <p:spPr>
            <a:xfrm flipV="1">
              <a:off x="10781943" y="-173965"/>
              <a:ext cx="285183" cy="375331"/>
            </a:xfrm>
            <a:prstGeom prst="line">
              <a:avLst/>
            </a:prstGeom>
            <a:ln w="3175">
              <a:solidFill>
                <a:schemeClr val="bg1"/>
              </a:solidFill>
            </a:ln>
          </p:spPr>
          <p:style>
            <a:lnRef idx="2">
              <a:schemeClr val="accent1"/>
            </a:lnRef>
            <a:fillRef idx="0">
              <a:schemeClr val="accent1"/>
            </a:fillRef>
            <a:effectRef idx="1">
              <a:schemeClr val="accent1"/>
            </a:effectRef>
            <a:fontRef idx="minor">
              <a:schemeClr val="tx1"/>
            </a:fontRef>
          </p:style>
        </p:cxnSp>
        <p:sp>
          <p:nvSpPr>
            <p:cNvPr id="46" name="Rechteck 45">
              <a:extLst>
                <a:ext uri="{FF2B5EF4-FFF2-40B4-BE49-F238E27FC236}">
                  <a16:creationId xmlns:a16="http://schemas.microsoft.com/office/drawing/2014/main" id="{449F82FC-A722-4F75-00A4-27C4F40C4D7E}"/>
                </a:ext>
              </a:extLst>
            </p:cNvPr>
            <p:cNvSpPr/>
            <p:nvPr userDrawn="1"/>
          </p:nvSpPr>
          <p:spPr>
            <a:xfrm>
              <a:off x="10388265" y="4621953"/>
              <a:ext cx="542084" cy="528032"/>
            </a:xfrm>
            <a:prstGeom prst="rect">
              <a:avLst/>
            </a:prstGeom>
            <a:solidFill>
              <a:srgbClr val="1B798F"/>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algn="ctr"/>
              <a:r>
                <a:rPr lang="de-DE" sz="800">
                  <a:latin typeface="+mn-lt"/>
                </a:rPr>
                <a:t>100%</a:t>
              </a:r>
              <a:br>
                <a:rPr lang="de-DE" sz="800">
                  <a:latin typeface="+mn-lt"/>
                </a:rPr>
              </a:br>
              <a:r>
                <a:rPr lang="de-DE" sz="800">
                  <a:latin typeface="+mn-lt"/>
                </a:rPr>
                <a:t># 1B798F</a:t>
              </a:r>
            </a:p>
          </p:txBody>
        </p:sp>
        <p:sp>
          <p:nvSpPr>
            <p:cNvPr id="47" name="Rechteck 46">
              <a:extLst>
                <a:ext uri="{FF2B5EF4-FFF2-40B4-BE49-F238E27FC236}">
                  <a16:creationId xmlns:a16="http://schemas.microsoft.com/office/drawing/2014/main" id="{B4A2A2AD-6C90-5E69-134D-1CB7493C9ACE}"/>
                </a:ext>
              </a:extLst>
            </p:cNvPr>
            <p:cNvSpPr/>
            <p:nvPr userDrawn="1"/>
          </p:nvSpPr>
          <p:spPr>
            <a:xfrm>
              <a:off x="10109850" y="5212757"/>
              <a:ext cx="522306" cy="518012"/>
            </a:xfrm>
            <a:prstGeom prst="rect">
              <a:avLst/>
            </a:prstGeom>
            <a:solidFill>
              <a:srgbClr val="D53015"/>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de-DE" sz="800">
                  <a:latin typeface="+mn-lt"/>
                </a:rPr>
                <a:t>100%</a:t>
              </a:r>
              <a:br>
                <a:rPr lang="de-DE" sz="800">
                  <a:latin typeface="+mn-lt"/>
                </a:rPr>
              </a:br>
              <a:r>
                <a:rPr lang="de-DE" sz="800">
                  <a:latin typeface="+mn-lt"/>
                </a:rPr>
                <a:t># D53015</a:t>
              </a:r>
            </a:p>
          </p:txBody>
        </p:sp>
        <p:sp>
          <p:nvSpPr>
            <p:cNvPr id="48" name="Rechteck 47">
              <a:extLst>
                <a:ext uri="{FF2B5EF4-FFF2-40B4-BE49-F238E27FC236}">
                  <a16:creationId xmlns:a16="http://schemas.microsoft.com/office/drawing/2014/main" id="{014FC8EB-7B2B-CEB8-6488-B6861A2CE5F5}"/>
                </a:ext>
              </a:extLst>
            </p:cNvPr>
            <p:cNvSpPr/>
            <p:nvPr userDrawn="1"/>
          </p:nvSpPr>
          <p:spPr>
            <a:xfrm>
              <a:off x="10711072" y="5212757"/>
              <a:ext cx="522306" cy="518013"/>
            </a:xfrm>
            <a:prstGeom prst="rect">
              <a:avLst/>
            </a:prstGeom>
            <a:solidFill>
              <a:schemeClr val="accent6">
                <a:lumMod val="50000"/>
              </a:schemeClr>
            </a:solidFill>
            <a:ln w="12700" cap="flat" cmpd="sng" algn="ctr">
              <a:noFill/>
              <a:prstDash val="solid"/>
              <a:miter lim="800000"/>
            </a:ln>
            <a:effectLst/>
          </p:spPr>
          <p:txBody>
            <a:bodyPr rtlCol="0" anchor="ctr"/>
            <a:lstStyle/>
            <a:p>
              <a:pPr marL="0" marR="0" lvl="0" indent="0" algn="ctr" defTabSz="1219139" eaLnBrk="1" fontAlgn="auto" latinLnBrk="0" hangingPunct="1">
                <a:lnSpc>
                  <a:spcPct val="100000"/>
                </a:lnSpc>
                <a:spcBef>
                  <a:spcPts val="0"/>
                </a:spcBef>
                <a:spcAft>
                  <a:spcPts val="0"/>
                </a:spcAft>
                <a:buClrTx/>
                <a:buSzTx/>
                <a:buFontTx/>
                <a:buNone/>
                <a:tabLst/>
                <a:defRPr/>
              </a:pPr>
              <a:r>
                <a:rPr kumimoji="0" lang="de-DE" sz="800" b="0" i="0" u="none" strike="noStrike" kern="0" cap="none" spc="0" normalizeH="0" baseline="0" noProof="0">
                  <a:ln>
                    <a:noFill/>
                  </a:ln>
                  <a:solidFill>
                    <a:schemeClr val="tx1"/>
                  </a:solidFill>
                  <a:effectLst/>
                  <a:uLnTx/>
                  <a:uFillTx/>
                  <a:latin typeface="+mn-lt"/>
                  <a:ea typeface="+mn-ea"/>
                  <a:cs typeface="+mn-cs"/>
                </a:rPr>
                <a:t>150 %</a:t>
              </a:r>
              <a:br>
                <a:rPr kumimoji="0" lang="de-DE" sz="800" b="0" i="0" u="none" strike="noStrike" kern="0" cap="none" spc="0" normalizeH="0" baseline="0" noProof="0">
                  <a:ln>
                    <a:noFill/>
                  </a:ln>
                  <a:solidFill>
                    <a:schemeClr val="tx1"/>
                  </a:solidFill>
                  <a:effectLst/>
                  <a:uLnTx/>
                  <a:uFillTx/>
                  <a:latin typeface="+mn-lt"/>
                  <a:ea typeface="+mn-ea"/>
                  <a:cs typeface="+mn-cs"/>
                </a:rPr>
              </a:br>
              <a:r>
                <a:rPr kumimoji="0" lang="de-DE" sz="800" b="0" i="0" u="none" strike="noStrike" kern="0" cap="none" spc="0" normalizeH="0" baseline="0" noProof="0">
                  <a:ln>
                    <a:noFill/>
                  </a:ln>
                  <a:solidFill>
                    <a:schemeClr val="tx1"/>
                  </a:solidFill>
                  <a:effectLst/>
                  <a:uLnTx/>
                  <a:uFillTx/>
                  <a:latin typeface="+mn-lt"/>
                  <a:ea typeface="+mn-ea"/>
                  <a:cs typeface="+mn-cs"/>
                </a:rPr>
                <a:t>#94D300</a:t>
              </a:r>
            </a:p>
          </p:txBody>
        </p:sp>
      </p:grpSp>
    </p:spTree>
    <p:extLst>
      <p:ext uri="{BB962C8B-B14F-4D97-AF65-F5344CB8AC3E}">
        <p14:creationId xmlns:p14="http://schemas.microsoft.com/office/powerpoint/2010/main" val="1331175990"/>
      </p:ext>
    </p:extLst>
  </p:cSld>
  <p:clrMap bg1="lt1" tx1="dk1" bg2="lt2" tx2="dk2" accent1="accent1" accent2="accent2" accent3="accent3" accent4="accent4" accent5="accent5" accent6="accent6" hlink="hlink" folHlink="folHlink"/>
  <p:sldLayoutIdLst>
    <p:sldLayoutId id="2147483958" r:id="rId1"/>
    <p:sldLayoutId id="2147483959" r:id="rId2"/>
    <p:sldLayoutId id="2147483960" r:id="rId3"/>
    <p:sldLayoutId id="2147483961" r:id="rId4"/>
    <p:sldLayoutId id="2147483962" r:id="rId5"/>
    <p:sldLayoutId id="2147483963" r:id="rId6"/>
    <p:sldLayoutId id="2147483964" r:id="rId7"/>
    <p:sldLayoutId id="2147483965" r:id="rId8"/>
    <p:sldLayoutId id="2147483966" r:id="rId9"/>
    <p:sldLayoutId id="2147483967" r:id="rId10"/>
    <p:sldLayoutId id="2147483969" r:id="rId11"/>
    <p:sldLayoutId id="2147483970" r:id="rId12"/>
    <p:sldLayoutId id="2147483971" r:id="rId13"/>
    <p:sldLayoutId id="2147483972" r:id="rId14"/>
    <p:sldLayoutId id="2147483973" r:id="rId15"/>
    <p:sldLayoutId id="2147483974" r:id="rId16"/>
    <p:sldLayoutId id="2147483975" r:id="rId17"/>
  </p:sldLayoutIdLst>
  <p:hf hdr="0"/>
  <p:txStyles>
    <p:titleStyle>
      <a:lvl1pPr algn="l" defTabSz="914377" rtl="0" eaLnBrk="1" latinLnBrk="0" hangingPunct="1">
        <a:lnSpc>
          <a:spcPct val="90000"/>
        </a:lnSpc>
        <a:spcBef>
          <a:spcPct val="0"/>
        </a:spcBef>
        <a:buNone/>
        <a:defRPr sz="3200" kern="1200">
          <a:solidFill>
            <a:schemeClr val="bg1"/>
          </a:solidFill>
          <a:latin typeface="+mj-lt"/>
          <a:ea typeface="+mj-ea"/>
          <a:cs typeface="+mj-cs"/>
        </a:defRPr>
      </a:lvl1pPr>
    </p:titleStyle>
    <p:bodyStyle>
      <a:lvl1pPr marL="228594" indent="-180000" algn="l" defTabSz="914377" rtl="0" eaLnBrk="1" latinLnBrk="0" hangingPunct="1">
        <a:lnSpc>
          <a:spcPct val="90000"/>
        </a:lnSpc>
        <a:spcBef>
          <a:spcPts val="1000"/>
        </a:spcBef>
        <a:buFont typeface="Arial" panose="020B0604020202020204" pitchFamily="34" charset="0"/>
        <a:buChar char="•"/>
        <a:defRPr lang="de-DE" sz="1600" kern="1200">
          <a:solidFill>
            <a:schemeClr val="bg1"/>
          </a:solidFill>
          <a:latin typeface="+mn-lt"/>
          <a:ea typeface="+mn-ea"/>
          <a:cs typeface="+mn-cs"/>
        </a:defRPr>
      </a:lvl1pPr>
      <a:lvl2pPr marL="432000" indent="-180000" algn="l" defTabSz="914377" rtl="0" eaLnBrk="1" latinLnBrk="0" hangingPunct="1">
        <a:lnSpc>
          <a:spcPct val="90000"/>
        </a:lnSpc>
        <a:spcBef>
          <a:spcPts val="500"/>
        </a:spcBef>
        <a:buFont typeface="Arial" panose="020B0604020202020204" pitchFamily="34" charset="0"/>
        <a:buChar char="•"/>
        <a:defRPr lang="de-DE" sz="1400" kern="1200">
          <a:solidFill>
            <a:schemeClr val="bg1"/>
          </a:solidFill>
          <a:latin typeface="+mn-lt"/>
          <a:ea typeface="+mn-ea"/>
          <a:cs typeface="+mn-cs"/>
        </a:defRPr>
      </a:lvl2pPr>
      <a:lvl3pPr marL="648000" indent="-180000" algn="l" defTabSz="914377" rtl="0" eaLnBrk="1" latinLnBrk="0" hangingPunct="1">
        <a:lnSpc>
          <a:spcPct val="90000"/>
        </a:lnSpc>
        <a:spcBef>
          <a:spcPts val="500"/>
        </a:spcBef>
        <a:buFont typeface="Arial" panose="020B0604020202020204" pitchFamily="34" charset="0"/>
        <a:buChar char="•"/>
        <a:defRPr lang="de-DE" sz="1400" kern="1200">
          <a:solidFill>
            <a:schemeClr val="bg1"/>
          </a:solidFill>
          <a:latin typeface="+mn-lt"/>
          <a:ea typeface="+mn-ea"/>
          <a:cs typeface="+mn-cs"/>
        </a:defRPr>
      </a:lvl3pPr>
      <a:lvl4pPr marL="828000" indent="-180000" algn="l" defTabSz="914377" rtl="0" eaLnBrk="1" latinLnBrk="0" hangingPunct="1">
        <a:lnSpc>
          <a:spcPct val="90000"/>
        </a:lnSpc>
        <a:spcBef>
          <a:spcPts val="500"/>
        </a:spcBef>
        <a:buFont typeface="Arial" panose="020B0604020202020204" pitchFamily="34" charset="0"/>
        <a:buChar char="•"/>
        <a:defRPr lang="de-DE" sz="1200" kern="1200">
          <a:solidFill>
            <a:schemeClr val="bg1"/>
          </a:solidFill>
          <a:latin typeface="+mn-lt"/>
          <a:ea typeface="+mn-ea"/>
          <a:cs typeface="+mn-cs"/>
        </a:defRPr>
      </a:lvl4pPr>
      <a:lvl5pPr marL="1008000" indent="-180000" algn="l" defTabSz="914377" rtl="0" eaLnBrk="1" latinLnBrk="0" hangingPunct="1">
        <a:lnSpc>
          <a:spcPct val="90000"/>
        </a:lnSpc>
        <a:spcBef>
          <a:spcPts val="500"/>
        </a:spcBef>
        <a:buFont typeface="Arial" panose="020B0604020202020204" pitchFamily="34" charset="0"/>
        <a:buChar char="•"/>
        <a:defRPr lang="de-DE" sz="1200" kern="1200">
          <a:solidFill>
            <a:schemeClr val="bg1"/>
          </a:solidFill>
          <a:latin typeface="+mn-lt"/>
          <a:ea typeface="+mn-ea"/>
          <a:cs typeface="+mn-cs"/>
        </a:defRPr>
      </a:lvl5pPr>
      <a:lvl6pPr marL="1188000" indent="-180000" algn="l" defTabSz="914377" rtl="0" eaLnBrk="1" latinLnBrk="0" hangingPunct="1">
        <a:lnSpc>
          <a:spcPct val="90000"/>
        </a:lnSpc>
        <a:spcBef>
          <a:spcPts val="500"/>
        </a:spcBef>
        <a:buFont typeface="Arial" panose="020B0604020202020204" pitchFamily="34" charset="0"/>
        <a:buChar char="•"/>
        <a:defRPr lang="de-DE" sz="1050" kern="1200">
          <a:solidFill>
            <a:schemeClr val="bg1"/>
          </a:solidFill>
          <a:latin typeface="+mn-lt"/>
          <a:ea typeface="+mn-ea"/>
          <a:cs typeface="+mn-cs"/>
        </a:defRPr>
      </a:lvl6pPr>
      <a:lvl7pPr marL="1332000" indent="-180000" algn="l" defTabSz="914377" rtl="0" eaLnBrk="1" latinLnBrk="0" hangingPunct="1">
        <a:lnSpc>
          <a:spcPct val="90000"/>
        </a:lnSpc>
        <a:spcBef>
          <a:spcPts val="500"/>
        </a:spcBef>
        <a:buFont typeface="Arial" panose="020B0604020202020204" pitchFamily="34" charset="0"/>
        <a:buChar char="•"/>
        <a:defRPr lang="de-DE" sz="1050" kern="1200">
          <a:solidFill>
            <a:schemeClr val="bg1"/>
          </a:solidFill>
          <a:latin typeface="+mn-lt"/>
          <a:ea typeface="+mn-ea"/>
          <a:cs typeface="+mn-cs"/>
        </a:defRPr>
      </a:lvl7pPr>
      <a:lvl8pPr marL="1476000" indent="-180000" algn="l" defTabSz="914377" rtl="0" eaLnBrk="1" latinLnBrk="0" hangingPunct="1">
        <a:lnSpc>
          <a:spcPct val="90000"/>
        </a:lnSpc>
        <a:spcBef>
          <a:spcPts val="500"/>
        </a:spcBef>
        <a:buFont typeface="Arial" panose="020B0604020202020204" pitchFamily="34" charset="0"/>
        <a:buChar char="•"/>
        <a:defRPr lang="de-DE" sz="900" kern="1200">
          <a:solidFill>
            <a:schemeClr val="bg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hyperlink" Target="https://www.microsoft.com/en-us/microsoft-teams/microsoft-teams-phone#Pricing" TargetMode="External"/><Relationship Id="rId2" Type="http://schemas.microsoft.com/office/2018/10/relationships/comments" Target="../comments/modernComment_107_BA271C16.xml"/><Relationship Id="rId1" Type="http://schemas.openxmlformats.org/officeDocument/2006/relationships/slideLayout" Target="../slideLayouts/slideLayout21.xml"/><Relationship Id="rId4" Type="http://schemas.openxmlformats.org/officeDocument/2006/relationships/slide" Target="slide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sv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svg"/><Relationship Id="rId9" Type="http://schemas.openxmlformats.org/officeDocument/2006/relationships/image" Target="../media/image1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9.sv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0.svg"/><Relationship Id="rId9" Type="http://schemas.openxmlformats.org/officeDocument/2006/relationships/image" Target="../media/image20.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3" Type="http://schemas.openxmlformats.org/officeDocument/2006/relationships/hyperlink" Target="copilotstudio.microsoft.com/" TargetMode="External"/><Relationship Id="rId2" Type="http://schemas.openxmlformats.org/officeDocument/2006/relationships/notesSlide" Target="../notesSlides/notesSlide6.xml"/><Relationship Id="rId1" Type="http://schemas.openxmlformats.org/officeDocument/2006/relationships/slideLayout" Target="../slideLayouts/slideLayout21.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slide" Target="slide2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8.pn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3" Type="http://schemas.openxmlformats.org/officeDocument/2006/relationships/hyperlink" Target="copilotstudio.microsoft.com/" TargetMode="External"/><Relationship Id="rId2" Type="http://schemas.openxmlformats.org/officeDocument/2006/relationships/image" Target="../media/image19.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image" Target="../media/image19.png"/><Relationship Id="rId1" Type="http://schemas.openxmlformats.org/officeDocument/2006/relationships/slideLayout" Target="../slideLayouts/slideLayout2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hyperlink" Target="https://admin.teams.microsoft.com/" TargetMode="External"/><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hyperlink" Target="https://admin.powerplatform.microsoft.com/" TargetMode="External"/><Relationship Id="rId2" Type="http://schemas.openxmlformats.org/officeDocument/2006/relationships/image" Target="../media/image17.png"/><Relationship Id="rId1" Type="http://schemas.openxmlformats.org/officeDocument/2006/relationships/slideLayout" Target="../slideLayouts/slideLayout21.xml"/><Relationship Id="rId4" Type="http://schemas.openxmlformats.org/officeDocument/2006/relationships/slide" Target="slide23.xml"/></Relationships>
</file>

<file path=ppt/slides/_rels/slide23.xml.rels><?xml version="1.0" encoding="UTF-8" standalone="yes"?>
<Relationships xmlns="http://schemas.openxmlformats.org/package/2006/relationships"><Relationship Id="rId3" Type="http://schemas.openxmlformats.org/officeDocument/2006/relationships/hyperlink" Target="https://admin.cloud.microsoft/" TargetMode="External"/><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08_332FC0FF.xml"/><Relationship Id="rId7" Type="http://schemas.openxmlformats.org/officeDocument/2006/relationships/image" Target="../media/image29.svg"/><Relationship Id="rId2" Type="http://schemas.openxmlformats.org/officeDocument/2006/relationships/notesSlide" Target="../notesSlides/notesSlide7.xml"/><Relationship Id="rId1" Type="http://schemas.openxmlformats.org/officeDocument/2006/relationships/slideLayout" Target="../slideLayouts/slideLayout21.xml"/><Relationship Id="rId6" Type="http://schemas.openxmlformats.org/officeDocument/2006/relationships/image" Target="../media/image28.svg"/><Relationship Id="rId5" Type="http://schemas.openxmlformats.org/officeDocument/2006/relationships/image" Target="../media/image10.svg"/><Relationship Id="rId4" Type="http://schemas.openxmlformats.org/officeDocument/2006/relationships/image" Target="../media/image9.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2" Type="http://schemas.openxmlformats.org/officeDocument/2006/relationships/hyperlink" Target="https://www.microsoft.com/de-de/dynamics-365/products/contact-center/pricing?market=de" TargetMode="Externa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8.xml"/><Relationship Id="rId1" Type="http://schemas.openxmlformats.org/officeDocument/2006/relationships/slideLayout" Target="../slideLayouts/slideLayout21.xml"/><Relationship Id="rId5" Type="http://schemas.openxmlformats.org/officeDocument/2006/relationships/image" Target="../media/image16.png"/><Relationship Id="rId4" Type="http://schemas.openxmlformats.org/officeDocument/2006/relationships/image" Target="../media/image10.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1.xml"/><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1.xml"/><Relationship Id="rId5" Type="http://schemas.openxmlformats.org/officeDocument/2006/relationships/image" Target="../media/image33.png"/><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C629-04DD-38A2-4969-C3CD28BFE27A}"/>
            </a:ext>
          </a:extLst>
        </p:cNvPr>
        <p:cNvGrpSpPr/>
        <p:nvPr/>
      </p:nvGrpSpPr>
      <p:grpSpPr>
        <a:xfrm>
          <a:off x="0" y="0"/>
          <a:ext cx="0" cy="0"/>
          <a:chOff x="0" y="0"/>
          <a:chExt cx="0" cy="0"/>
        </a:xfrm>
      </p:grpSpPr>
      <p:pic>
        <p:nvPicPr>
          <p:cNvPr id="16" name="Grafik 15" descr="Ein Bild, das Text, Schrift, Grafiken, Grafikdesign enthält.&#10;&#10;KI-generierte Inhalte können fehlerhaft sein.">
            <a:extLst>
              <a:ext uri="{FF2B5EF4-FFF2-40B4-BE49-F238E27FC236}">
                <a16:creationId xmlns:a16="http://schemas.microsoft.com/office/drawing/2014/main" id="{3827FE00-6B83-BC46-FACB-01C38AFF6D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255" y="4090981"/>
            <a:ext cx="4920315" cy="2559802"/>
          </a:xfrm>
          <a:prstGeom prst="rect">
            <a:avLst/>
          </a:prstGeom>
        </p:spPr>
      </p:pic>
      <p:pic>
        <p:nvPicPr>
          <p:cNvPr id="4" name="Grafik 3" descr="Ein Bild, das computer, Kaffeetasse, Tisch, Henkelbecher enthält.&#10;&#10;KI-generierte Inhalte können fehlerhaft sein.">
            <a:extLst>
              <a:ext uri="{FF2B5EF4-FFF2-40B4-BE49-F238E27FC236}">
                <a16:creationId xmlns:a16="http://schemas.microsoft.com/office/drawing/2014/main" id="{6484A812-3175-DCCD-C121-26C4C83E5E8B}"/>
              </a:ext>
            </a:extLst>
          </p:cNvPr>
          <p:cNvPicPr>
            <a:picLocks noChangeAspect="1"/>
          </p:cNvPicPr>
          <p:nvPr/>
        </p:nvPicPr>
        <p:blipFill>
          <a:blip r:embed="rId4" cstate="print">
            <a:extLst>
              <a:ext uri="{BEBA8EAE-BF5A-486C-A8C5-ECC9F3942E4B}">
                <a14:imgProps xmlns:a14="http://schemas.microsoft.com/office/drawing/2010/main">
                  <a14:imgLayer>
                    <a14:imgEffect>
                      <a14:brightnessContrast bright="-40000" contrast="-40000"/>
                    </a14:imgEffect>
                  </a14:imgLayer>
                </a14:imgProps>
              </a:ext>
              <a:ext uri="{28A0092B-C50C-407E-A947-70E740481C1C}">
                <a14:useLocalDpi xmlns:a14="http://schemas.microsoft.com/office/drawing/2010/main"/>
              </a:ext>
            </a:extLst>
          </a:blip>
          <a:stretch>
            <a:fillRect/>
          </a:stretch>
        </p:blipFill>
        <p:spPr>
          <a:xfrm>
            <a:off x="6857995" y="0"/>
            <a:ext cx="5334005" cy="6858006"/>
          </a:xfrm>
          <a:prstGeom prst="rect">
            <a:avLst/>
          </a:prstGeom>
        </p:spPr>
      </p:pic>
      <p:sp>
        <p:nvSpPr>
          <p:cNvPr id="2" name="Textplatzhalter 1">
            <a:extLst>
              <a:ext uri="{FF2B5EF4-FFF2-40B4-BE49-F238E27FC236}">
                <a16:creationId xmlns:a16="http://schemas.microsoft.com/office/drawing/2014/main" id="{3285F5E2-748D-945A-24A2-FDA2595FE69A}"/>
              </a:ext>
            </a:extLst>
          </p:cNvPr>
          <p:cNvSpPr>
            <a:spLocks noGrp="1"/>
          </p:cNvSpPr>
          <p:nvPr>
            <p:ph type="body" sz="quarter" idx="11"/>
          </p:nvPr>
        </p:nvSpPr>
        <p:spPr>
          <a:xfrm>
            <a:off x="725844" y="1683639"/>
            <a:ext cx="8950109" cy="1994392"/>
          </a:xfrm>
        </p:spPr>
        <p:txBody>
          <a:bodyPr/>
          <a:lstStyle/>
          <a:p>
            <a:r>
              <a:rPr lang="de-DE"/>
              <a:t>AIRCO Telefon-Bot: </a:t>
            </a:r>
            <a:br>
              <a:rPr lang="de-DE"/>
            </a:br>
            <a:r>
              <a:rPr lang="de-DE"/>
              <a:t>KI-gestützter </a:t>
            </a:r>
            <a:br>
              <a:rPr lang="de-DE"/>
            </a:br>
            <a:r>
              <a:rPr lang="de-DE"/>
              <a:t>1st Level Support</a:t>
            </a:r>
          </a:p>
        </p:txBody>
      </p:sp>
      <p:sp>
        <p:nvSpPr>
          <p:cNvPr id="14" name="Textplatzhalter 13">
            <a:extLst>
              <a:ext uri="{FF2B5EF4-FFF2-40B4-BE49-F238E27FC236}">
                <a16:creationId xmlns:a16="http://schemas.microsoft.com/office/drawing/2014/main" id="{A9DF4B23-5EC3-41D2-FDC5-513B6C96B00B}"/>
              </a:ext>
            </a:extLst>
          </p:cNvPr>
          <p:cNvSpPr>
            <a:spLocks noGrp="1"/>
          </p:cNvSpPr>
          <p:nvPr>
            <p:ph type="body" sz="quarter" idx="13"/>
          </p:nvPr>
        </p:nvSpPr>
        <p:spPr>
          <a:xfrm>
            <a:off x="743891" y="3803883"/>
            <a:ext cx="8950109" cy="240555"/>
          </a:xfrm>
        </p:spPr>
        <p:txBody>
          <a:bodyPr/>
          <a:lstStyle/>
          <a:p>
            <a:r>
              <a:rPr lang="de-DE" sz="1800"/>
              <a:t>mosaiic GmbH</a:t>
            </a:r>
          </a:p>
        </p:txBody>
      </p:sp>
      <p:sp>
        <p:nvSpPr>
          <p:cNvPr id="11" name="Rechteck 10">
            <a:extLst>
              <a:ext uri="{FF2B5EF4-FFF2-40B4-BE49-F238E27FC236}">
                <a16:creationId xmlns:a16="http://schemas.microsoft.com/office/drawing/2014/main" id="{BA1845F6-62DB-22DD-1D5F-926D2754E36D}"/>
              </a:ext>
            </a:extLst>
          </p:cNvPr>
          <p:cNvSpPr/>
          <p:nvPr/>
        </p:nvSpPr>
        <p:spPr>
          <a:xfrm>
            <a:off x="7826188" y="6237046"/>
            <a:ext cx="4365811" cy="621524"/>
          </a:xfrm>
          <a:prstGeom prst="rect">
            <a:avLst/>
          </a:prstGeom>
          <a:gradFill flip="none" rotWithShape="1">
            <a:gsLst>
              <a:gs pos="44000">
                <a:schemeClr val="bg2">
                  <a:alpha val="0"/>
                </a:schemeClr>
              </a:gs>
              <a:gs pos="70000">
                <a:schemeClr val="bg2">
                  <a:lumMod val="50000"/>
                  <a:alpha val="70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lIns="540000" rIns="72000" rtlCol="0" anchor="ctr" anchorCtr="0"/>
          <a:lstStyle/>
          <a:p>
            <a:pPr algn="l"/>
            <a:endParaRPr lang="de-DE" sz="1800">
              <a:solidFill>
                <a:schemeClr val="bg1"/>
              </a:solidFill>
            </a:endParaRPr>
          </a:p>
        </p:txBody>
      </p:sp>
      <p:sp>
        <p:nvSpPr>
          <p:cNvPr id="8" name="Fußzeilenplatzhalter 7">
            <a:extLst>
              <a:ext uri="{FF2B5EF4-FFF2-40B4-BE49-F238E27FC236}">
                <a16:creationId xmlns:a16="http://schemas.microsoft.com/office/drawing/2014/main" id="{5648E940-7695-47DE-2704-411A9E15FFCB}"/>
              </a:ext>
            </a:extLst>
          </p:cNvPr>
          <p:cNvSpPr>
            <a:spLocks noGrp="1"/>
          </p:cNvSpPr>
          <p:nvPr>
            <p:ph type="ftr" sz="quarter" idx="15"/>
          </p:nvPr>
        </p:nvSpPr>
        <p:spPr/>
        <p:txBody>
          <a:bodyPr/>
          <a:lstStyle/>
          <a:p>
            <a:r>
              <a:rPr lang="de-DE"/>
              <a:t>mosaiic GmbH  |</a:t>
            </a:r>
          </a:p>
        </p:txBody>
      </p:sp>
      <p:sp>
        <p:nvSpPr>
          <p:cNvPr id="5" name="Rechteck: abgerundete Ecken 4">
            <a:extLst>
              <a:ext uri="{FF2B5EF4-FFF2-40B4-BE49-F238E27FC236}">
                <a16:creationId xmlns:a16="http://schemas.microsoft.com/office/drawing/2014/main" id="{BA9A853F-2148-4976-0EF5-C8F652A7481D}"/>
              </a:ext>
            </a:extLst>
          </p:cNvPr>
          <p:cNvSpPr/>
          <p:nvPr/>
        </p:nvSpPr>
        <p:spPr>
          <a:xfrm rot="21204214">
            <a:off x="8565181" y="371201"/>
            <a:ext cx="4408034" cy="1847379"/>
          </a:xfrm>
          <a:prstGeom prst="roundRect">
            <a:avLst/>
          </a:prstGeom>
          <a:solidFill>
            <a:schemeClr val="accent3">
              <a:alpha val="55000"/>
            </a:schemeClr>
          </a:solidFill>
          <a:ln>
            <a:noFill/>
          </a:ln>
          <a:effectLst>
            <a:softEdge rad="317500"/>
          </a:effectLst>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grpSp>
        <p:nvGrpSpPr>
          <p:cNvPr id="7" name="Gruppieren 6">
            <a:extLst>
              <a:ext uri="{FF2B5EF4-FFF2-40B4-BE49-F238E27FC236}">
                <a16:creationId xmlns:a16="http://schemas.microsoft.com/office/drawing/2014/main" id="{5609FFD5-E53E-58BC-ECB9-21672930DCDC}"/>
              </a:ext>
            </a:extLst>
          </p:cNvPr>
          <p:cNvGrpSpPr/>
          <p:nvPr/>
        </p:nvGrpSpPr>
        <p:grpSpPr>
          <a:xfrm>
            <a:off x="9003300" y="798594"/>
            <a:ext cx="2714206" cy="1275390"/>
            <a:chOff x="9003300" y="798594"/>
            <a:chExt cx="2714206" cy="1275390"/>
          </a:xfrm>
        </p:grpSpPr>
        <p:sp>
          <p:nvSpPr>
            <p:cNvPr id="6" name="Rechteck 5">
              <a:extLst>
                <a:ext uri="{FF2B5EF4-FFF2-40B4-BE49-F238E27FC236}">
                  <a16:creationId xmlns:a16="http://schemas.microsoft.com/office/drawing/2014/main" id="{0A6631B9-FC33-28D9-F5D5-83D71858C9C4}"/>
                </a:ext>
              </a:extLst>
            </p:cNvPr>
            <p:cNvSpPr/>
            <p:nvPr/>
          </p:nvSpPr>
          <p:spPr>
            <a:xfrm rot="21202621">
              <a:off x="9003300" y="798594"/>
              <a:ext cx="2714206" cy="830997"/>
            </a:xfrm>
            <a:prstGeom prst="rect">
              <a:avLst/>
            </a:prstGeom>
          </p:spPr>
          <p:txBody>
            <a:bodyPr wrap="none">
              <a:spAutoFit/>
            </a:bodyPr>
            <a:lstStyle/>
            <a:p>
              <a:pPr algn="ctr"/>
              <a:r>
                <a:rPr lang="de-DE">
                  <a:solidFill>
                    <a:schemeClr val="bg1"/>
                  </a:solidFill>
                  <a:latin typeface="Segoe Script" panose="030B0504020000000003" pitchFamily="66" charset="0"/>
                </a:rPr>
                <a:t>Ihr Partner für</a:t>
              </a:r>
              <a:br>
                <a:rPr lang="de-DE">
                  <a:solidFill>
                    <a:schemeClr val="bg1"/>
                  </a:solidFill>
                  <a:latin typeface="Segoe Script" panose="030B0504020000000003" pitchFamily="66" charset="0"/>
                </a:rPr>
              </a:br>
              <a:r>
                <a:rPr lang="de-DE">
                  <a:solidFill>
                    <a:schemeClr val="bg1"/>
                  </a:solidFill>
                  <a:latin typeface="Segoe Script" panose="030B0504020000000003" pitchFamily="66" charset="0"/>
                </a:rPr>
                <a:t>Digitalisierung</a:t>
              </a:r>
            </a:p>
          </p:txBody>
        </p:sp>
        <p:sp>
          <p:nvSpPr>
            <p:cNvPr id="3" name="Rechteck 2">
              <a:extLst>
                <a:ext uri="{FF2B5EF4-FFF2-40B4-BE49-F238E27FC236}">
                  <a16:creationId xmlns:a16="http://schemas.microsoft.com/office/drawing/2014/main" id="{6A05A945-213F-449E-B8CB-5FE8EE703891}"/>
                </a:ext>
              </a:extLst>
            </p:cNvPr>
            <p:cNvSpPr/>
            <p:nvPr/>
          </p:nvSpPr>
          <p:spPr>
            <a:xfrm rot="21202621">
              <a:off x="9143541" y="1704652"/>
              <a:ext cx="2518638" cy="369332"/>
            </a:xfrm>
            <a:prstGeom prst="rect">
              <a:avLst/>
            </a:prstGeom>
          </p:spPr>
          <p:txBody>
            <a:bodyPr wrap="none">
              <a:spAutoFit/>
            </a:bodyPr>
            <a:lstStyle/>
            <a:p>
              <a:pPr algn="ctr"/>
              <a:r>
                <a:rPr lang="de-DE" sz="1800" b="0">
                  <a:solidFill>
                    <a:schemeClr val="accent2"/>
                  </a:solidFill>
                  <a:latin typeface="Segoe Script" panose="030B0504020000000003" pitchFamily="66" charset="0"/>
                </a:rPr>
                <a:t>- Für Ihren Erfolg!</a:t>
              </a:r>
            </a:p>
          </p:txBody>
        </p:sp>
      </p:grpSp>
    </p:spTree>
    <p:extLst>
      <p:ext uri="{BB962C8B-B14F-4D97-AF65-F5344CB8AC3E}">
        <p14:creationId xmlns:p14="http://schemas.microsoft.com/office/powerpoint/2010/main" val="16844774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8371E7-75AF-1B64-34D4-B9D290A1880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27E2709-B2CB-DDCE-4AA1-619A0D1F94D1}"/>
              </a:ext>
            </a:extLst>
          </p:cNvPr>
          <p:cNvSpPr>
            <a:spLocks noGrp="1"/>
          </p:cNvSpPr>
          <p:nvPr>
            <p:ph type="title"/>
          </p:nvPr>
        </p:nvSpPr>
        <p:spPr/>
        <p:txBody>
          <a:bodyPr/>
          <a:lstStyle/>
          <a:p>
            <a:r>
              <a:rPr lang="de-DE"/>
              <a:t>Use-Case-Beschreibung</a:t>
            </a:r>
          </a:p>
        </p:txBody>
      </p:sp>
      <p:sp>
        <p:nvSpPr>
          <p:cNvPr id="4" name="Textplatzhalter 3">
            <a:extLst>
              <a:ext uri="{FF2B5EF4-FFF2-40B4-BE49-F238E27FC236}">
                <a16:creationId xmlns:a16="http://schemas.microsoft.com/office/drawing/2014/main" id="{24DCC7B4-82E9-C459-F0C6-5BB84790D3FA}"/>
              </a:ext>
            </a:extLst>
          </p:cNvPr>
          <p:cNvSpPr>
            <a:spLocks noGrp="1"/>
          </p:cNvSpPr>
          <p:nvPr>
            <p:ph type="body" sz="quarter" idx="13"/>
          </p:nvPr>
        </p:nvSpPr>
        <p:spPr/>
        <p:txBody>
          <a:bodyPr/>
          <a:lstStyle/>
          <a:p>
            <a:endParaRPr lang="de-DE"/>
          </a:p>
        </p:txBody>
      </p:sp>
      <p:sp>
        <p:nvSpPr>
          <p:cNvPr id="8" name="Inhaltsplatzhalter 7">
            <a:extLst>
              <a:ext uri="{FF2B5EF4-FFF2-40B4-BE49-F238E27FC236}">
                <a16:creationId xmlns:a16="http://schemas.microsoft.com/office/drawing/2014/main" id="{E9D60D4C-F85C-948A-EA86-9A917165DB88}"/>
              </a:ext>
            </a:extLst>
          </p:cNvPr>
          <p:cNvSpPr>
            <a:spLocks noGrp="1"/>
          </p:cNvSpPr>
          <p:nvPr>
            <p:ph sz="quarter" idx="17"/>
          </p:nvPr>
        </p:nvSpPr>
        <p:spPr/>
        <p:txBody>
          <a:bodyPr/>
          <a:lstStyle/>
          <a:p>
            <a:r>
              <a:rPr lang="de-DE" sz="2000"/>
              <a:t>Externer Dienstleister betriebt Hotline im Festpreismodell</a:t>
            </a:r>
          </a:p>
          <a:p>
            <a:r>
              <a:rPr lang="de-DE" sz="2000"/>
              <a:t>Hohe Auslastung des First-Level-Supports (~40 Anrufe/Tag)</a:t>
            </a:r>
          </a:p>
          <a:p>
            <a:r>
              <a:rPr lang="de-DE" sz="2000"/>
              <a:t>Gesprächsdauer: ca. 5–10 Minuten</a:t>
            </a:r>
          </a:p>
          <a:p>
            <a:r>
              <a:rPr lang="de-DE" sz="2000"/>
              <a:t>Anliegen sind weitgehend bekannt und klassifizierbar. Ein klarer Entscheidungsbaum /Ablauf ist modelliert.</a:t>
            </a:r>
          </a:p>
          <a:p>
            <a:endParaRPr lang="de-DE" sz="2000"/>
          </a:p>
          <a:p>
            <a:pPr marL="48594" indent="0">
              <a:buNone/>
            </a:pPr>
            <a:r>
              <a:rPr lang="de-DE" sz="2000" b="1">
                <a:solidFill>
                  <a:schemeClr val="accent2"/>
                </a:solidFill>
              </a:rPr>
              <a:t>Ziel</a:t>
            </a:r>
            <a:r>
              <a:rPr lang="de-DE" sz="2000" b="1"/>
              <a:t>		</a:t>
            </a:r>
            <a:r>
              <a:rPr lang="de-DE" sz="2000"/>
              <a:t>Erfassung Kundendaten, Ticketerstellung,</a:t>
            </a:r>
            <a:r>
              <a:rPr lang="de-DE" sz="2000" b="1"/>
              <a:t> </a:t>
            </a:r>
            <a:r>
              <a:rPr lang="de-DE" sz="2000"/>
              <a:t>Weiterleitung zur Ansprechperson</a:t>
            </a:r>
          </a:p>
          <a:p>
            <a:pPr marL="48594" indent="0">
              <a:buNone/>
            </a:pPr>
            <a:r>
              <a:rPr lang="de-DE" sz="2000" b="1">
                <a:solidFill>
                  <a:schemeClr val="accent2"/>
                </a:solidFill>
              </a:rPr>
              <a:t>Nicht-Ziel</a:t>
            </a:r>
            <a:r>
              <a:rPr lang="de-DE" sz="2000" b="1"/>
              <a:t>	</a:t>
            </a:r>
            <a:r>
              <a:rPr lang="de-DE" sz="2000"/>
              <a:t>vollständige Automatisierung oder Problemlösung durch KI</a:t>
            </a:r>
          </a:p>
          <a:p>
            <a:pPr marL="48594" indent="0">
              <a:buNone/>
            </a:pPr>
            <a:r>
              <a:rPr lang="de-DE" sz="2000" b="1">
                <a:solidFill>
                  <a:schemeClr val="accent2"/>
                </a:solidFill>
              </a:rPr>
              <a:t>Fokus</a:t>
            </a:r>
            <a:r>
              <a:rPr lang="de-DE" sz="2000" b="1"/>
              <a:t>		</a:t>
            </a:r>
            <a:r>
              <a:rPr lang="de-DE" sz="2000"/>
              <a:t> Entlastung der Hotline, Effizienzsteigerung, Befähigung weitere Use Cases</a:t>
            </a:r>
          </a:p>
        </p:txBody>
      </p:sp>
      <p:sp>
        <p:nvSpPr>
          <p:cNvPr id="5" name="Datumsplatzhalter 4">
            <a:extLst>
              <a:ext uri="{FF2B5EF4-FFF2-40B4-BE49-F238E27FC236}">
                <a16:creationId xmlns:a16="http://schemas.microsoft.com/office/drawing/2014/main" id="{02B07312-0277-BC66-11FF-8AF9A1C412CE}"/>
              </a:ext>
            </a:extLst>
          </p:cNvPr>
          <p:cNvSpPr>
            <a:spLocks noGrp="1"/>
          </p:cNvSpPr>
          <p:nvPr>
            <p:ph type="dt" sz="half" idx="18"/>
          </p:nvPr>
        </p:nvSpPr>
        <p:spPr/>
        <p:txBody>
          <a:bodyPr/>
          <a:lstStyle/>
          <a:p>
            <a:fld id="{04506B84-CDC0-45A7-9F07-7F61CE2235BF}" type="datetime1">
              <a:rPr lang="de-DE" smtClean="0"/>
              <a:t>18.08.2026</a:t>
            </a:fld>
            <a:endParaRPr lang="de-DE"/>
          </a:p>
        </p:txBody>
      </p:sp>
      <p:sp>
        <p:nvSpPr>
          <p:cNvPr id="6" name="Fußzeilenplatzhalter 5">
            <a:extLst>
              <a:ext uri="{FF2B5EF4-FFF2-40B4-BE49-F238E27FC236}">
                <a16:creationId xmlns:a16="http://schemas.microsoft.com/office/drawing/2014/main" id="{CDF0B366-5803-1BCC-6B68-FF365F36EBCF}"/>
              </a:ext>
            </a:extLst>
          </p:cNvPr>
          <p:cNvSpPr>
            <a:spLocks noGrp="1"/>
          </p:cNvSpPr>
          <p:nvPr>
            <p:ph type="ftr" sz="quarter" idx="19"/>
          </p:nvPr>
        </p:nvSpPr>
        <p:spPr/>
        <p:txBody>
          <a:bodyPr/>
          <a:lstStyle/>
          <a:p>
            <a:r>
              <a:rPr lang="de-DE"/>
              <a:t>mosaiic GmbH  |</a:t>
            </a:r>
          </a:p>
        </p:txBody>
      </p:sp>
      <p:sp>
        <p:nvSpPr>
          <p:cNvPr id="7" name="Foliennummernplatzhalter 6">
            <a:extLst>
              <a:ext uri="{FF2B5EF4-FFF2-40B4-BE49-F238E27FC236}">
                <a16:creationId xmlns:a16="http://schemas.microsoft.com/office/drawing/2014/main" id="{C6C51AF7-7C07-0EA6-6BB6-940E8ACB5019}"/>
              </a:ext>
            </a:extLst>
          </p:cNvPr>
          <p:cNvSpPr>
            <a:spLocks noGrp="1"/>
          </p:cNvSpPr>
          <p:nvPr>
            <p:ph type="sldNum" sz="quarter" idx="20"/>
          </p:nvPr>
        </p:nvSpPr>
        <p:spPr/>
        <p:txBody>
          <a:bodyPr/>
          <a:lstStyle/>
          <a:p>
            <a:fld id="{F4B5F3EB-31C7-4555-828E-971415072856}" type="slidenum">
              <a:rPr lang="de-DE" smtClean="0"/>
              <a:pPr/>
              <a:t>2</a:t>
            </a:fld>
            <a:endParaRPr lang="de-DE"/>
          </a:p>
        </p:txBody>
      </p:sp>
      <p:sp>
        <p:nvSpPr>
          <p:cNvPr id="9" name="Rechteck 8">
            <a:extLst>
              <a:ext uri="{FF2B5EF4-FFF2-40B4-BE49-F238E27FC236}">
                <a16:creationId xmlns:a16="http://schemas.microsoft.com/office/drawing/2014/main" id="{55D58929-F03E-0E7D-9288-39DDD9D267B7}"/>
              </a:ext>
            </a:extLst>
          </p:cNvPr>
          <p:cNvSpPr/>
          <p:nvPr/>
        </p:nvSpPr>
        <p:spPr>
          <a:xfrm>
            <a:off x="382587" y="3905046"/>
            <a:ext cx="10462992" cy="86509"/>
          </a:xfrm>
          <a:prstGeom prst="rect">
            <a:avLst/>
          </a:prstGeom>
          <a:ln/>
        </p:spPr>
        <p:style>
          <a:lnRef idx="1">
            <a:schemeClr val="accent2"/>
          </a:lnRef>
          <a:fillRef idx="3">
            <a:schemeClr val="accent2"/>
          </a:fillRef>
          <a:effectRef idx="2">
            <a:schemeClr val="accent2"/>
          </a:effectRef>
          <a:fontRef idx="minor">
            <a:schemeClr val="lt1"/>
          </a:fontRef>
        </p:style>
        <p:txBody>
          <a:bodyPr lIns="72000" rIns="72000" rtlCol="0" anchor="t"/>
          <a:lstStyle/>
          <a:p>
            <a:pPr algn="l"/>
            <a:endParaRPr lang="de-DE" sz="1800" err="1">
              <a:solidFill>
                <a:schemeClr val="bg1"/>
              </a:solidFill>
            </a:endParaRPr>
          </a:p>
        </p:txBody>
      </p:sp>
    </p:spTree>
    <p:extLst>
      <p:ext uri="{BB962C8B-B14F-4D97-AF65-F5344CB8AC3E}">
        <p14:creationId xmlns:p14="http://schemas.microsoft.com/office/powerpoint/2010/main" val="4190099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47535-DCC3-C3DC-5039-0A4BB7875FE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9264ABD-E9EB-81AB-7D0D-E78FE312BE02}"/>
              </a:ext>
            </a:extLst>
          </p:cNvPr>
          <p:cNvSpPr>
            <a:spLocks noGrp="1"/>
          </p:cNvSpPr>
          <p:nvPr>
            <p:ph type="title"/>
          </p:nvPr>
        </p:nvSpPr>
        <p:spPr/>
        <p:txBody>
          <a:bodyPr/>
          <a:lstStyle/>
          <a:p>
            <a:r>
              <a:rPr lang="de-DE"/>
              <a:t>Präferierte Lösung: Voice-KI-Agent</a:t>
            </a:r>
          </a:p>
        </p:txBody>
      </p:sp>
      <p:sp>
        <p:nvSpPr>
          <p:cNvPr id="3" name="Textplatzhalter 2">
            <a:extLst>
              <a:ext uri="{FF2B5EF4-FFF2-40B4-BE49-F238E27FC236}">
                <a16:creationId xmlns:a16="http://schemas.microsoft.com/office/drawing/2014/main" id="{7FEA4BC1-8A1A-D013-73EB-28BAC9A189E2}"/>
              </a:ext>
            </a:extLst>
          </p:cNvPr>
          <p:cNvSpPr>
            <a:spLocks noGrp="1"/>
          </p:cNvSpPr>
          <p:nvPr>
            <p:ph type="body" sz="quarter" idx="13"/>
          </p:nvPr>
        </p:nvSpPr>
        <p:spPr/>
        <p:txBody>
          <a:bodyPr/>
          <a:lstStyle/>
          <a:p>
            <a:r>
              <a:rPr lang="de-DE"/>
              <a:t> </a:t>
            </a:r>
          </a:p>
        </p:txBody>
      </p:sp>
      <p:sp>
        <p:nvSpPr>
          <p:cNvPr id="4" name="Inhaltsplatzhalter 3">
            <a:extLst>
              <a:ext uri="{FF2B5EF4-FFF2-40B4-BE49-F238E27FC236}">
                <a16:creationId xmlns:a16="http://schemas.microsoft.com/office/drawing/2014/main" id="{762BFE1D-E1DA-1435-0AB4-77B988119983}"/>
              </a:ext>
            </a:extLst>
          </p:cNvPr>
          <p:cNvSpPr>
            <a:spLocks noGrp="1"/>
          </p:cNvSpPr>
          <p:nvPr>
            <p:ph sz="quarter" idx="17"/>
          </p:nvPr>
        </p:nvSpPr>
        <p:spPr>
          <a:xfrm>
            <a:off x="382587" y="1129119"/>
            <a:ext cx="11435188" cy="5035847"/>
          </a:xfrm>
        </p:spPr>
        <p:txBody>
          <a:bodyPr/>
          <a:lstStyle/>
          <a:p>
            <a:pPr marL="48594" indent="0">
              <a:buNone/>
            </a:pPr>
            <a:r>
              <a:rPr lang="de-DE" sz="2000" b="1">
                <a:solidFill>
                  <a:schemeClr val="accent2"/>
                </a:solidFill>
              </a:rPr>
              <a:t>Funktionalität</a:t>
            </a:r>
          </a:p>
          <a:p>
            <a:pPr marL="48594" indent="0">
              <a:buNone/>
            </a:pPr>
            <a:r>
              <a:rPr lang="de-DE" sz="2000"/>
              <a:t>Teilautomatisierung anhand eines </a:t>
            </a:r>
            <a:r>
              <a:rPr lang="de-DE" sz="2000" b="1"/>
              <a:t>KI-basierten Voice-Agenten </a:t>
            </a:r>
            <a:r>
              <a:rPr lang="de-DE" sz="2000"/>
              <a:t>auf Basis von Microsoft Copilot Studio Voice-Agenten, der:</a:t>
            </a:r>
          </a:p>
          <a:p>
            <a:r>
              <a:rPr lang="de-DE" sz="1800"/>
              <a:t>Anrufe automatisch entgegennimmt</a:t>
            </a:r>
          </a:p>
          <a:p>
            <a:r>
              <a:rPr lang="de-DE" sz="1800"/>
              <a:t>Freie Spracheingaben der Anrufer versteht und analysiert</a:t>
            </a:r>
          </a:p>
          <a:p>
            <a:r>
              <a:rPr lang="de-DE" sz="1800"/>
              <a:t>Anliegen anhand von Intentionen, Schlüsselbegriffen und Kontext klassifiziert</a:t>
            </a:r>
          </a:p>
          <a:p>
            <a:r>
              <a:rPr lang="de-DE" sz="1800"/>
              <a:t>Rückfragen zur Präzisierung stellt</a:t>
            </a:r>
          </a:p>
          <a:p>
            <a:r>
              <a:rPr lang="de-DE" sz="1800"/>
              <a:t>Standardanfragen selbstständig beantwortet oder bearbeitet</a:t>
            </a:r>
          </a:p>
          <a:p>
            <a:r>
              <a:rPr lang="de-DE" sz="1800"/>
              <a:t>Komplexe Fälle gezielt an die zuständige Person weiterleitet</a:t>
            </a:r>
          </a:p>
        </p:txBody>
      </p:sp>
      <p:sp>
        <p:nvSpPr>
          <p:cNvPr id="5" name="Datumsplatzhalter 4">
            <a:extLst>
              <a:ext uri="{FF2B5EF4-FFF2-40B4-BE49-F238E27FC236}">
                <a16:creationId xmlns:a16="http://schemas.microsoft.com/office/drawing/2014/main" id="{099F38FF-691E-DFA3-D80F-40B145304742}"/>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2F6E5B58-7415-003C-7E4B-97872644DB94}"/>
              </a:ext>
            </a:extLst>
          </p:cNvPr>
          <p:cNvSpPr>
            <a:spLocks noGrp="1"/>
          </p:cNvSpPr>
          <p:nvPr>
            <p:ph type="ftr" sz="quarter" idx="19"/>
          </p:nvPr>
        </p:nvSpPr>
        <p:spPr/>
        <p:txBody>
          <a:bodyPr/>
          <a:lstStyle/>
          <a:p>
            <a:r>
              <a:rPr lang="de-DE"/>
              <a:t>mosaiic GmbH  |</a:t>
            </a:r>
          </a:p>
        </p:txBody>
      </p:sp>
      <p:sp>
        <p:nvSpPr>
          <p:cNvPr id="7" name="Foliennummernplatzhalter 6">
            <a:extLst>
              <a:ext uri="{FF2B5EF4-FFF2-40B4-BE49-F238E27FC236}">
                <a16:creationId xmlns:a16="http://schemas.microsoft.com/office/drawing/2014/main" id="{662135DB-1BD4-20C3-7022-9D9A8614D99B}"/>
              </a:ext>
            </a:extLst>
          </p:cNvPr>
          <p:cNvSpPr>
            <a:spLocks noGrp="1"/>
          </p:cNvSpPr>
          <p:nvPr>
            <p:ph type="sldNum" sz="quarter" idx="20"/>
          </p:nvPr>
        </p:nvSpPr>
        <p:spPr/>
        <p:txBody>
          <a:bodyPr/>
          <a:lstStyle/>
          <a:p>
            <a:fld id="{F4B5F3EB-31C7-4555-828E-971415072856}" type="slidenum">
              <a:rPr lang="de-DE" smtClean="0"/>
              <a:pPr/>
              <a:t>3</a:t>
            </a:fld>
            <a:endParaRPr lang="de-DE"/>
          </a:p>
        </p:txBody>
      </p:sp>
    </p:spTree>
    <p:extLst>
      <p:ext uri="{BB962C8B-B14F-4D97-AF65-F5344CB8AC3E}">
        <p14:creationId xmlns:p14="http://schemas.microsoft.com/office/powerpoint/2010/main" val="3918130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8FC6281-21F8-05DF-927F-AE56EEA2A020}"/>
              </a:ext>
            </a:extLst>
          </p:cNvPr>
          <p:cNvSpPr>
            <a:spLocks noGrp="1"/>
          </p:cNvSpPr>
          <p:nvPr>
            <p:ph type="title"/>
          </p:nvPr>
        </p:nvSpPr>
        <p:spPr/>
        <p:txBody>
          <a:bodyPr/>
          <a:lstStyle/>
          <a:p>
            <a:r>
              <a:rPr lang="de-DE"/>
              <a:t>Überblick Lösung</a:t>
            </a:r>
          </a:p>
        </p:txBody>
      </p:sp>
      <p:sp>
        <p:nvSpPr>
          <p:cNvPr id="3" name="Textplatzhalter 2">
            <a:extLst>
              <a:ext uri="{FF2B5EF4-FFF2-40B4-BE49-F238E27FC236}">
                <a16:creationId xmlns:a16="http://schemas.microsoft.com/office/drawing/2014/main" id="{D111BC19-19E1-D646-2301-B5E1BC1BEA64}"/>
              </a:ext>
            </a:extLst>
          </p:cNvPr>
          <p:cNvSpPr>
            <a:spLocks noGrp="1"/>
          </p:cNvSpPr>
          <p:nvPr>
            <p:ph type="body" sz="quarter" idx="13"/>
          </p:nvPr>
        </p:nvSpPr>
        <p:spPr/>
        <p:txBody>
          <a:bodyPr/>
          <a:lstStyle/>
          <a:p>
            <a:endParaRPr lang="de-DE"/>
          </a:p>
        </p:txBody>
      </p:sp>
      <p:graphicFrame>
        <p:nvGraphicFramePr>
          <p:cNvPr id="8" name="Inhaltsplatzhalter 7">
            <a:extLst>
              <a:ext uri="{FF2B5EF4-FFF2-40B4-BE49-F238E27FC236}">
                <a16:creationId xmlns:a16="http://schemas.microsoft.com/office/drawing/2014/main" id="{CAB50BC1-92E8-E983-1E11-CC176DF08D45}"/>
              </a:ext>
            </a:extLst>
          </p:cNvPr>
          <p:cNvGraphicFramePr>
            <a:graphicFrameLocks noGrp="1"/>
          </p:cNvGraphicFramePr>
          <p:nvPr>
            <p:ph sz="quarter" idx="17"/>
            <p:extLst>
              <p:ext uri="{D42A27DB-BD31-4B8C-83A1-F6EECF244321}">
                <p14:modId xmlns:p14="http://schemas.microsoft.com/office/powerpoint/2010/main" val="3518976332"/>
              </p:ext>
            </p:extLst>
          </p:nvPr>
        </p:nvGraphicFramePr>
        <p:xfrm>
          <a:off x="382588" y="1454150"/>
          <a:ext cx="11434762" cy="50371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Datumsplatzhalter 4">
            <a:extLst>
              <a:ext uri="{FF2B5EF4-FFF2-40B4-BE49-F238E27FC236}">
                <a16:creationId xmlns:a16="http://schemas.microsoft.com/office/drawing/2014/main" id="{0C35C474-DD1F-AA3A-0951-5C4761CAF800}"/>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AEE30E98-5916-0D1D-771A-3BEAD2FB5C87}"/>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76CA18FB-F26C-93E2-3F2F-82A5A9258542}"/>
              </a:ext>
            </a:extLst>
          </p:cNvPr>
          <p:cNvSpPr>
            <a:spLocks noGrp="1"/>
          </p:cNvSpPr>
          <p:nvPr>
            <p:ph type="sldNum" sz="quarter" idx="20"/>
          </p:nvPr>
        </p:nvSpPr>
        <p:spPr/>
        <p:txBody>
          <a:bodyPr/>
          <a:lstStyle/>
          <a:p>
            <a:fld id="{F4B5F3EB-31C7-4555-828E-971415072856}" type="slidenum">
              <a:rPr lang="de-DE" smtClean="0"/>
              <a:pPr/>
              <a:t>4</a:t>
            </a:fld>
            <a:endParaRPr lang="de-DE"/>
          </a:p>
        </p:txBody>
      </p:sp>
      <p:sp>
        <p:nvSpPr>
          <p:cNvPr id="9" name="Pfeil: 180-Grad 8">
            <a:extLst>
              <a:ext uri="{FF2B5EF4-FFF2-40B4-BE49-F238E27FC236}">
                <a16:creationId xmlns:a16="http://schemas.microsoft.com/office/drawing/2014/main" id="{7FE6A236-1D3D-6227-1E54-9EB30D1B0119}"/>
              </a:ext>
            </a:extLst>
          </p:cNvPr>
          <p:cNvSpPr/>
          <p:nvPr/>
        </p:nvSpPr>
        <p:spPr>
          <a:xfrm rot="10800000">
            <a:off x="1043492" y="4523590"/>
            <a:ext cx="9923929" cy="500231"/>
          </a:xfrm>
          <a:prstGeom prst="uturn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12" name="Pfeil: 180-Grad 11">
            <a:extLst>
              <a:ext uri="{FF2B5EF4-FFF2-40B4-BE49-F238E27FC236}">
                <a16:creationId xmlns:a16="http://schemas.microsoft.com/office/drawing/2014/main" id="{3B879BC5-38BE-1782-7C58-1B0F32A9E092}"/>
              </a:ext>
            </a:extLst>
          </p:cNvPr>
          <p:cNvSpPr/>
          <p:nvPr/>
        </p:nvSpPr>
        <p:spPr>
          <a:xfrm>
            <a:off x="1108037" y="2806004"/>
            <a:ext cx="5093747" cy="500231"/>
          </a:xfrm>
          <a:prstGeom prst="uturnArrow">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14" name="Gleichschenkliges Dreieck 13">
            <a:extLst>
              <a:ext uri="{FF2B5EF4-FFF2-40B4-BE49-F238E27FC236}">
                <a16:creationId xmlns:a16="http://schemas.microsoft.com/office/drawing/2014/main" id="{856FF188-B131-00DC-330B-C2D5849DE447}"/>
              </a:ext>
            </a:extLst>
          </p:cNvPr>
          <p:cNvSpPr/>
          <p:nvPr/>
        </p:nvSpPr>
        <p:spPr>
          <a:xfrm rot="10800000">
            <a:off x="1039574" y="3237636"/>
            <a:ext cx="260506" cy="137401"/>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15" name="Textfeld 14">
            <a:extLst>
              <a:ext uri="{FF2B5EF4-FFF2-40B4-BE49-F238E27FC236}">
                <a16:creationId xmlns:a16="http://schemas.microsoft.com/office/drawing/2014/main" id="{49696F3B-5A61-4264-9C7D-0F4C677B9942}"/>
              </a:ext>
            </a:extLst>
          </p:cNvPr>
          <p:cNvSpPr txBox="1"/>
          <p:nvPr/>
        </p:nvSpPr>
        <p:spPr>
          <a:xfrm>
            <a:off x="6613451" y="2977116"/>
            <a:ext cx="914400" cy="914400"/>
          </a:xfrm>
          <a:prstGeom prst="rect">
            <a:avLst/>
          </a:prstGeom>
          <a:noFill/>
        </p:spPr>
        <p:txBody>
          <a:bodyPr wrap="square" lIns="72000" tIns="108000" rIns="72000" bIns="72000" rtlCol="0">
            <a:noAutofit/>
          </a:bodyPr>
          <a:lstStyle/>
          <a:p>
            <a:pPr algn="l"/>
            <a:endParaRPr lang="de-DE" sz="1600" err="1">
              <a:solidFill>
                <a:schemeClr val="bg1"/>
              </a:solidFill>
            </a:endParaRPr>
          </a:p>
        </p:txBody>
      </p:sp>
      <p:sp>
        <p:nvSpPr>
          <p:cNvPr id="16" name="Textfeld 15">
            <a:extLst>
              <a:ext uri="{FF2B5EF4-FFF2-40B4-BE49-F238E27FC236}">
                <a16:creationId xmlns:a16="http://schemas.microsoft.com/office/drawing/2014/main" id="{A283A78E-ADA5-DEC2-4492-C28A1D33B01F}"/>
              </a:ext>
            </a:extLst>
          </p:cNvPr>
          <p:cNvSpPr txBox="1"/>
          <p:nvPr/>
        </p:nvSpPr>
        <p:spPr>
          <a:xfrm>
            <a:off x="9393864" y="3169715"/>
            <a:ext cx="855922" cy="410644"/>
          </a:xfrm>
          <a:prstGeom prst="rect">
            <a:avLst/>
          </a:prstGeom>
          <a:noFill/>
        </p:spPr>
        <p:txBody>
          <a:bodyPr wrap="square" lIns="72000" tIns="108000" rIns="72000" bIns="72000" rtlCol="0">
            <a:noAutofit/>
          </a:bodyPr>
          <a:lstStyle/>
          <a:p>
            <a:pPr algn="l"/>
            <a:r>
              <a:rPr lang="de-DE" sz="1600">
                <a:solidFill>
                  <a:schemeClr val="bg1"/>
                </a:solidFill>
              </a:rPr>
              <a:t>Ticket</a:t>
            </a:r>
          </a:p>
        </p:txBody>
      </p:sp>
      <p:sp>
        <p:nvSpPr>
          <p:cNvPr id="17" name="Textfeld 16">
            <a:extLst>
              <a:ext uri="{FF2B5EF4-FFF2-40B4-BE49-F238E27FC236}">
                <a16:creationId xmlns:a16="http://schemas.microsoft.com/office/drawing/2014/main" id="{0AF40FE5-DEB8-EE61-8490-85E8681A70B1}"/>
              </a:ext>
            </a:extLst>
          </p:cNvPr>
          <p:cNvSpPr txBox="1"/>
          <p:nvPr/>
        </p:nvSpPr>
        <p:spPr>
          <a:xfrm>
            <a:off x="1823484" y="2372902"/>
            <a:ext cx="3920451" cy="410644"/>
          </a:xfrm>
          <a:prstGeom prst="rect">
            <a:avLst/>
          </a:prstGeom>
          <a:noFill/>
        </p:spPr>
        <p:txBody>
          <a:bodyPr wrap="square" lIns="72000" tIns="108000" rIns="72000" bIns="72000" rtlCol="0">
            <a:noAutofit/>
          </a:bodyPr>
          <a:lstStyle/>
          <a:p>
            <a:pPr algn="l"/>
            <a:r>
              <a:rPr lang="de-DE" sz="1600">
                <a:solidFill>
                  <a:schemeClr val="bg1"/>
                </a:solidFill>
              </a:rPr>
              <a:t>Geführter Dialog &gt; Datenerfassung </a:t>
            </a:r>
          </a:p>
        </p:txBody>
      </p:sp>
      <p:sp>
        <p:nvSpPr>
          <p:cNvPr id="18" name="Textfeld 17">
            <a:extLst>
              <a:ext uri="{FF2B5EF4-FFF2-40B4-BE49-F238E27FC236}">
                <a16:creationId xmlns:a16="http://schemas.microsoft.com/office/drawing/2014/main" id="{E692C797-A10A-6A2F-1150-2397E2C8D652}"/>
              </a:ext>
            </a:extLst>
          </p:cNvPr>
          <p:cNvSpPr txBox="1"/>
          <p:nvPr/>
        </p:nvSpPr>
        <p:spPr>
          <a:xfrm>
            <a:off x="6927233" y="3032314"/>
            <a:ext cx="2210567" cy="410644"/>
          </a:xfrm>
          <a:prstGeom prst="rect">
            <a:avLst/>
          </a:prstGeom>
          <a:noFill/>
        </p:spPr>
        <p:txBody>
          <a:bodyPr wrap="square" lIns="72000" tIns="108000" rIns="72000" bIns="72000" rtlCol="0">
            <a:noAutofit/>
          </a:bodyPr>
          <a:lstStyle/>
          <a:p>
            <a:pPr algn="l"/>
            <a:r>
              <a:rPr lang="de-DE" sz="1600">
                <a:solidFill>
                  <a:schemeClr val="bg1"/>
                </a:solidFill>
              </a:rPr>
              <a:t>Erfasste </a:t>
            </a:r>
          </a:p>
          <a:p>
            <a:pPr algn="l"/>
            <a:r>
              <a:rPr lang="de-DE" sz="1600">
                <a:solidFill>
                  <a:schemeClr val="bg1"/>
                </a:solidFill>
              </a:rPr>
              <a:t>Daten </a:t>
            </a:r>
          </a:p>
        </p:txBody>
      </p:sp>
      <p:sp>
        <p:nvSpPr>
          <p:cNvPr id="19" name="Textfeld 18">
            <a:extLst>
              <a:ext uri="{FF2B5EF4-FFF2-40B4-BE49-F238E27FC236}">
                <a16:creationId xmlns:a16="http://schemas.microsoft.com/office/drawing/2014/main" id="{150DD168-04A2-8596-3E55-A5BBE9F2C3BD}"/>
              </a:ext>
            </a:extLst>
          </p:cNvPr>
          <p:cNvSpPr txBox="1"/>
          <p:nvPr/>
        </p:nvSpPr>
        <p:spPr>
          <a:xfrm>
            <a:off x="2060809" y="3089090"/>
            <a:ext cx="2210567" cy="410644"/>
          </a:xfrm>
          <a:prstGeom prst="rect">
            <a:avLst/>
          </a:prstGeom>
          <a:noFill/>
        </p:spPr>
        <p:txBody>
          <a:bodyPr wrap="square" lIns="72000" tIns="108000" rIns="72000" bIns="72000" rtlCol="0">
            <a:noAutofit/>
          </a:bodyPr>
          <a:lstStyle/>
          <a:p>
            <a:pPr algn="l"/>
            <a:r>
              <a:rPr lang="de-DE" sz="1600">
                <a:solidFill>
                  <a:schemeClr val="bg1"/>
                </a:solidFill>
              </a:rPr>
              <a:t>Adapter </a:t>
            </a:r>
          </a:p>
        </p:txBody>
      </p:sp>
      <p:sp>
        <p:nvSpPr>
          <p:cNvPr id="20" name="Textfeld 19">
            <a:extLst>
              <a:ext uri="{FF2B5EF4-FFF2-40B4-BE49-F238E27FC236}">
                <a16:creationId xmlns:a16="http://schemas.microsoft.com/office/drawing/2014/main" id="{E5B22A34-3BEE-6B47-BC2C-43BF4BC12161}"/>
              </a:ext>
            </a:extLst>
          </p:cNvPr>
          <p:cNvSpPr txBox="1"/>
          <p:nvPr/>
        </p:nvSpPr>
        <p:spPr>
          <a:xfrm>
            <a:off x="4473266" y="3089090"/>
            <a:ext cx="2210567" cy="410644"/>
          </a:xfrm>
          <a:prstGeom prst="rect">
            <a:avLst/>
          </a:prstGeom>
          <a:noFill/>
        </p:spPr>
        <p:txBody>
          <a:bodyPr wrap="square" lIns="72000" tIns="108000" rIns="72000" bIns="72000" rtlCol="0">
            <a:noAutofit/>
          </a:bodyPr>
          <a:lstStyle/>
          <a:p>
            <a:pPr algn="l"/>
            <a:r>
              <a:rPr lang="de-DE" sz="1600" dirty="0">
                <a:solidFill>
                  <a:schemeClr val="bg1"/>
                </a:solidFill>
              </a:rPr>
              <a:t>Aufruf </a:t>
            </a:r>
          </a:p>
        </p:txBody>
      </p:sp>
      <p:sp>
        <p:nvSpPr>
          <p:cNvPr id="21" name="Textfeld 20">
            <a:extLst>
              <a:ext uri="{FF2B5EF4-FFF2-40B4-BE49-F238E27FC236}">
                <a16:creationId xmlns:a16="http://schemas.microsoft.com/office/drawing/2014/main" id="{7DE89E14-7BAF-5CC6-96C3-E2C12D9D4320}"/>
              </a:ext>
            </a:extLst>
          </p:cNvPr>
          <p:cNvSpPr txBox="1"/>
          <p:nvPr/>
        </p:nvSpPr>
        <p:spPr>
          <a:xfrm>
            <a:off x="5493429" y="5059036"/>
            <a:ext cx="2380808" cy="410644"/>
          </a:xfrm>
          <a:prstGeom prst="rect">
            <a:avLst/>
          </a:prstGeom>
          <a:noFill/>
        </p:spPr>
        <p:txBody>
          <a:bodyPr wrap="square" lIns="72000" tIns="108000" rIns="72000" bIns="72000" rtlCol="0">
            <a:noAutofit/>
          </a:bodyPr>
          <a:lstStyle/>
          <a:p>
            <a:pPr algn="l"/>
            <a:r>
              <a:rPr lang="de-DE" sz="1600">
                <a:solidFill>
                  <a:schemeClr val="bg1"/>
                </a:solidFill>
              </a:rPr>
              <a:t>Kontaktaufnahme</a:t>
            </a:r>
          </a:p>
        </p:txBody>
      </p:sp>
    </p:spTree>
    <p:extLst>
      <p:ext uri="{BB962C8B-B14F-4D97-AF65-F5344CB8AC3E}">
        <p14:creationId xmlns:p14="http://schemas.microsoft.com/office/powerpoint/2010/main" val="3689528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0E2420-664C-9E4C-9AF5-0819B13091A7}"/>
              </a:ext>
            </a:extLst>
          </p:cNvPr>
          <p:cNvSpPr>
            <a:spLocks noGrp="1"/>
          </p:cNvSpPr>
          <p:nvPr>
            <p:ph type="title"/>
          </p:nvPr>
        </p:nvSpPr>
        <p:spPr/>
        <p:txBody>
          <a:bodyPr/>
          <a:lstStyle/>
          <a:p>
            <a:r>
              <a:rPr lang="de-DE"/>
              <a:t>Überblick Systemkomponenten</a:t>
            </a:r>
          </a:p>
        </p:txBody>
      </p:sp>
      <p:sp>
        <p:nvSpPr>
          <p:cNvPr id="3" name="Textplatzhalter 2">
            <a:extLst>
              <a:ext uri="{FF2B5EF4-FFF2-40B4-BE49-F238E27FC236}">
                <a16:creationId xmlns:a16="http://schemas.microsoft.com/office/drawing/2014/main" id="{3A39E831-F46F-072B-5BA0-95AF0C5BF1B3}"/>
              </a:ext>
            </a:extLst>
          </p:cNvPr>
          <p:cNvSpPr>
            <a:spLocks noGrp="1"/>
          </p:cNvSpPr>
          <p:nvPr>
            <p:ph type="body" sz="quarter" idx="13"/>
          </p:nvPr>
        </p:nvSpPr>
        <p:spPr/>
        <p:txBody>
          <a:bodyPr/>
          <a:lstStyle/>
          <a:p>
            <a:r>
              <a:rPr lang="de-DE"/>
              <a:t>Microsoft Tech-Stack</a:t>
            </a:r>
          </a:p>
        </p:txBody>
      </p:sp>
      <p:sp>
        <p:nvSpPr>
          <p:cNvPr id="4" name="Inhaltsplatzhalter 3">
            <a:extLst>
              <a:ext uri="{FF2B5EF4-FFF2-40B4-BE49-F238E27FC236}">
                <a16:creationId xmlns:a16="http://schemas.microsoft.com/office/drawing/2014/main" id="{1F7B4B5C-E682-F00E-4ECB-A9A444716613}"/>
              </a:ext>
            </a:extLst>
          </p:cNvPr>
          <p:cNvSpPr>
            <a:spLocks noGrp="1"/>
          </p:cNvSpPr>
          <p:nvPr>
            <p:ph sz="quarter" idx="17"/>
          </p:nvPr>
        </p:nvSpPr>
        <p:spPr/>
        <p:txBody>
          <a:bodyPr/>
          <a:lstStyle/>
          <a:p>
            <a:pPr lvl="0"/>
            <a:r>
              <a:rPr lang="de-DE" b="1" dirty="0"/>
              <a:t>Microsoft Teams Phone</a:t>
            </a:r>
          </a:p>
          <a:p>
            <a:pPr lvl="1"/>
            <a:r>
              <a:rPr lang="de-DE" dirty="0"/>
              <a:t>Die Lösung ermöglicht die Anbindung einer portierten Telefonnummer mit Teams</a:t>
            </a:r>
          </a:p>
          <a:p>
            <a:pPr lvl="1"/>
            <a:r>
              <a:rPr lang="de-DE" dirty="0"/>
              <a:t>Kauf einer </a:t>
            </a:r>
            <a:r>
              <a:rPr lang="de-DE" u="sng" dirty="0">
                <a:hlinkClick r:id="rId3"/>
              </a:rPr>
              <a:t>Lizenz</a:t>
            </a:r>
            <a:r>
              <a:rPr lang="de-DE" dirty="0"/>
              <a:t> über die Kanäle Enterprise und Cloud Solution Provider (CSP) möglich</a:t>
            </a:r>
          </a:p>
          <a:p>
            <a:pPr lvl="1"/>
            <a:r>
              <a:rPr lang="de-DE" dirty="0"/>
              <a:t>Kosten: ca. 120 € / Jahr / User</a:t>
            </a:r>
          </a:p>
          <a:p>
            <a:pPr lvl="0"/>
            <a:r>
              <a:rPr lang="de-DE" b="1" dirty="0"/>
              <a:t>Telefonnummer</a:t>
            </a:r>
          </a:p>
          <a:p>
            <a:pPr lvl="1"/>
            <a:r>
              <a:rPr lang="de-DE" dirty="0"/>
              <a:t>Aktuelle Festnetznummer </a:t>
            </a:r>
            <a:r>
              <a:rPr lang="de-DE" dirty="0">
                <a:sym typeface="Wingdings" panose="05000000000000000000" pitchFamily="2" charset="2"/>
              </a:rPr>
              <a:t> </a:t>
            </a:r>
            <a:r>
              <a:rPr lang="de-DE" dirty="0"/>
              <a:t>Anbindung über Dynamics Omnichannel?</a:t>
            </a:r>
          </a:p>
          <a:p>
            <a:pPr lvl="0"/>
            <a:r>
              <a:rPr lang="de-DE" b="1" dirty="0"/>
              <a:t>Copilot Studio</a:t>
            </a:r>
          </a:p>
          <a:p>
            <a:pPr lvl="1"/>
            <a:r>
              <a:rPr lang="de-DE" dirty="0"/>
              <a:t>Voice-Agent, Geschäftslogik</a:t>
            </a:r>
          </a:p>
          <a:p>
            <a:pPr lvl="1"/>
            <a:r>
              <a:rPr lang="de-DE" dirty="0"/>
              <a:t>Kauf einer </a:t>
            </a:r>
            <a:r>
              <a:rPr lang="de-DE" u="sng" dirty="0">
                <a:solidFill>
                  <a:srgbClr val="FF0000"/>
                </a:solidFill>
              </a:rPr>
              <a:t>Lizenz</a:t>
            </a:r>
            <a:r>
              <a:rPr lang="de-DE" dirty="0"/>
              <a:t> erforderlich</a:t>
            </a:r>
          </a:p>
          <a:p>
            <a:pPr lvl="1"/>
            <a:r>
              <a:rPr lang="de-DE" dirty="0"/>
              <a:t>Kosten: ca. 250 € / Jahr / User</a:t>
            </a:r>
          </a:p>
          <a:p>
            <a:r>
              <a:rPr lang="de-DE" b="1" dirty="0"/>
              <a:t>Power Automate</a:t>
            </a:r>
          </a:p>
          <a:p>
            <a:pPr lvl="1"/>
            <a:r>
              <a:rPr lang="de-DE" dirty="0"/>
              <a:t>Eskalationsworkflow (Mit Person sprechen“)</a:t>
            </a:r>
          </a:p>
          <a:p>
            <a:pPr lvl="1"/>
            <a:r>
              <a:rPr lang="de-DE" dirty="0"/>
              <a:t>Kostenloses Tier ausreichend</a:t>
            </a:r>
          </a:p>
          <a:p>
            <a:pPr lvl="1"/>
            <a:endParaRPr lang="de-DE" dirty="0"/>
          </a:p>
          <a:p>
            <a:endParaRPr lang="de-DE" dirty="0"/>
          </a:p>
        </p:txBody>
      </p:sp>
      <p:sp>
        <p:nvSpPr>
          <p:cNvPr id="5" name="Datumsplatzhalter 4">
            <a:extLst>
              <a:ext uri="{FF2B5EF4-FFF2-40B4-BE49-F238E27FC236}">
                <a16:creationId xmlns:a16="http://schemas.microsoft.com/office/drawing/2014/main" id="{E323BF04-6BD9-91FD-560B-B9D602EE9D95}"/>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7A41AFC5-276C-9FD5-C8D8-80DDFDE12EA6}"/>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1A989221-E7C2-C5F4-06EC-D105535A245A}"/>
              </a:ext>
            </a:extLst>
          </p:cNvPr>
          <p:cNvSpPr>
            <a:spLocks noGrp="1"/>
          </p:cNvSpPr>
          <p:nvPr>
            <p:ph type="sldNum" sz="quarter" idx="20"/>
          </p:nvPr>
        </p:nvSpPr>
        <p:spPr/>
        <p:txBody>
          <a:bodyPr/>
          <a:lstStyle/>
          <a:p>
            <a:fld id="{F4B5F3EB-31C7-4555-828E-971415072856}" type="slidenum">
              <a:rPr lang="de-DE" smtClean="0"/>
              <a:pPr/>
              <a:t>5</a:t>
            </a:fld>
            <a:endParaRPr lang="de-DE"/>
          </a:p>
        </p:txBody>
      </p:sp>
      <p:sp>
        <p:nvSpPr>
          <p:cNvPr id="9" name="Textfeld 8">
            <a:extLst>
              <a:ext uri="{FF2B5EF4-FFF2-40B4-BE49-F238E27FC236}">
                <a16:creationId xmlns:a16="http://schemas.microsoft.com/office/drawing/2014/main" id="{980D7B29-A0D3-3B95-BAF9-94B62F006767}"/>
              </a:ext>
            </a:extLst>
          </p:cNvPr>
          <p:cNvSpPr txBox="1"/>
          <p:nvPr/>
        </p:nvSpPr>
        <p:spPr>
          <a:xfrm>
            <a:off x="6815075" y="4890118"/>
            <a:ext cx="4876369" cy="1600438"/>
          </a:xfrm>
          <a:prstGeom prst="rect">
            <a:avLst/>
          </a:prstGeom>
          <a:solidFill>
            <a:schemeClr val="accent2"/>
          </a:solidFill>
        </p:spPr>
        <p:txBody>
          <a:bodyPr wrap="square">
            <a:spAutoFit/>
          </a:bodyPr>
          <a:lstStyle/>
          <a:p>
            <a:pPr>
              <a:buNone/>
            </a:pPr>
            <a:r>
              <a:rPr lang="de-DE" sz="1400" dirty="0">
                <a:solidFill>
                  <a:schemeClr val="bg1"/>
                </a:solidFill>
              </a:rPr>
              <a:t>Bei Anforderungen wie:</a:t>
            </a:r>
          </a:p>
          <a:p>
            <a:pPr marL="285750" indent="-285750">
              <a:buFont typeface="Arial" panose="020B0604020202020204" pitchFamily="34" charset="0"/>
              <a:buChar char="•"/>
            </a:pPr>
            <a:r>
              <a:rPr lang="de-DE" sz="1400" dirty="0">
                <a:solidFill>
                  <a:schemeClr val="bg1"/>
                </a:solidFill>
              </a:rPr>
              <a:t>Warteschlangen mit Prioritäten </a:t>
            </a:r>
          </a:p>
          <a:p>
            <a:pPr marL="285750" indent="-285750">
              <a:buFont typeface="Arial" panose="020B0604020202020204" pitchFamily="34" charset="0"/>
              <a:buChar char="•"/>
            </a:pPr>
            <a:r>
              <a:rPr lang="de-DE" sz="1400" dirty="0">
                <a:solidFill>
                  <a:schemeClr val="bg1"/>
                </a:solidFill>
              </a:rPr>
              <a:t>„Wenn Techniker A nicht antwortet, leite an B weiter“ </a:t>
            </a:r>
          </a:p>
          <a:p>
            <a:pPr marL="285750" indent="-285750">
              <a:buFont typeface="Arial" panose="020B0604020202020204" pitchFamily="34" charset="0"/>
              <a:buChar char="•"/>
            </a:pPr>
            <a:r>
              <a:rPr lang="de-DE" sz="1400" dirty="0">
                <a:solidFill>
                  <a:schemeClr val="bg1"/>
                </a:solidFill>
              </a:rPr>
              <a:t>Rückrufmanagement </a:t>
            </a:r>
          </a:p>
          <a:p>
            <a:pPr marL="285750" indent="-285750">
              <a:buFont typeface="Arial" panose="020B0604020202020204" pitchFamily="34" charset="0"/>
              <a:buChar char="•"/>
            </a:pPr>
            <a:r>
              <a:rPr lang="de-DE" sz="1400" dirty="0">
                <a:solidFill>
                  <a:schemeClr val="bg1"/>
                </a:solidFill>
              </a:rPr>
              <a:t>Live-Monitoring </a:t>
            </a:r>
          </a:p>
          <a:p>
            <a:pPr marL="285750" indent="-285750">
              <a:buFont typeface="Arial" panose="020B0604020202020204" pitchFamily="34" charset="0"/>
              <a:buChar char="•"/>
            </a:pPr>
            <a:r>
              <a:rPr lang="de-DE" sz="1400" dirty="0">
                <a:solidFill>
                  <a:schemeClr val="bg1"/>
                </a:solidFill>
              </a:rPr>
              <a:t>Agent-Desktop mit Kundendaten </a:t>
            </a:r>
          </a:p>
          <a:p>
            <a:pPr>
              <a:buNone/>
            </a:pPr>
            <a:r>
              <a:rPr lang="de-DE" sz="1400" dirty="0">
                <a:solidFill>
                  <a:schemeClr val="bg1"/>
                </a:solidFill>
              </a:rPr>
              <a:t>siehe </a:t>
            </a:r>
            <a:r>
              <a:rPr lang="de-DE" sz="1400" b="1" dirty="0">
                <a:solidFill>
                  <a:schemeClr val="bg1"/>
                </a:solidFill>
                <a:hlinkClick r:id="rId4" action="ppaction://hlinksldjump"/>
              </a:rPr>
              <a:t>Dynamics 365 Contact Center </a:t>
            </a:r>
            <a:r>
              <a:rPr lang="de-DE" sz="1400" dirty="0">
                <a:solidFill>
                  <a:schemeClr val="bg1"/>
                </a:solidFill>
              </a:rPr>
              <a:t>Lösung.</a:t>
            </a:r>
          </a:p>
        </p:txBody>
      </p:sp>
      <p:sp>
        <p:nvSpPr>
          <p:cNvPr id="10" name="Flussdiagramm: Lochstreifen 9">
            <a:extLst>
              <a:ext uri="{FF2B5EF4-FFF2-40B4-BE49-F238E27FC236}">
                <a16:creationId xmlns:a16="http://schemas.microsoft.com/office/drawing/2014/main" id="{0E08AEC8-C340-9B03-8E22-8E37E29A606C}"/>
              </a:ext>
            </a:extLst>
          </p:cNvPr>
          <p:cNvSpPr/>
          <p:nvPr/>
        </p:nvSpPr>
        <p:spPr>
          <a:xfrm rot="801504">
            <a:off x="8505495" y="2772363"/>
            <a:ext cx="3003331" cy="800100"/>
          </a:xfrm>
          <a:prstGeom prst="flowChartPunchedTap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ctr"/>
            <a:r>
              <a:rPr lang="de-DE" sz="1800" i="1">
                <a:solidFill>
                  <a:schemeClr val="bg1"/>
                </a:solidFill>
              </a:rPr>
              <a:t>ca. 370 € / Jahr </a:t>
            </a:r>
          </a:p>
        </p:txBody>
      </p:sp>
    </p:spTree>
    <p:extLst>
      <p:ext uri="{BB962C8B-B14F-4D97-AF65-F5344CB8AC3E}">
        <p14:creationId xmlns:p14="http://schemas.microsoft.com/office/powerpoint/2010/main" val="3123125270"/>
      </p:ext>
    </p:extLst>
  </p:cSld>
  <p:clrMapOvr>
    <a:masterClrMapping/>
  </p:clrMapOvr>
  <p:extLst>
    <p:ext uri="{6950BFC3-D8DA-4A85-94F7-54DA5524770B}">
      <p188:commentRel xmlns:p188="http://schemas.microsoft.com/office/powerpoint/2018/8/main" r:id="rId2"/>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C2E82D-2E56-A814-4332-B5B6E61C268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70DDCED-8EE0-1752-E107-3F1DBCCA7DE0}"/>
              </a:ext>
            </a:extLst>
          </p:cNvPr>
          <p:cNvSpPr>
            <a:spLocks noGrp="1"/>
          </p:cNvSpPr>
          <p:nvPr>
            <p:ph type="title"/>
          </p:nvPr>
        </p:nvSpPr>
        <p:spPr/>
        <p:txBody>
          <a:bodyPr/>
          <a:lstStyle/>
          <a:p>
            <a:r>
              <a:rPr lang="de-DE"/>
              <a:t>Rolle Systemkomponenten</a:t>
            </a:r>
          </a:p>
        </p:txBody>
      </p:sp>
      <p:sp>
        <p:nvSpPr>
          <p:cNvPr id="3" name="Textplatzhalter 2">
            <a:extLst>
              <a:ext uri="{FF2B5EF4-FFF2-40B4-BE49-F238E27FC236}">
                <a16:creationId xmlns:a16="http://schemas.microsoft.com/office/drawing/2014/main" id="{4FD4B658-4F59-EBD9-E826-AE99E0980B0A}"/>
              </a:ext>
            </a:extLst>
          </p:cNvPr>
          <p:cNvSpPr>
            <a:spLocks noGrp="1"/>
          </p:cNvSpPr>
          <p:nvPr>
            <p:ph type="body" sz="quarter" idx="13"/>
          </p:nvPr>
        </p:nvSpPr>
        <p:spPr/>
        <p:txBody>
          <a:bodyPr/>
          <a:lstStyle/>
          <a:p>
            <a:r>
              <a:rPr lang="de-DE"/>
              <a:t>Microsoft Tech-Stack</a:t>
            </a:r>
          </a:p>
        </p:txBody>
      </p:sp>
      <p:sp>
        <p:nvSpPr>
          <p:cNvPr id="5" name="Datumsplatzhalter 4">
            <a:extLst>
              <a:ext uri="{FF2B5EF4-FFF2-40B4-BE49-F238E27FC236}">
                <a16:creationId xmlns:a16="http://schemas.microsoft.com/office/drawing/2014/main" id="{B43D885F-4EFD-F652-657D-E547E6CE67CF}"/>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036EF11D-4739-3CB0-61D6-DA1ED3AD10F9}"/>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6546C736-E190-3B29-AEDD-0894433B29AB}"/>
              </a:ext>
            </a:extLst>
          </p:cNvPr>
          <p:cNvSpPr>
            <a:spLocks noGrp="1"/>
          </p:cNvSpPr>
          <p:nvPr>
            <p:ph type="sldNum" sz="quarter" idx="20"/>
          </p:nvPr>
        </p:nvSpPr>
        <p:spPr/>
        <p:txBody>
          <a:bodyPr/>
          <a:lstStyle/>
          <a:p>
            <a:fld id="{F4B5F3EB-31C7-4555-828E-971415072856}" type="slidenum">
              <a:rPr lang="de-DE" smtClean="0"/>
              <a:pPr/>
              <a:t>6</a:t>
            </a:fld>
            <a:endParaRPr lang="de-DE"/>
          </a:p>
        </p:txBody>
      </p:sp>
      <p:graphicFrame>
        <p:nvGraphicFramePr>
          <p:cNvPr id="12" name="Inhaltsplatzhalter 11">
            <a:extLst>
              <a:ext uri="{FF2B5EF4-FFF2-40B4-BE49-F238E27FC236}">
                <a16:creationId xmlns:a16="http://schemas.microsoft.com/office/drawing/2014/main" id="{2F6E1939-7CF1-BE7E-51BE-EF4B31638ADC}"/>
              </a:ext>
            </a:extLst>
          </p:cNvPr>
          <p:cNvGraphicFramePr>
            <a:graphicFrameLocks noGrp="1"/>
          </p:cNvGraphicFramePr>
          <p:nvPr>
            <p:ph sz="quarter" idx="17"/>
            <p:extLst>
              <p:ext uri="{D42A27DB-BD31-4B8C-83A1-F6EECF244321}">
                <p14:modId xmlns:p14="http://schemas.microsoft.com/office/powerpoint/2010/main" val="333719446"/>
              </p:ext>
            </p:extLst>
          </p:nvPr>
        </p:nvGraphicFramePr>
        <p:xfrm>
          <a:off x="382588" y="1454150"/>
          <a:ext cx="11324998" cy="3205480"/>
        </p:xfrm>
        <a:graphic>
          <a:graphicData uri="http://schemas.openxmlformats.org/drawingml/2006/table">
            <a:tbl>
              <a:tblPr firstRow="1" bandRow="1">
                <a:tableStyleId>{5C22544A-7EE6-4342-B048-85BDC9FD1C3A}</a:tableStyleId>
              </a:tblPr>
              <a:tblGrid>
                <a:gridCol w="2852809">
                  <a:extLst>
                    <a:ext uri="{9D8B030D-6E8A-4147-A177-3AD203B41FA5}">
                      <a16:colId xmlns:a16="http://schemas.microsoft.com/office/drawing/2014/main" val="3430511062"/>
                    </a:ext>
                  </a:extLst>
                </a:gridCol>
                <a:gridCol w="8472189">
                  <a:extLst>
                    <a:ext uri="{9D8B030D-6E8A-4147-A177-3AD203B41FA5}">
                      <a16:colId xmlns:a16="http://schemas.microsoft.com/office/drawing/2014/main" val="54972046"/>
                    </a:ext>
                  </a:extLst>
                </a:gridCol>
              </a:tblGrid>
              <a:tr h="370840">
                <a:tc>
                  <a:txBody>
                    <a:bodyPr/>
                    <a:lstStyle/>
                    <a:p>
                      <a:r>
                        <a:rPr lang="de-DE"/>
                        <a:t>Komponente</a:t>
                      </a:r>
                    </a:p>
                  </a:txBody>
                  <a:tcPr/>
                </a:tc>
                <a:tc>
                  <a:txBody>
                    <a:bodyPr/>
                    <a:lstStyle/>
                    <a:p>
                      <a:r>
                        <a:rPr lang="de-DE"/>
                        <a:t>Rolle im Workflow</a:t>
                      </a:r>
                    </a:p>
                  </a:txBody>
                  <a:tcPr/>
                </a:tc>
                <a:extLst>
                  <a:ext uri="{0D108BD9-81ED-4DB2-BD59-A6C34878D82A}">
                    <a16:rowId xmlns:a16="http://schemas.microsoft.com/office/drawing/2014/main" val="4200530016"/>
                  </a:ext>
                </a:extLst>
              </a:tr>
              <a:tr h="370840">
                <a:tc>
                  <a:txBody>
                    <a:bodyPr/>
                    <a:lstStyle/>
                    <a:p>
                      <a:r>
                        <a:rPr lang="de-DE"/>
                        <a:t>Microsoft Teams Phone</a:t>
                      </a:r>
                    </a:p>
                  </a:txBody>
                  <a:tcPr/>
                </a:tc>
                <a:tc>
                  <a:txBody>
                    <a:bodyPr/>
                    <a:lstStyle/>
                    <a:p>
                      <a:r>
                        <a:rPr lang="de-DE"/>
                        <a:t>Nimmt Anrufe auf der bestehenden Festnetznummer entgegen und leitet sie and den Copilot Voice-Agenten weiter. Führt bei Eskalation den Call Transfer zu einem echten Mitarbeiter aus.</a:t>
                      </a:r>
                    </a:p>
                  </a:txBody>
                  <a:tcPr/>
                </a:tc>
                <a:extLst>
                  <a:ext uri="{0D108BD9-81ED-4DB2-BD59-A6C34878D82A}">
                    <a16:rowId xmlns:a16="http://schemas.microsoft.com/office/drawing/2014/main" val="1884097488"/>
                  </a:ext>
                </a:extLst>
              </a:tr>
              <a:tr h="370840">
                <a:tc>
                  <a:txBody>
                    <a:bodyPr/>
                    <a:lstStyle/>
                    <a:p>
                      <a:r>
                        <a:rPr lang="de-DE"/>
                        <a:t>Microsoft Copilot Studio</a:t>
                      </a:r>
                    </a:p>
                  </a:txBody>
                  <a:tcPr/>
                </a:tc>
                <a:tc>
                  <a:txBody>
                    <a:bodyPr/>
                    <a:lstStyle/>
                    <a:p>
                      <a:r>
                        <a:rPr lang="de-DE"/>
                        <a:t>Voice-fähiger (Basis*-)Agent. Führt das Gespräch: Begrüßung, Datenerfassung, Kategorisierung, Zusammenfassung. Enthält die gesamte Gesprächslogik.</a:t>
                      </a:r>
                    </a:p>
                  </a:txBody>
                  <a:tcPr/>
                </a:tc>
                <a:extLst>
                  <a:ext uri="{0D108BD9-81ED-4DB2-BD59-A6C34878D82A}">
                    <a16:rowId xmlns:a16="http://schemas.microsoft.com/office/drawing/2014/main" val="3959147721"/>
                  </a:ext>
                </a:extLst>
              </a:tr>
              <a:tr h="370840">
                <a:tc>
                  <a:txBody>
                    <a:bodyPr/>
                    <a:lstStyle/>
                    <a:p>
                      <a:r>
                        <a:rPr lang="de-DE"/>
                        <a:t>Power Automate </a:t>
                      </a:r>
                    </a:p>
                  </a:txBody>
                  <a:tcPr/>
                </a:tc>
                <a:tc>
                  <a:txBody>
                    <a:bodyPr/>
                    <a:lstStyle/>
                    <a:p>
                      <a:r>
                        <a:rPr lang="de-DE"/>
                        <a:t>Flow „Ticket erstellen“: empfängt alle Variablen vom Bot, erstellt das Ticket, routet E-Mails nach Priorität. Enthält die gesamte Geschäftslogik.</a:t>
                      </a:r>
                    </a:p>
                  </a:txBody>
                  <a:tcPr/>
                </a:tc>
                <a:extLst>
                  <a:ext uri="{0D108BD9-81ED-4DB2-BD59-A6C34878D82A}">
                    <a16:rowId xmlns:a16="http://schemas.microsoft.com/office/drawing/2014/main" val="3512719611"/>
                  </a:ext>
                </a:extLst>
              </a:tr>
              <a:tr h="370840">
                <a:tc>
                  <a:txBody>
                    <a:bodyPr/>
                    <a:lstStyle/>
                    <a:p>
                      <a:r>
                        <a:rPr lang="de-DE"/>
                        <a:t>E-Mail (Exchange / Outlook)</a:t>
                      </a:r>
                    </a:p>
                  </a:txBody>
                  <a:tcPr/>
                </a:tc>
                <a:tc>
                  <a:txBody>
                    <a:bodyPr/>
                    <a:lstStyle/>
                    <a:p>
                      <a:r>
                        <a:rPr lang="de-DE"/>
                        <a:t>Benachrichtigung der Verantwortlichen gemäß Prioritäts-Routing.</a:t>
                      </a:r>
                    </a:p>
                  </a:txBody>
                  <a:tcPr/>
                </a:tc>
                <a:extLst>
                  <a:ext uri="{0D108BD9-81ED-4DB2-BD59-A6C34878D82A}">
                    <a16:rowId xmlns:a16="http://schemas.microsoft.com/office/drawing/2014/main" val="2128256335"/>
                  </a:ext>
                </a:extLst>
              </a:tr>
            </a:tbl>
          </a:graphicData>
        </a:graphic>
      </p:graphicFrame>
    </p:spTree>
    <p:extLst>
      <p:ext uri="{BB962C8B-B14F-4D97-AF65-F5344CB8AC3E}">
        <p14:creationId xmlns:p14="http://schemas.microsoft.com/office/powerpoint/2010/main" val="696379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5E515CF-5DF9-3DE0-F8B3-C80D84C0EB56}"/>
              </a:ext>
            </a:extLst>
          </p:cNvPr>
          <p:cNvSpPr>
            <a:spLocks noGrp="1"/>
          </p:cNvSpPr>
          <p:nvPr>
            <p:ph type="title"/>
          </p:nvPr>
        </p:nvSpPr>
        <p:spPr/>
        <p:txBody>
          <a:bodyPr/>
          <a:lstStyle/>
          <a:p>
            <a:r>
              <a:rPr lang="de-DE"/>
              <a:t>Aufbaustufen</a:t>
            </a:r>
          </a:p>
        </p:txBody>
      </p:sp>
      <p:sp>
        <p:nvSpPr>
          <p:cNvPr id="3" name="Textplatzhalter 2">
            <a:extLst>
              <a:ext uri="{FF2B5EF4-FFF2-40B4-BE49-F238E27FC236}">
                <a16:creationId xmlns:a16="http://schemas.microsoft.com/office/drawing/2014/main" id="{6C7C41CC-322D-C58E-4AFA-1BF1BF7D1A2F}"/>
              </a:ext>
            </a:extLst>
          </p:cNvPr>
          <p:cNvSpPr>
            <a:spLocks noGrp="1"/>
          </p:cNvSpPr>
          <p:nvPr>
            <p:ph type="body" sz="quarter" idx="13"/>
          </p:nvPr>
        </p:nvSpPr>
        <p:spPr/>
        <p:txBody>
          <a:bodyPr/>
          <a:lstStyle/>
          <a:p>
            <a:endParaRPr lang="de-DE"/>
          </a:p>
        </p:txBody>
      </p:sp>
      <p:sp>
        <p:nvSpPr>
          <p:cNvPr id="4" name="Inhaltsplatzhalter 3">
            <a:extLst>
              <a:ext uri="{FF2B5EF4-FFF2-40B4-BE49-F238E27FC236}">
                <a16:creationId xmlns:a16="http://schemas.microsoft.com/office/drawing/2014/main" id="{05AAF92E-1205-7F4F-0919-11C573F06262}"/>
              </a:ext>
            </a:extLst>
          </p:cNvPr>
          <p:cNvSpPr>
            <a:spLocks noGrp="1"/>
          </p:cNvSpPr>
          <p:nvPr>
            <p:ph sz="quarter" idx="17"/>
          </p:nvPr>
        </p:nvSpPr>
        <p:spPr/>
        <p:txBody>
          <a:bodyPr/>
          <a:lstStyle/>
          <a:p>
            <a:r>
              <a:rPr lang="de-DE" sz="1800" b="1" dirty="0"/>
              <a:t>Stufe 1: </a:t>
            </a:r>
            <a:r>
              <a:rPr lang="de-DE" sz="1800" dirty="0" err="1"/>
              <a:t>Prioanrufe</a:t>
            </a:r>
            <a:r>
              <a:rPr lang="de-DE" sz="1800" dirty="0"/>
              <a:t> (produktionsstillstand) rausfiltern, Erkennung ob Vertrag vorhanden oder nicht, und Anliegen als Freitext als</a:t>
            </a:r>
            <a:r>
              <a:rPr lang="de-DE" sz="1800" dirty="0">
                <a:sym typeface="Wingdings" panose="05000000000000000000" pitchFamily="2" charset="2"/>
              </a:rPr>
              <a:t> E-Mail weiterleiten + Klassifizierung bzw. Ableitung von Entitäten  Nutzen: Aufwandsreduzierung Hotline, Nutzerfreundlichkeit, Erfahrungen sammeln</a:t>
            </a:r>
          </a:p>
          <a:p>
            <a:pPr lvl="1"/>
            <a:r>
              <a:rPr lang="de-DE" sz="1800" b="1" dirty="0">
                <a:sym typeface="Wingdings" panose="05000000000000000000" pitchFamily="2" charset="2"/>
              </a:rPr>
              <a:t>Stufe 1.5</a:t>
            </a:r>
            <a:r>
              <a:rPr lang="de-DE" sz="1800" dirty="0">
                <a:sym typeface="Wingdings" panose="05000000000000000000" pitchFamily="2" charset="2"/>
              </a:rPr>
              <a:t>: Anlage Ticket in Planner / </a:t>
            </a:r>
            <a:r>
              <a:rPr lang="de-DE" sz="1800" dirty="0" err="1">
                <a:sym typeface="Wingdings" panose="05000000000000000000" pitchFamily="2" charset="2"/>
              </a:rPr>
              <a:t>Sharepointliste</a:t>
            </a:r>
            <a:r>
              <a:rPr lang="de-DE" sz="1800" dirty="0">
                <a:sym typeface="Wingdings" panose="05000000000000000000" pitchFamily="2" charset="2"/>
              </a:rPr>
              <a:t> </a:t>
            </a:r>
          </a:p>
          <a:p>
            <a:pPr lvl="1"/>
            <a:r>
              <a:rPr lang="de-DE" sz="1800" b="1" dirty="0">
                <a:sym typeface="Wingdings" panose="05000000000000000000" pitchFamily="2" charset="2"/>
              </a:rPr>
              <a:t>Stufe 1.6</a:t>
            </a:r>
            <a:r>
              <a:rPr lang="de-DE" sz="1800" dirty="0">
                <a:sym typeface="Wingdings" panose="05000000000000000000" pitchFamily="2" charset="2"/>
              </a:rPr>
              <a:t>: Anlage Ticket in </a:t>
            </a:r>
            <a:r>
              <a:rPr lang="de-DE" sz="1800" dirty="0" err="1">
                <a:sym typeface="Wingdings" panose="05000000000000000000" pitchFamily="2" charset="2"/>
              </a:rPr>
              <a:t>Odoo</a:t>
            </a:r>
            <a:endParaRPr lang="de-DE" sz="1800" dirty="0"/>
          </a:p>
          <a:p>
            <a:r>
              <a:rPr lang="de-DE" sz="1800" b="1" dirty="0"/>
              <a:t>Stufe 2: </a:t>
            </a:r>
            <a:r>
              <a:rPr lang="de-DE" sz="1800" dirty="0"/>
              <a:t>Ergänzung um Hauptkategorien + spezifische </a:t>
            </a:r>
            <a:r>
              <a:rPr lang="de-DE" sz="1800" dirty="0" err="1"/>
              <a:t>Kategorieabhängige</a:t>
            </a:r>
            <a:r>
              <a:rPr lang="de-DE" sz="1800" dirty="0"/>
              <a:t>-Daten erfassen (z.B. Seriennummer, Wartungsarbeiten, …)</a:t>
            </a:r>
          </a:p>
          <a:p>
            <a:pPr lvl="1"/>
            <a:r>
              <a:rPr lang="de-DE" sz="1800" b="1" dirty="0"/>
              <a:t>Stufe 2.5</a:t>
            </a:r>
            <a:r>
              <a:rPr lang="de-DE" sz="1800" dirty="0"/>
              <a:t>: Automatische Angebots-Generierung (Serviceaufträgen, Ersatzteil, Anlage, …), Eintrag in </a:t>
            </a:r>
            <a:r>
              <a:rPr lang="de-DE" sz="1800" dirty="0" err="1"/>
              <a:t>Odoo</a:t>
            </a:r>
            <a:r>
              <a:rPr lang="de-DE" sz="1800" dirty="0"/>
              <a:t> </a:t>
            </a:r>
            <a:r>
              <a:rPr lang="de-DE" sz="1800" dirty="0">
                <a:sym typeface="Wingdings" panose="05000000000000000000" pitchFamily="2" charset="2"/>
              </a:rPr>
              <a:t> Nutzen: Aufwandsreduktion durch präzise Erfassung Anliegen und Automatisierung Dateierstellung</a:t>
            </a:r>
            <a:endParaRPr lang="de-DE" sz="1800" dirty="0"/>
          </a:p>
          <a:p>
            <a:r>
              <a:rPr lang="de-DE" sz="1800" b="1" dirty="0"/>
              <a:t>Stufe 3</a:t>
            </a:r>
            <a:r>
              <a:rPr lang="de-DE" sz="1800" dirty="0"/>
              <a:t>: Interaktiver Fehlerbehebungsbot – Ansteuerung über Telefon-Bot oder über Webseite (Chatbot)</a:t>
            </a:r>
          </a:p>
          <a:p>
            <a:pPr lvl="1"/>
            <a:r>
              <a:rPr lang="de-DE" sz="1800" dirty="0"/>
              <a:t>Für interne Anwendung (z.B. Schulung Mitarbeiten) </a:t>
            </a:r>
            <a:r>
              <a:rPr lang="de-DE" sz="1800" dirty="0">
                <a:sym typeface="Wingdings" panose="05000000000000000000" pitchFamily="2" charset="2"/>
              </a:rPr>
              <a:t> Nutzen: Kostenreduktion Schulungen</a:t>
            </a:r>
            <a:endParaRPr lang="de-DE" sz="1800" dirty="0"/>
          </a:p>
          <a:p>
            <a:pPr lvl="1"/>
            <a:r>
              <a:rPr lang="de-DE" sz="1800" dirty="0"/>
              <a:t>Für Kunden mit Wartungsvertrag </a:t>
            </a:r>
            <a:r>
              <a:rPr lang="de-DE" sz="1800" dirty="0">
                <a:sym typeface="Wingdings" panose="05000000000000000000" pitchFamily="2" charset="2"/>
              </a:rPr>
              <a:t> Nutzen: Kundenakzeptanz</a:t>
            </a:r>
            <a:endParaRPr lang="de-DE" sz="1800" dirty="0"/>
          </a:p>
          <a:p>
            <a:pPr lvl="1"/>
            <a:r>
              <a:rPr lang="de-DE" sz="1800" dirty="0"/>
              <a:t>Für Kunden ohne Wartungsvertrag – buchbare Zusatzleitung </a:t>
            </a:r>
            <a:r>
              <a:rPr lang="de-DE" sz="1800" dirty="0">
                <a:sym typeface="Wingdings" panose="05000000000000000000" pitchFamily="2" charset="2"/>
              </a:rPr>
              <a:t> Nutzen: Zusätzlicher Umsatz</a:t>
            </a:r>
            <a:endParaRPr lang="de-DE" sz="1800" dirty="0"/>
          </a:p>
          <a:p>
            <a:endParaRPr lang="de-DE" sz="1800" dirty="0"/>
          </a:p>
        </p:txBody>
      </p:sp>
      <p:sp>
        <p:nvSpPr>
          <p:cNvPr id="5" name="Datumsplatzhalter 4">
            <a:extLst>
              <a:ext uri="{FF2B5EF4-FFF2-40B4-BE49-F238E27FC236}">
                <a16:creationId xmlns:a16="http://schemas.microsoft.com/office/drawing/2014/main" id="{863B791A-9BD5-30DA-6FD3-6CE6C3C714BD}"/>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96406BDE-E3F6-2B66-85FC-F7564DE647DC}"/>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A272E294-D7FD-37EA-0701-55909561C21C}"/>
              </a:ext>
            </a:extLst>
          </p:cNvPr>
          <p:cNvSpPr>
            <a:spLocks noGrp="1"/>
          </p:cNvSpPr>
          <p:nvPr>
            <p:ph type="sldNum" sz="quarter" idx="20"/>
          </p:nvPr>
        </p:nvSpPr>
        <p:spPr/>
        <p:txBody>
          <a:bodyPr/>
          <a:lstStyle/>
          <a:p>
            <a:fld id="{F4B5F3EB-31C7-4555-828E-971415072856}" type="slidenum">
              <a:rPr lang="de-DE" smtClean="0"/>
              <a:pPr/>
              <a:t>7</a:t>
            </a:fld>
            <a:endParaRPr lang="de-DE"/>
          </a:p>
        </p:txBody>
      </p:sp>
    </p:spTree>
    <p:extLst>
      <p:ext uri="{BB962C8B-B14F-4D97-AF65-F5344CB8AC3E}">
        <p14:creationId xmlns:p14="http://schemas.microsoft.com/office/powerpoint/2010/main" val="10479280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CBB28-E7E0-26F9-2A5E-96FB3DC5C33B}"/>
            </a:ext>
          </a:extLst>
        </p:cNvPr>
        <p:cNvGrpSpPr/>
        <p:nvPr/>
      </p:nvGrpSpPr>
      <p:grpSpPr>
        <a:xfrm>
          <a:off x="0" y="0"/>
          <a:ext cx="0" cy="0"/>
          <a:chOff x="0" y="0"/>
          <a:chExt cx="0" cy="0"/>
        </a:xfrm>
      </p:grpSpPr>
      <p:sp>
        <p:nvSpPr>
          <p:cNvPr id="46" name="Textfeld 45">
            <a:extLst>
              <a:ext uri="{FF2B5EF4-FFF2-40B4-BE49-F238E27FC236}">
                <a16:creationId xmlns:a16="http://schemas.microsoft.com/office/drawing/2014/main" id="{459E8B6E-3FF9-1175-2025-CF741A6FD0EF}"/>
              </a:ext>
            </a:extLst>
          </p:cNvPr>
          <p:cNvSpPr txBox="1"/>
          <p:nvPr/>
        </p:nvSpPr>
        <p:spPr>
          <a:xfrm>
            <a:off x="3708354" y="1209424"/>
            <a:ext cx="8071740" cy="4267669"/>
          </a:xfrm>
          <a:prstGeom prst="roundRect">
            <a:avLst>
              <a:gd name="adj" fmla="val 3888"/>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r>
              <a:rPr lang="de-DE" sz="1200" b="1" dirty="0">
                <a:solidFill>
                  <a:schemeClr val="bg1"/>
                </a:solidFill>
              </a:rPr>
              <a:t>Copilot Basic-Voice Agent</a:t>
            </a:r>
            <a:endParaRPr lang="de-DE" sz="1200" b="1" dirty="0">
              <a:solidFill>
                <a:srgbClr val="FF0000"/>
              </a:solidFill>
            </a:endParaRPr>
          </a:p>
        </p:txBody>
      </p:sp>
      <p:sp>
        <p:nvSpPr>
          <p:cNvPr id="45" name="Textfeld 44">
            <a:extLst>
              <a:ext uri="{FF2B5EF4-FFF2-40B4-BE49-F238E27FC236}">
                <a16:creationId xmlns:a16="http://schemas.microsoft.com/office/drawing/2014/main" id="{68C89980-0C0F-105C-A829-1378E642350A}"/>
              </a:ext>
            </a:extLst>
          </p:cNvPr>
          <p:cNvSpPr txBox="1"/>
          <p:nvPr/>
        </p:nvSpPr>
        <p:spPr>
          <a:xfrm>
            <a:off x="412154" y="1225746"/>
            <a:ext cx="2149743" cy="1361609"/>
          </a:xfrm>
          <a:prstGeom prst="roundRect">
            <a:avLst>
              <a:gd name="adj" fmla="val 10827"/>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r>
              <a:rPr lang="de-DE" sz="1200" b="1" dirty="0">
                <a:solidFill>
                  <a:schemeClr val="bg1"/>
                </a:solidFill>
              </a:rPr>
              <a:t>Kunde ruft Hotline an</a:t>
            </a:r>
          </a:p>
        </p:txBody>
      </p:sp>
      <p:sp>
        <p:nvSpPr>
          <p:cNvPr id="2" name="Titel 1">
            <a:extLst>
              <a:ext uri="{FF2B5EF4-FFF2-40B4-BE49-F238E27FC236}">
                <a16:creationId xmlns:a16="http://schemas.microsoft.com/office/drawing/2014/main" id="{9E4FFDA4-882F-B1BD-5670-FA3557024797}"/>
              </a:ext>
            </a:extLst>
          </p:cNvPr>
          <p:cNvSpPr>
            <a:spLocks noGrp="1"/>
          </p:cNvSpPr>
          <p:nvPr>
            <p:ph type="title"/>
          </p:nvPr>
        </p:nvSpPr>
        <p:spPr/>
        <p:txBody>
          <a:bodyPr/>
          <a:lstStyle/>
          <a:p>
            <a:r>
              <a:rPr lang="de-DE" dirty="0"/>
              <a:t>Ablauf – Stufe 0</a:t>
            </a:r>
          </a:p>
        </p:txBody>
      </p:sp>
      <p:sp>
        <p:nvSpPr>
          <p:cNvPr id="3" name="Textplatzhalter 2">
            <a:extLst>
              <a:ext uri="{FF2B5EF4-FFF2-40B4-BE49-F238E27FC236}">
                <a16:creationId xmlns:a16="http://schemas.microsoft.com/office/drawing/2014/main" id="{68E9951D-2DB9-BE9A-23C8-CF394E187B45}"/>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F955B6D5-D86B-4CF6-5E87-845848E85AE8}"/>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57466AA8-CDE5-5477-1FFA-DF994232CD56}"/>
              </a:ext>
            </a:extLst>
          </p:cNvPr>
          <p:cNvSpPr>
            <a:spLocks noGrp="1"/>
          </p:cNvSpPr>
          <p:nvPr>
            <p:ph type="ftr" sz="quarter" idx="19"/>
          </p:nvPr>
        </p:nvSpPr>
        <p:spPr/>
        <p:txBody>
          <a:bodyPr/>
          <a:lstStyle/>
          <a:p>
            <a:r>
              <a:rPr lang="de-DE"/>
              <a:t>AIRCO  |  mosaiic GmbH  |</a:t>
            </a:r>
          </a:p>
        </p:txBody>
      </p:sp>
      <p:pic>
        <p:nvPicPr>
          <p:cNvPr id="9" name="Grafik 8" descr="Weibliches Profil mit einfarbiger Füllung">
            <a:extLst>
              <a:ext uri="{FF2B5EF4-FFF2-40B4-BE49-F238E27FC236}">
                <a16:creationId xmlns:a16="http://schemas.microsoft.com/office/drawing/2014/main" id="{AAE218B3-72F0-3285-954F-E2C6403EF0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5144" y="1730449"/>
            <a:ext cx="516155" cy="516155"/>
          </a:xfrm>
          <a:prstGeom prst="rect">
            <a:avLst/>
          </a:prstGeom>
        </p:spPr>
      </p:pic>
      <p:pic>
        <p:nvPicPr>
          <p:cNvPr id="11" name="Grafik 10" descr="Männliches Profil mit einfarbiger Füllung">
            <a:extLst>
              <a:ext uri="{FF2B5EF4-FFF2-40B4-BE49-F238E27FC236}">
                <a16:creationId xmlns:a16="http://schemas.microsoft.com/office/drawing/2014/main" id="{3D3654AA-70AA-2BF0-465E-1FCEE85A5C3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399" y="1894030"/>
            <a:ext cx="516155" cy="516155"/>
          </a:xfrm>
          <a:prstGeom prst="rect">
            <a:avLst/>
          </a:prstGeom>
        </p:spPr>
      </p:pic>
      <p:sp>
        <p:nvSpPr>
          <p:cNvPr id="7" name="Foliennummernplatzhalter 6">
            <a:extLst>
              <a:ext uri="{FF2B5EF4-FFF2-40B4-BE49-F238E27FC236}">
                <a16:creationId xmlns:a16="http://schemas.microsoft.com/office/drawing/2014/main" id="{988896AC-ECE1-C967-26EA-30351B718E11}"/>
              </a:ext>
            </a:extLst>
          </p:cNvPr>
          <p:cNvSpPr>
            <a:spLocks noGrp="1"/>
          </p:cNvSpPr>
          <p:nvPr>
            <p:ph type="sldNum" sz="quarter" idx="20"/>
          </p:nvPr>
        </p:nvSpPr>
        <p:spPr/>
        <p:txBody>
          <a:bodyPr/>
          <a:lstStyle/>
          <a:p>
            <a:fld id="{F4B5F3EB-31C7-4555-828E-971415072856}" type="slidenum">
              <a:rPr lang="de-DE" smtClean="0"/>
              <a:pPr/>
              <a:t>8</a:t>
            </a:fld>
            <a:endParaRPr lang="de-DE"/>
          </a:p>
        </p:txBody>
      </p:sp>
      <p:sp>
        <p:nvSpPr>
          <p:cNvPr id="12" name="Textfeld 11">
            <a:extLst>
              <a:ext uri="{FF2B5EF4-FFF2-40B4-BE49-F238E27FC236}">
                <a16:creationId xmlns:a16="http://schemas.microsoft.com/office/drawing/2014/main" id="{BCBC3BD8-BD87-5D8F-457B-85032DCD8888}"/>
              </a:ext>
            </a:extLst>
          </p:cNvPr>
          <p:cNvSpPr txBox="1"/>
          <p:nvPr/>
        </p:nvSpPr>
        <p:spPr>
          <a:xfrm>
            <a:off x="1340743" y="1740627"/>
            <a:ext cx="861594" cy="327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chor="ctr">
            <a:noAutofit/>
          </a:bodyPr>
          <a:lstStyle/>
          <a:p>
            <a:pPr algn="l"/>
            <a:r>
              <a:rPr lang="de-DE" sz="1200" dirty="0">
                <a:solidFill>
                  <a:schemeClr val="bg1"/>
                </a:solidFill>
              </a:rPr>
              <a:t>Festnetz</a:t>
            </a:r>
          </a:p>
        </p:txBody>
      </p:sp>
      <p:sp>
        <p:nvSpPr>
          <p:cNvPr id="4" name="Textfeld 3">
            <a:extLst>
              <a:ext uri="{FF2B5EF4-FFF2-40B4-BE49-F238E27FC236}">
                <a16:creationId xmlns:a16="http://schemas.microsoft.com/office/drawing/2014/main" id="{48DD54CE-5C6A-A27A-2AC4-00403C43695A}"/>
              </a:ext>
            </a:extLst>
          </p:cNvPr>
          <p:cNvSpPr txBox="1"/>
          <p:nvPr/>
        </p:nvSpPr>
        <p:spPr>
          <a:xfrm>
            <a:off x="3862562" y="1727138"/>
            <a:ext cx="2451454" cy="3588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dirty="0">
                <a:solidFill>
                  <a:schemeClr val="bg1"/>
                </a:solidFill>
              </a:rPr>
              <a:t>Start der Unterhaltung - Begrüßung</a:t>
            </a:r>
            <a:r>
              <a:rPr lang="de-DE" sz="1200" baseline="30000" dirty="0">
                <a:solidFill>
                  <a:schemeClr val="bg1"/>
                </a:solidFill>
              </a:rPr>
              <a:t>1</a:t>
            </a:r>
          </a:p>
        </p:txBody>
      </p:sp>
      <p:cxnSp>
        <p:nvCxnSpPr>
          <p:cNvPr id="10" name="Gerade Verbindung mit Pfeil 9">
            <a:extLst>
              <a:ext uri="{FF2B5EF4-FFF2-40B4-BE49-F238E27FC236}">
                <a16:creationId xmlns:a16="http://schemas.microsoft.com/office/drawing/2014/main" id="{4D1BE022-80A2-2C0A-5613-1259199D4B42}"/>
              </a:ext>
            </a:extLst>
          </p:cNvPr>
          <p:cNvCxnSpPr>
            <a:cxnSpLocks/>
            <a:stCxn id="12" idx="3"/>
            <a:endCxn id="21" idx="1"/>
          </p:cNvCxnSpPr>
          <p:nvPr/>
        </p:nvCxnSpPr>
        <p:spPr>
          <a:xfrm>
            <a:off x="2202337" y="1904427"/>
            <a:ext cx="601569" cy="2123"/>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49" name="Textfeld 48">
            <a:extLst>
              <a:ext uri="{FF2B5EF4-FFF2-40B4-BE49-F238E27FC236}">
                <a16:creationId xmlns:a16="http://schemas.microsoft.com/office/drawing/2014/main" id="{39AAC2EC-81BC-DFA1-9291-3AC6A589E10B}"/>
              </a:ext>
            </a:extLst>
          </p:cNvPr>
          <p:cNvSpPr txBox="1"/>
          <p:nvPr/>
        </p:nvSpPr>
        <p:spPr>
          <a:xfrm>
            <a:off x="6967205" y="1726550"/>
            <a:ext cx="4500000"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marL="446088" algn="l"/>
            <a:r>
              <a:rPr lang="de-DE" sz="1200" b="1" dirty="0">
                <a:solidFill>
                  <a:schemeClr val="bg1"/>
                </a:solidFill>
              </a:rPr>
              <a:t>Eckdaten</a:t>
            </a:r>
            <a:r>
              <a:rPr lang="de-DE" sz="1200" dirty="0">
                <a:solidFill>
                  <a:schemeClr val="bg1"/>
                </a:solidFill>
              </a:rPr>
              <a:t>: Firmenname, Ansprechpartner, Telefon</a:t>
            </a:r>
            <a:r>
              <a:rPr lang="de-DE" sz="1200" baseline="30000" dirty="0">
                <a:solidFill>
                  <a:schemeClr val="bg1"/>
                </a:solidFill>
              </a:rPr>
              <a:t>2</a:t>
            </a:r>
          </a:p>
        </p:txBody>
      </p:sp>
      <p:cxnSp>
        <p:nvCxnSpPr>
          <p:cNvPr id="50" name="Gerade Verbindung mit Pfeil 49">
            <a:extLst>
              <a:ext uri="{FF2B5EF4-FFF2-40B4-BE49-F238E27FC236}">
                <a16:creationId xmlns:a16="http://schemas.microsoft.com/office/drawing/2014/main" id="{D69692D2-7F2B-894D-B781-4853E1C563E2}"/>
              </a:ext>
            </a:extLst>
          </p:cNvPr>
          <p:cNvCxnSpPr>
            <a:cxnSpLocks/>
            <a:stCxn id="4" idx="3"/>
            <a:endCxn id="49" idx="1"/>
          </p:cNvCxnSpPr>
          <p:nvPr/>
        </p:nvCxnSpPr>
        <p:spPr>
          <a:xfrm>
            <a:off x="6314016" y="1906550"/>
            <a:ext cx="653189" cy="0"/>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8" name="Gerade Verbindung mit Pfeil 7">
            <a:extLst>
              <a:ext uri="{FF2B5EF4-FFF2-40B4-BE49-F238E27FC236}">
                <a16:creationId xmlns:a16="http://schemas.microsoft.com/office/drawing/2014/main" id="{BB48AA5F-C8DF-754F-A260-639E0E0AE222}"/>
              </a:ext>
            </a:extLst>
          </p:cNvPr>
          <p:cNvCxnSpPr>
            <a:cxnSpLocks/>
            <a:stCxn id="49" idx="2"/>
            <a:endCxn id="16" idx="0"/>
          </p:cNvCxnSpPr>
          <p:nvPr/>
        </p:nvCxnSpPr>
        <p:spPr>
          <a:xfrm>
            <a:off x="9217205" y="2086550"/>
            <a:ext cx="0" cy="445914"/>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37" name="Textfeld 36">
            <a:extLst>
              <a:ext uri="{FF2B5EF4-FFF2-40B4-BE49-F238E27FC236}">
                <a16:creationId xmlns:a16="http://schemas.microsoft.com/office/drawing/2014/main" id="{F87E635B-026E-BBC4-E73F-0DE01B14A150}"/>
              </a:ext>
            </a:extLst>
          </p:cNvPr>
          <p:cNvSpPr txBox="1"/>
          <p:nvPr/>
        </p:nvSpPr>
        <p:spPr>
          <a:xfrm>
            <a:off x="3862562" y="2678182"/>
            <a:ext cx="2451454" cy="6368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b="1">
                <a:solidFill>
                  <a:schemeClr val="bg1"/>
                </a:solidFill>
              </a:defRPr>
            </a:lvl1pPr>
          </a:lstStyle>
          <a:p>
            <a:r>
              <a:rPr lang="de-DE" dirty="0" err="1"/>
              <a:t>Fallback</a:t>
            </a:r>
            <a:endParaRPr lang="de-DE" b="0" dirty="0"/>
          </a:p>
          <a:p>
            <a:pPr marL="171450" indent="-171450">
              <a:buFont typeface="Arial" panose="020B0604020202020204" pitchFamily="34" charset="0"/>
              <a:buChar char="•"/>
            </a:pPr>
            <a:r>
              <a:rPr lang="de-DE" b="0" dirty="0"/>
              <a:t>Agent versteht 3x nicht</a:t>
            </a:r>
          </a:p>
          <a:p>
            <a:pPr marL="171450" indent="-171450">
              <a:buFont typeface="Arial" panose="020B0604020202020204" pitchFamily="34" charset="0"/>
              <a:buChar char="•"/>
            </a:pPr>
            <a:r>
              <a:rPr lang="de-DE" b="0" dirty="0"/>
              <a:t>Stille-Erkennung</a:t>
            </a:r>
            <a:endParaRPr lang="de-DE" dirty="0"/>
          </a:p>
        </p:txBody>
      </p:sp>
      <p:sp>
        <p:nvSpPr>
          <p:cNvPr id="65" name="Textfeld 64">
            <a:extLst>
              <a:ext uri="{FF2B5EF4-FFF2-40B4-BE49-F238E27FC236}">
                <a16:creationId xmlns:a16="http://schemas.microsoft.com/office/drawing/2014/main" id="{28AE61D3-79FC-A2DB-1F34-CAA825C3E3D2}"/>
              </a:ext>
            </a:extLst>
          </p:cNvPr>
          <p:cNvSpPr txBox="1"/>
          <p:nvPr/>
        </p:nvSpPr>
        <p:spPr>
          <a:xfrm>
            <a:off x="6967205" y="3338378"/>
            <a:ext cx="4500000"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dirty="0">
                <a:solidFill>
                  <a:schemeClr val="bg1"/>
                </a:solidFill>
              </a:rPr>
              <a:t>	</a:t>
            </a:r>
            <a:r>
              <a:rPr lang="de-DE" sz="1200" b="1" dirty="0" err="1">
                <a:solidFill>
                  <a:schemeClr val="bg1"/>
                </a:solidFill>
              </a:rPr>
              <a:t>Anliegenbeschreibung</a:t>
            </a:r>
            <a:endParaRPr lang="de-DE" sz="1200" baseline="30000" dirty="0">
              <a:solidFill>
                <a:schemeClr val="bg1"/>
              </a:solidFill>
            </a:endParaRPr>
          </a:p>
        </p:txBody>
      </p:sp>
      <p:cxnSp>
        <p:nvCxnSpPr>
          <p:cNvPr id="93" name="Gerade Verbindung mit Pfeil 92">
            <a:extLst>
              <a:ext uri="{FF2B5EF4-FFF2-40B4-BE49-F238E27FC236}">
                <a16:creationId xmlns:a16="http://schemas.microsoft.com/office/drawing/2014/main" id="{3EA67F2C-31D3-4D0D-BEE2-B21E211F465E}"/>
              </a:ext>
            </a:extLst>
          </p:cNvPr>
          <p:cNvCxnSpPr>
            <a:cxnSpLocks/>
            <a:stCxn id="16" idx="1"/>
          </p:cNvCxnSpPr>
          <p:nvPr/>
        </p:nvCxnSpPr>
        <p:spPr>
          <a:xfrm flipH="1">
            <a:off x="6394431" y="2712464"/>
            <a:ext cx="572774" cy="140960"/>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96" name="Textfeld 95">
            <a:extLst>
              <a:ext uri="{FF2B5EF4-FFF2-40B4-BE49-F238E27FC236}">
                <a16:creationId xmlns:a16="http://schemas.microsoft.com/office/drawing/2014/main" id="{F54219B8-8925-0A72-4408-DD22BE1D9FD8}"/>
              </a:ext>
            </a:extLst>
          </p:cNvPr>
          <p:cNvSpPr txBox="1"/>
          <p:nvPr/>
        </p:nvSpPr>
        <p:spPr>
          <a:xfrm>
            <a:off x="3700397" y="5558588"/>
            <a:ext cx="8071740" cy="972060"/>
          </a:xfrm>
          <a:prstGeom prst="roundRect">
            <a:avLst>
              <a:gd name="adj" fmla="val 14176"/>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r>
              <a:rPr lang="de-DE" sz="1200" b="1" dirty="0">
                <a:solidFill>
                  <a:schemeClr val="bg1"/>
                </a:solidFill>
              </a:rPr>
              <a:t>Power Automate – Cloud Flow</a:t>
            </a:r>
            <a:endParaRPr lang="de-DE" sz="1200" b="1" dirty="0">
              <a:solidFill>
                <a:srgbClr val="FF0000"/>
              </a:solidFill>
            </a:endParaRPr>
          </a:p>
        </p:txBody>
      </p:sp>
      <p:sp>
        <p:nvSpPr>
          <p:cNvPr id="102" name="Textfeld 101">
            <a:extLst>
              <a:ext uri="{FF2B5EF4-FFF2-40B4-BE49-F238E27FC236}">
                <a16:creationId xmlns:a16="http://schemas.microsoft.com/office/drawing/2014/main" id="{B74C4639-393C-B29D-7DF8-DB24A216AE93}"/>
              </a:ext>
            </a:extLst>
          </p:cNvPr>
          <p:cNvSpPr txBox="1"/>
          <p:nvPr/>
        </p:nvSpPr>
        <p:spPr>
          <a:xfrm>
            <a:off x="6967206" y="5951232"/>
            <a:ext cx="4499998"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dirty="0">
                <a:solidFill>
                  <a:schemeClr val="bg1"/>
                </a:solidFill>
              </a:rPr>
              <a:t>Ticket (Email) </a:t>
            </a:r>
            <a:r>
              <a:rPr lang="de-DE" sz="1200" dirty="0">
                <a:solidFill>
                  <a:schemeClr val="bg1"/>
                </a:solidFill>
              </a:rPr>
              <a:t>erstellen und versenden</a:t>
            </a:r>
            <a:r>
              <a:rPr lang="de-DE" sz="1200" baseline="30000" dirty="0">
                <a:solidFill>
                  <a:schemeClr val="bg1"/>
                </a:solidFill>
              </a:rPr>
              <a:t>4</a:t>
            </a:r>
          </a:p>
        </p:txBody>
      </p:sp>
      <p:sp>
        <p:nvSpPr>
          <p:cNvPr id="115" name="Textfeld 114">
            <a:extLst>
              <a:ext uri="{FF2B5EF4-FFF2-40B4-BE49-F238E27FC236}">
                <a16:creationId xmlns:a16="http://schemas.microsoft.com/office/drawing/2014/main" id="{0E817A1C-C9D7-F7A7-74F7-92A2ED9FF239}"/>
              </a:ext>
            </a:extLst>
          </p:cNvPr>
          <p:cNvSpPr txBox="1"/>
          <p:nvPr/>
        </p:nvSpPr>
        <p:spPr>
          <a:xfrm>
            <a:off x="383113" y="3520544"/>
            <a:ext cx="2889997" cy="1361609"/>
          </a:xfrm>
          <a:prstGeom prst="roundRect">
            <a:avLst>
              <a:gd name="adj" fmla="val 10503"/>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endParaRPr lang="de-DE" sz="1200" b="1" dirty="0">
              <a:solidFill>
                <a:schemeClr val="bg1"/>
              </a:solidFill>
            </a:endParaRPr>
          </a:p>
        </p:txBody>
      </p:sp>
      <p:sp>
        <p:nvSpPr>
          <p:cNvPr id="117" name="Textfeld 116">
            <a:extLst>
              <a:ext uri="{FF2B5EF4-FFF2-40B4-BE49-F238E27FC236}">
                <a16:creationId xmlns:a16="http://schemas.microsoft.com/office/drawing/2014/main" id="{306E5C8F-7AD3-AAB3-FFDD-8D87200DC3E7}"/>
              </a:ext>
            </a:extLst>
          </p:cNvPr>
          <p:cNvSpPr txBox="1"/>
          <p:nvPr/>
        </p:nvSpPr>
        <p:spPr>
          <a:xfrm>
            <a:off x="505144" y="4077541"/>
            <a:ext cx="2619510" cy="6453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a:solidFill>
                  <a:schemeClr val="bg1"/>
                </a:solidFill>
              </a:defRPr>
            </a:lvl1pPr>
          </a:lstStyle>
          <a:p>
            <a:r>
              <a:rPr lang="de-DE" b="1" dirty="0"/>
              <a:t>Manuelle Aufgaben</a:t>
            </a:r>
            <a:r>
              <a:rPr lang="de-DE" dirty="0"/>
              <a:t> (Rückruf, Ticket beantworten, usw.)</a:t>
            </a:r>
          </a:p>
        </p:txBody>
      </p:sp>
      <p:sp>
        <p:nvSpPr>
          <p:cNvPr id="131" name="Textfeld 130">
            <a:extLst>
              <a:ext uri="{FF2B5EF4-FFF2-40B4-BE49-F238E27FC236}">
                <a16:creationId xmlns:a16="http://schemas.microsoft.com/office/drawing/2014/main" id="{346A4CE4-DF24-A58F-83E2-27BE1BD4AD46}"/>
              </a:ext>
            </a:extLst>
          </p:cNvPr>
          <p:cNvSpPr txBox="1"/>
          <p:nvPr/>
        </p:nvSpPr>
        <p:spPr>
          <a:xfrm>
            <a:off x="6967205" y="4144292"/>
            <a:ext cx="4499999"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dirty="0">
                <a:solidFill>
                  <a:schemeClr val="bg1"/>
                </a:solidFill>
              </a:rPr>
              <a:t>Zusammenfassung &amp; Bestätigung</a:t>
            </a:r>
            <a:r>
              <a:rPr lang="de-DE" sz="1200" baseline="30000" dirty="0">
                <a:solidFill>
                  <a:schemeClr val="bg1"/>
                </a:solidFill>
              </a:rPr>
              <a:t>3</a:t>
            </a:r>
          </a:p>
        </p:txBody>
      </p:sp>
      <p:cxnSp>
        <p:nvCxnSpPr>
          <p:cNvPr id="162" name="Verbinder: gewinkelt 161">
            <a:extLst>
              <a:ext uri="{FF2B5EF4-FFF2-40B4-BE49-F238E27FC236}">
                <a16:creationId xmlns:a16="http://schemas.microsoft.com/office/drawing/2014/main" id="{4E2E3887-8889-8799-1113-B93B500109A4}"/>
              </a:ext>
            </a:extLst>
          </p:cNvPr>
          <p:cNvCxnSpPr>
            <a:cxnSpLocks/>
            <a:stCxn id="102" idx="1"/>
            <a:endCxn id="117" idx="2"/>
          </p:cNvCxnSpPr>
          <p:nvPr/>
        </p:nvCxnSpPr>
        <p:spPr>
          <a:xfrm rot="10800000">
            <a:off x="1814900" y="4722842"/>
            <a:ext cx="5152307" cy="1408391"/>
          </a:xfrm>
          <a:prstGeom prst="bentConnector2">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8" name="Textfeld 167">
            <a:extLst>
              <a:ext uri="{FF2B5EF4-FFF2-40B4-BE49-F238E27FC236}">
                <a16:creationId xmlns:a16="http://schemas.microsoft.com/office/drawing/2014/main" id="{B435856E-3E52-A4FE-46A3-0ACE60DE5715}"/>
              </a:ext>
            </a:extLst>
          </p:cNvPr>
          <p:cNvSpPr txBox="1"/>
          <p:nvPr/>
        </p:nvSpPr>
        <p:spPr>
          <a:xfrm>
            <a:off x="10190835" y="4144290"/>
            <a:ext cx="1669672" cy="430887"/>
          </a:xfrm>
          <a:prstGeom prst="rect">
            <a:avLst/>
          </a:prstGeom>
          <a:noFill/>
        </p:spPr>
        <p:txBody>
          <a:bodyPr wrap="square">
            <a:spAutoFit/>
          </a:bodyPr>
          <a:lstStyle/>
          <a:p>
            <a:r>
              <a:rPr lang="de-DE" sz="1050" dirty="0">
                <a:solidFill>
                  <a:schemeClr val="bg1"/>
                </a:solidFill>
              </a:rPr>
              <a:t>Anrufer bestätigt / korrigiert, max. 3x</a:t>
            </a:r>
          </a:p>
        </p:txBody>
      </p:sp>
      <p:sp>
        <p:nvSpPr>
          <p:cNvPr id="169" name="Pfeil: 180-Grad 168">
            <a:extLst>
              <a:ext uri="{FF2B5EF4-FFF2-40B4-BE49-F238E27FC236}">
                <a16:creationId xmlns:a16="http://schemas.microsoft.com/office/drawing/2014/main" id="{D202E1D6-3045-C859-6E0A-75AE28F432AC}"/>
              </a:ext>
            </a:extLst>
          </p:cNvPr>
          <p:cNvSpPr/>
          <p:nvPr/>
        </p:nvSpPr>
        <p:spPr>
          <a:xfrm rot="16200000" flipV="1">
            <a:off x="10426842" y="2978914"/>
            <a:ext cx="2624769"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16" name="Textfeld 15">
            <a:extLst>
              <a:ext uri="{FF2B5EF4-FFF2-40B4-BE49-F238E27FC236}">
                <a16:creationId xmlns:a16="http://schemas.microsoft.com/office/drawing/2014/main" id="{35144E8E-BB57-6740-1992-B897AB046220}"/>
              </a:ext>
            </a:extLst>
          </p:cNvPr>
          <p:cNvSpPr txBox="1"/>
          <p:nvPr/>
        </p:nvSpPr>
        <p:spPr>
          <a:xfrm>
            <a:off x="6967205" y="2532464"/>
            <a:ext cx="4500000"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marL="446088" algn="l"/>
            <a:r>
              <a:rPr lang="de-DE" sz="1200" b="1" dirty="0">
                <a:solidFill>
                  <a:schemeClr val="bg1"/>
                </a:solidFill>
              </a:rPr>
              <a:t>Anlagenbeschreibung </a:t>
            </a:r>
            <a:r>
              <a:rPr lang="de-DE" sz="1200" dirty="0">
                <a:solidFill>
                  <a:schemeClr val="bg1"/>
                </a:solidFill>
              </a:rPr>
              <a:t>(Bezeichnung, Serialnummer, Baujahr)</a:t>
            </a:r>
          </a:p>
        </p:txBody>
      </p:sp>
      <p:cxnSp>
        <p:nvCxnSpPr>
          <p:cNvPr id="29" name="Gerade Verbindung mit Pfeil 28">
            <a:extLst>
              <a:ext uri="{FF2B5EF4-FFF2-40B4-BE49-F238E27FC236}">
                <a16:creationId xmlns:a16="http://schemas.microsoft.com/office/drawing/2014/main" id="{53489D9D-88CB-3EDA-AB6C-C6664514471A}"/>
              </a:ext>
            </a:extLst>
          </p:cNvPr>
          <p:cNvCxnSpPr>
            <a:cxnSpLocks/>
            <a:stCxn id="16" idx="2"/>
            <a:endCxn id="65" idx="0"/>
          </p:cNvCxnSpPr>
          <p:nvPr/>
        </p:nvCxnSpPr>
        <p:spPr>
          <a:xfrm>
            <a:off x="9217205" y="2892464"/>
            <a:ext cx="0" cy="445914"/>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pic>
        <p:nvPicPr>
          <p:cNvPr id="17" name="Grafik 16">
            <a:extLst>
              <a:ext uri="{FF2B5EF4-FFF2-40B4-BE49-F238E27FC236}">
                <a16:creationId xmlns:a16="http://schemas.microsoft.com/office/drawing/2014/main" id="{150AC4FB-7E23-DAAC-783F-133C9941F3BB}"/>
              </a:ext>
            </a:extLst>
          </p:cNvPr>
          <p:cNvPicPr>
            <a:picLocks noChangeAspect="1"/>
          </p:cNvPicPr>
          <p:nvPr/>
        </p:nvPicPr>
        <p:blipFill>
          <a:blip r:embed="rId5">
            <a:extLst>
              <a:ext uri="{28A0092B-C50C-407E-A947-70E740481C1C}">
                <a14:useLocalDpi xmlns:a14="http://schemas.microsoft.com/office/drawing/2010/main" val="0"/>
              </a:ext>
            </a:extLst>
          </a:blip>
          <a:srcRect t="32530" b="39951"/>
          <a:stretch>
            <a:fillRect/>
          </a:stretch>
        </p:blipFill>
        <p:spPr>
          <a:xfrm>
            <a:off x="505777" y="3660743"/>
            <a:ext cx="1125397" cy="309702"/>
          </a:xfrm>
          <a:prstGeom prst="rect">
            <a:avLst/>
          </a:prstGeom>
        </p:spPr>
      </p:pic>
      <p:sp>
        <p:nvSpPr>
          <p:cNvPr id="21" name="Textfeld 20">
            <a:extLst>
              <a:ext uri="{FF2B5EF4-FFF2-40B4-BE49-F238E27FC236}">
                <a16:creationId xmlns:a16="http://schemas.microsoft.com/office/drawing/2014/main" id="{ACD32438-22F1-5E1F-C6B1-098DB60601FB}"/>
              </a:ext>
            </a:extLst>
          </p:cNvPr>
          <p:cNvSpPr txBox="1"/>
          <p:nvPr/>
        </p:nvSpPr>
        <p:spPr>
          <a:xfrm>
            <a:off x="2803906" y="1222840"/>
            <a:ext cx="750241" cy="136742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r>
              <a:rPr lang="de-DE" sz="1200" b="1" dirty="0">
                <a:solidFill>
                  <a:schemeClr val="bg1"/>
                </a:solidFill>
              </a:rPr>
              <a:t>MS </a:t>
            </a:r>
          </a:p>
          <a:p>
            <a:pPr algn="l"/>
            <a:r>
              <a:rPr lang="de-DE" sz="1200" b="1" dirty="0">
                <a:solidFill>
                  <a:schemeClr val="bg1"/>
                </a:solidFill>
              </a:rPr>
              <a:t>Teams</a:t>
            </a:r>
          </a:p>
          <a:p>
            <a:pPr algn="l"/>
            <a:r>
              <a:rPr lang="de-DE" sz="1200" b="1" dirty="0">
                <a:solidFill>
                  <a:schemeClr val="bg1"/>
                </a:solidFill>
              </a:rPr>
              <a:t>Phone</a:t>
            </a:r>
          </a:p>
          <a:p>
            <a:pPr algn="l"/>
            <a:r>
              <a:rPr lang="de-DE" sz="1200" b="1" dirty="0">
                <a:solidFill>
                  <a:srgbClr val="FF0000"/>
                </a:solidFill>
              </a:rPr>
              <a:t> </a:t>
            </a:r>
          </a:p>
          <a:p>
            <a:pPr algn="l"/>
            <a:endParaRPr lang="de-DE" sz="1200" b="1" dirty="0">
              <a:solidFill>
                <a:srgbClr val="FF0000"/>
              </a:solidFill>
            </a:endParaRPr>
          </a:p>
          <a:p>
            <a:pPr algn="l"/>
            <a:endParaRPr lang="de-DE" sz="1200" b="1" dirty="0">
              <a:solidFill>
                <a:schemeClr val="bg1"/>
              </a:solidFill>
            </a:endParaRPr>
          </a:p>
        </p:txBody>
      </p:sp>
      <p:cxnSp>
        <p:nvCxnSpPr>
          <p:cNvPr id="24" name="Gerade Verbindung mit Pfeil 23">
            <a:extLst>
              <a:ext uri="{FF2B5EF4-FFF2-40B4-BE49-F238E27FC236}">
                <a16:creationId xmlns:a16="http://schemas.microsoft.com/office/drawing/2014/main" id="{E74BBB91-2885-07A9-92DF-D68C06C13AF0}"/>
              </a:ext>
            </a:extLst>
          </p:cNvPr>
          <p:cNvCxnSpPr>
            <a:cxnSpLocks/>
            <a:stCxn id="21" idx="3"/>
            <a:endCxn id="4" idx="1"/>
          </p:cNvCxnSpPr>
          <p:nvPr/>
        </p:nvCxnSpPr>
        <p:spPr>
          <a:xfrm>
            <a:off x="3554147" y="1906550"/>
            <a:ext cx="308415" cy="0"/>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52" name="Pfeil: 180-Grad 51">
            <a:extLst>
              <a:ext uri="{FF2B5EF4-FFF2-40B4-BE49-F238E27FC236}">
                <a16:creationId xmlns:a16="http://schemas.microsoft.com/office/drawing/2014/main" id="{EF98AC07-565D-3059-76C4-795E89CAC675}"/>
              </a:ext>
            </a:extLst>
          </p:cNvPr>
          <p:cNvSpPr/>
          <p:nvPr/>
        </p:nvSpPr>
        <p:spPr>
          <a:xfrm rot="16200000" flipV="1">
            <a:off x="10836863" y="3388935"/>
            <a:ext cx="1804722"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54" name="Pfeil: 180-Grad 53">
            <a:extLst>
              <a:ext uri="{FF2B5EF4-FFF2-40B4-BE49-F238E27FC236}">
                <a16:creationId xmlns:a16="http://schemas.microsoft.com/office/drawing/2014/main" id="{564D4C7A-433E-D26B-DCAB-DDDAF540A94A}"/>
              </a:ext>
            </a:extLst>
          </p:cNvPr>
          <p:cNvSpPr/>
          <p:nvPr/>
        </p:nvSpPr>
        <p:spPr>
          <a:xfrm rot="16200000" flipV="1">
            <a:off x="11212271" y="3764344"/>
            <a:ext cx="1053903"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cxnSp>
        <p:nvCxnSpPr>
          <p:cNvPr id="55" name="Gerade Verbindung mit Pfeil 54">
            <a:extLst>
              <a:ext uri="{FF2B5EF4-FFF2-40B4-BE49-F238E27FC236}">
                <a16:creationId xmlns:a16="http://schemas.microsoft.com/office/drawing/2014/main" id="{6F543211-ADA4-17DC-F15D-2CF11A6F2562}"/>
              </a:ext>
            </a:extLst>
          </p:cNvPr>
          <p:cNvCxnSpPr>
            <a:cxnSpLocks/>
            <a:stCxn id="88" idx="2"/>
            <a:endCxn id="102" idx="0"/>
          </p:cNvCxnSpPr>
          <p:nvPr/>
        </p:nvCxnSpPr>
        <p:spPr>
          <a:xfrm>
            <a:off x="9217205" y="5310207"/>
            <a:ext cx="0" cy="641025"/>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3" name="Textfeld 22">
            <a:extLst>
              <a:ext uri="{FF2B5EF4-FFF2-40B4-BE49-F238E27FC236}">
                <a16:creationId xmlns:a16="http://schemas.microsoft.com/office/drawing/2014/main" id="{70AA587D-DF99-2CAA-1331-A39E8CBF845B}"/>
              </a:ext>
            </a:extLst>
          </p:cNvPr>
          <p:cNvSpPr txBox="1"/>
          <p:nvPr/>
        </p:nvSpPr>
        <p:spPr>
          <a:xfrm rot="10800000">
            <a:off x="7102567" y="1631860"/>
            <a:ext cx="336448" cy="2227996"/>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vert="vert" wrap="square" lIns="72000" tIns="108000" rIns="72000" bIns="72000" rtlCol="0" anchor="ctr">
            <a:noAutofit/>
          </a:bodyPr>
          <a:lstStyle/>
          <a:p>
            <a:pPr algn="ctr"/>
            <a:r>
              <a:rPr lang="de-DE" sz="1200" b="1" dirty="0">
                <a:solidFill>
                  <a:schemeClr val="bg1"/>
                </a:solidFill>
              </a:rPr>
              <a:t>KI-gestützte Verarbeitung</a:t>
            </a:r>
            <a:r>
              <a:rPr lang="de-DE" sz="1200" baseline="30000" dirty="0">
                <a:solidFill>
                  <a:schemeClr val="bg1"/>
                </a:solidFill>
              </a:rPr>
              <a:t>5</a:t>
            </a:r>
          </a:p>
        </p:txBody>
      </p:sp>
      <p:sp>
        <p:nvSpPr>
          <p:cNvPr id="13" name="Textfeld 12">
            <a:extLst>
              <a:ext uri="{FF2B5EF4-FFF2-40B4-BE49-F238E27FC236}">
                <a16:creationId xmlns:a16="http://schemas.microsoft.com/office/drawing/2014/main" id="{7F5C42A2-2335-A8D9-1BAB-F75C2A744CEC}"/>
              </a:ext>
            </a:extLst>
          </p:cNvPr>
          <p:cNvSpPr txBox="1"/>
          <p:nvPr/>
        </p:nvSpPr>
        <p:spPr>
          <a:xfrm>
            <a:off x="2116010" y="2600677"/>
            <a:ext cx="1239583" cy="577081"/>
          </a:xfrm>
          <a:prstGeom prst="rect">
            <a:avLst/>
          </a:prstGeom>
          <a:noFill/>
        </p:spPr>
        <p:txBody>
          <a:bodyPr wrap="square">
            <a:spAutoFit/>
          </a:bodyPr>
          <a:lstStyle/>
          <a:p>
            <a:r>
              <a:rPr lang="de-DE" sz="1050" dirty="0">
                <a:solidFill>
                  <a:schemeClr val="bg1"/>
                </a:solidFill>
              </a:rPr>
              <a:t>Weiterleitung an portierte Telefonnummer</a:t>
            </a:r>
          </a:p>
        </p:txBody>
      </p:sp>
      <p:pic>
        <p:nvPicPr>
          <p:cNvPr id="31" name="Grafik 30" descr="File:Microsoft Office Teams (2019–2025).svg - Wikimedia Commons">
            <a:extLst>
              <a:ext uri="{FF2B5EF4-FFF2-40B4-BE49-F238E27FC236}">
                <a16:creationId xmlns:a16="http://schemas.microsoft.com/office/drawing/2014/main" id="{F18F55CE-E5CD-5773-99C3-522AE7B04531}"/>
              </a:ext>
            </a:extLst>
          </p:cNvPr>
          <p:cNvPicPr>
            <a:picLocks noChangeAspect="1"/>
          </p:cNvPicPr>
          <p:nvPr/>
        </p:nvPicPr>
        <p:blipFill>
          <a:blip r:embed="rId6"/>
          <a:stretch>
            <a:fillRect/>
          </a:stretch>
        </p:blipFill>
        <p:spPr>
          <a:xfrm>
            <a:off x="2969018" y="2129718"/>
            <a:ext cx="386575" cy="360000"/>
          </a:xfrm>
          <a:prstGeom prst="rect">
            <a:avLst/>
          </a:prstGeom>
        </p:spPr>
      </p:pic>
      <p:pic>
        <p:nvPicPr>
          <p:cNvPr id="32" name="Grafik 31" descr="Microsoft Copilot Studio - Connectors | Microsoft Learn">
            <a:extLst>
              <a:ext uri="{FF2B5EF4-FFF2-40B4-BE49-F238E27FC236}">
                <a16:creationId xmlns:a16="http://schemas.microsoft.com/office/drawing/2014/main" id="{5F26E200-3CE2-B98B-AD5E-924B9AA8F9C3}"/>
              </a:ext>
            </a:extLst>
          </p:cNvPr>
          <p:cNvPicPr>
            <a:picLocks noChangeAspect="1"/>
          </p:cNvPicPr>
          <p:nvPr/>
        </p:nvPicPr>
        <p:blipFill>
          <a:blip r:embed="rId7"/>
          <a:stretch>
            <a:fillRect/>
          </a:stretch>
        </p:blipFill>
        <p:spPr>
          <a:xfrm>
            <a:off x="5871977" y="1264321"/>
            <a:ext cx="360000" cy="360000"/>
          </a:xfrm>
          <a:prstGeom prst="rect">
            <a:avLst/>
          </a:prstGeom>
        </p:spPr>
      </p:pic>
      <p:pic>
        <p:nvPicPr>
          <p:cNvPr id="33" name="Grafik 32" descr="File:Microsoft Power Automate.svg - Wikimedia Commons">
            <a:extLst>
              <a:ext uri="{FF2B5EF4-FFF2-40B4-BE49-F238E27FC236}">
                <a16:creationId xmlns:a16="http://schemas.microsoft.com/office/drawing/2014/main" id="{C815DD42-2ECB-BFED-3837-55B21421B8C2}"/>
              </a:ext>
            </a:extLst>
          </p:cNvPr>
          <p:cNvPicPr>
            <a:picLocks noChangeAspect="1"/>
          </p:cNvPicPr>
          <p:nvPr/>
        </p:nvPicPr>
        <p:blipFill>
          <a:blip r:embed="rId8"/>
          <a:stretch>
            <a:fillRect/>
          </a:stretch>
        </p:blipFill>
        <p:spPr>
          <a:xfrm>
            <a:off x="6180406" y="5630719"/>
            <a:ext cx="360000" cy="360000"/>
          </a:xfrm>
          <a:prstGeom prst="rect">
            <a:avLst/>
          </a:prstGeom>
        </p:spPr>
      </p:pic>
      <p:cxnSp>
        <p:nvCxnSpPr>
          <p:cNvPr id="64" name="Gerade Verbindung mit Pfeil 63">
            <a:extLst>
              <a:ext uri="{FF2B5EF4-FFF2-40B4-BE49-F238E27FC236}">
                <a16:creationId xmlns:a16="http://schemas.microsoft.com/office/drawing/2014/main" id="{578373D1-C025-EB62-BA5C-A24C39157CFA}"/>
              </a:ext>
            </a:extLst>
          </p:cNvPr>
          <p:cNvCxnSpPr>
            <a:cxnSpLocks/>
            <a:stCxn id="49" idx="1"/>
          </p:cNvCxnSpPr>
          <p:nvPr/>
        </p:nvCxnSpPr>
        <p:spPr>
          <a:xfrm flipH="1">
            <a:off x="6355099" y="1906550"/>
            <a:ext cx="612106" cy="744736"/>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9" name="Gerade Verbindung mit Pfeil 68">
            <a:extLst>
              <a:ext uri="{FF2B5EF4-FFF2-40B4-BE49-F238E27FC236}">
                <a16:creationId xmlns:a16="http://schemas.microsoft.com/office/drawing/2014/main" id="{6D1B8BE3-5B22-EA34-D537-CBE8B8441D02}"/>
              </a:ext>
            </a:extLst>
          </p:cNvPr>
          <p:cNvCxnSpPr>
            <a:cxnSpLocks/>
          </p:cNvCxnSpPr>
          <p:nvPr/>
        </p:nvCxnSpPr>
        <p:spPr>
          <a:xfrm flipH="1" flipV="1">
            <a:off x="6394431" y="3130997"/>
            <a:ext cx="572774" cy="65015"/>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70" name="Gerade Verbindung mit Pfeil 69">
            <a:extLst>
              <a:ext uri="{FF2B5EF4-FFF2-40B4-BE49-F238E27FC236}">
                <a16:creationId xmlns:a16="http://schemas.microsoft.com/office/drawing/2014/main" id="{958C2716-86A6-A2B5-415F-BCAD8CF93511}"/>
              </a:ext>
            </a:extLst>
          </p:cNvPr>
          <p:cNvCxnSpPr>
            <a:cxnSpLocks/>
            <a:stCxn id="65" idx="1"/>
          </p:cNvCxnSpPr>
          <p:nvPr/>
        </p:nvCxnSpPr>
        <p:spPr>
          <a:xfrm flipH="1" flipV="1">
            <a:off x="6355099" y="3323501"/>
            <a:ext cx="612106" cy="194877"/>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80" name="Verbinder: gewinkelt 79">
            <a:extLst>
              <a:ext uri="{FF2B5EF4-FFF2-40B4-BE49-F238E27FC236}">
                <a16:creationId xmlns:a16="http://schemas.microsoft.com/office/drawing/2014/main" id="{7F377EE6-6840-FDB8-3C5A-BDABB1382820}"/>
              </a:ext>
            </a:extLst>
          </p:cNvPr>
          <p:cNvCxnSpPr>
            <a:cxnSpLocks/>
            <a:stCxn id="37" idx="2"/>
            <a:endCxn id="88" idx="1"/>
          </p:cNvCxnSpPr>
          <p:nvPr/>
        </p:nvCxnSpPr>
        <p:spPr>
          <a:xfrm rot="16200000" flipH="1">
            <a:off x="5120139" y="3283140"/>
            <a:ext cx="1815217" cy="1878916"/>
          </a:xfrm>
          <a:prstGeom prst="bentConnector2">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88" name="Textfeld 87">
            <a:extLst>
              <a:ext uri="{FF2B5EF4-FFF2-40B4-BE49-F238E27FC236}">
                <a16:creationId xmlns:a16="http://schemas.microsoft.com/office/drawing/2014/main" id="{2EC20771-A8F3-0393-8CA2-5DC21D6D8F52}"/>
              </a:ext>
            </a:extLst>
          </p:cNvPr>
          <p:cNvSpPr txBox="1"/>
          <p:nvPr/>
        </p:nvSpPr>
        <p:spPr>
          <a:xfrm>
            <a:off x="6967205" y="4950207"/>
            <a:ext cx="4499999"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dirty="0">
                <a:solidFill>
                  <a:schemeClr val="bg1"/>
                </a:solidFill>
              </a:rPr>
              <a:t>Ende der Unterhaltung - Verabschiedung</a:t>
            </a:r>
            <a:endParaRPr lang="de-DE" sz="1200" baseline="30000" dirty="0">
              <a:solidFill>
                <a:schemeClr val="bg1"/>
              </a:solidFill>
            </a:endParaRPr>
          </a:p>
        </p:txBody>
      </p:sp>
      <p:cxnSp>
        <p:nvCxnSpPr>
          <p:cNvPr id="95" name="Gerade Verbindung mit Pfeil 94">
            <a:extLst>
              <a:ext uri="{FF2B5EF4-FFF2-40B4-BE49-F238E27FC236}">
                <a16:creationId xmlns:a16="http://schemas.microsoft.com/office/drawing/2014/main" id="{B9705174-2469-B6BB-7E74-44A1C856CA5B}"/>
              </a:ext>
            </a:extLst>
          </p:cNvPr>
          <p:cNvCxnSpPr>
            <a:cxnSpLocks/>
            <a:stCxn id="131" idx="2"/>
            <a:endCxn id="88" idx="0"/>
          </p:cNvCxnSpPr>
          <p:nvPr/>
        </p:nvCxnSpPr>
        <p:spPr>
          <a:xfrm>
            <a:off x="9217205" y="4504292"/>
            <a:ext cx="0" cy="445915"/>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99" name="Gerade Verbindung mit Pfeil 98">
            <a:extLst>
              <a:ext uri="{FF2B5EF4-FFF2-40B4-BE49-F238E27FC236}">
                <a16:creationId xmlns:a16="http://schemas.microsoft.com/office/drawing/2014/main" id="{790719FE-54D6-9884-8883-CC11E0D45DB2}"/>
              </a:ext>
            </a:extLst>
          </p:cNvPr>
          <p:cNvCxnSpPr>
            <a:cxnSpLocks/>
            <a:stCxn id="65" idx="2"/>
            <a:endCxn id="131" idx="0"/>
          </p:cNvCxnSpPr>
          <p:nvPr/>
        </p:nvCxnSpPr>
        <p:spPr>
          <a:xfrm>
            <a:off x="9217205" y="3698378"/>
            <a:ext cx="0" cy="445914"/>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pic>
        <p:nvPicPr>
          <p:cNvPr id="106" name="Grafik 105" descr="Logo and Group Headquarters | Deutsche Telekom">
            <a:extLst>
              <a:ext uri="{FF2B5EF4-FFF2-40B4-BE49-F238E27FC236}">
                <a16:creationId xmlns:a16="http://schemas.microsoft.com/office/drawing/2014/main" id="{ADC3A92B-1D5B-2908-C9A2-360A6E2FE046}"/>
              </a:ext>
            </a:extLst>
          </p:cNvPr>
          <p:cNvPicPr>
            <a:picLocks noChangeAspect="1"/>
          </p:cNvPicPr>
          <p:nvPr/>
        </p:nvPicPr>
        <p:blipFill>
          <a:blip r:embed="rId9"/>
          <a:stretch>
            <a:fillRect/>
          </a:stretch>
        </p:blipFill>
        <p:spPr>
          <a:xfrm>
            <a:off x="1572769" y="2129718"/>
            <a:ext cx="360103" cy="360000"/>
          </a:xfrm>
          <a:prstGeom prst="rect">
            <a:avLst/>
          </a:prstGeom>
        </p:spPr>
      </p:pic>
    </p:spTree>
    <p:extLst>
      <p:ext uri="{BB962C8B-B14F-4D97-AF65-F5344CB8AC3E}">
        <p14:creationId xmlns:p14="http://schemas.microsoft.com/office/powerpoint/2010/main" val="70179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CF95BD-A14E-D589-AC49-617A97725D1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96AF6E4-FCFB-1109-1C2F-AB8E404E7A92}"/>
              </a:ext>
            </a:extLst>
          </p:cNvPr>
          <p:cNvSpPr>
            <a:spLocks noGrp="1"/>
          </p:cNvSpPr>
          <p:nvPr>
            <p:ph type="title"/>
          </p:nvPr>
        </p:nvSpPr>
        <p:spPr/>
        <p:txBody>
          <a:bodyPr/>
          <a:lstStyle/>
          <a:p>
            <a:r>
              <a:rPr lang="de-DE"/>
              <a:t>Erfasste Daten - Variablen</a:t>
            </a:r>
          </a:p>
        </p:txBody>
      </p:sp>
      <p:sp>
        <p:nvSpPr>
          <p:cNvPr id="3" name="Textplatzhalter 2">
            <a:extLst>
              <a:ext uri="{FF2B5EF4-FFF2-40B4-BE49-F238E27FC236}">
                <a16:creationId xmlns:a16="http://schemas.microsoft.com/office/drawing/2014/main" id="{502907BB-313B-A737-9B9F-27C73A89459F}"/>
              </a:ext>
            </a:extLst>
          </p:cNvPr>
          <p:cNvSpPr>
            <a:spLocks noGrp="1"/>
          </p:cNvSpPr>
          <p:nvPr>
            <p:ph type="body" sz="quarter" idx="13"/>
          </p:nvPr>
        </p:nvSpPr>
        <p:spPr/>
        <p:txBody>
          <a:bodyPr/>
          <a:lstStyle/>
          <a:p>
            <a:endParaRPr lang="de-DE"/>
          </a:p>
        </p:txBody>
      </p:sp>
      <p:graphicFrame>
        <p:nvGraphicFramePr>
          <p:cNvPr id="8" name="Inhaltsplatzhalter 7">
            <a:extLst>
              <a:ext uri="{FF2B5EF4-FFF2-40B4-BE49-F238E27FC236}">
                <a16:creationId xmlns:a16="http://schemas.microsoft.com/office/drawing/2014/main" id="{5049B09C-484C-DAD5-CDED-E79AD766F943}"/>
              </a:ext>
            </a:extLst>
          </p:cNvPr>
          <p:cNvGraphicFramePr>
            <a:graphicFrameLocks noGrp="1"/>
          </p:cNvGraphicFramePr>
          <p:nvPr>
            <p:ph sz="quarter" idx="17"/>
            <p:extLst>
              <p:ext uri="{D42A27DB-BD31-4B8C-83A1-F6EECF244321}">
                <p14:modId xmlns:p14="http://schemas.microsoft.com/office/powerpoint/2010/main" val="1751427818"/>
              </p:ext>
            </p:extLst>
          </p:nvPr>
        </p:nvGraphicFramePr>
        <p:xfrm>
          <a:off x="382587" y="1454150"/>
          <a:ext cx="10000553" cy="3337560"/>
        </p:xfrm>
        <a:graphic>
          <a:graphicData uri="http://schemas.openxmlformats.org/drawingml/2006/table">
            <a:tbl>
              <a:tblPr firstRow="1" bandRow="1">
                <a:tableStyleId>{5C22544A-7EE6-4342-B048-85BDC9FD1C3A}</a:tableStyleId>
              </a:tblPr>
              <a:tblGrid>
                <a:gridCol w="3124518">
                  <a:extLst>
                    <a:ext uri="{9D8B030D-6E8A-4147-A177-3AD203B41FA5}">
                      <a16:colId xmlns:a16="http://schemas.microsoft.com/office/drawing/2014/main" val="1463452043"/>
                    </a:ext>
                  </a:extLst>
                </a:gridCol>
                <a:gridCol w="2872677">
                  <a:extLst>
                    <a:ext uri="{9D8B030D-6E8A-4147-A177-3AD203B41FA5}">
                      <a16:colId xmlns:a16="http://schemas.microsoft.com/office/drawing/2014/main" val="1604494094"/>
                    </a:ext>
                  </a:extLst>
                </a:gridCol>
                <a:gridCol w="4003358">
                  <a:extLst>
                    <a:ext uri="{9D8B030D-6E8A-4147-A177-3AD203B41FA5}">
                      <a16:colId xmlns:a16="http://schemas.microsoft.com/office/drawing/2014/main" val="3179334554"/>
                    </a:ext>
                  </a:extLst>
                </a:gridCol>
              </a:tblGrid>
              <a:tr h="370840">
                <a:tc>
                  <a:txBody>
                    <a:bodyPr/>
                    <a:lstStyle/>
                    <a:p>
                      <a:r>
                        <a:rPr lang="de-DE"/>
                        <a:t>Variable</a:t>
                      </a:r>
                    </a:p>
                  </a:txBody>
                  <a:tcPr/>
                </a:tc>
                <a:tc>
                  <a:txBody>
                    <a:bodyPr/>
                    <a:lstStyle/>
                    <a:p>
                      <a:r>
                        <a:rPr lang="de-DE"/>
                        <a:t>Wert</a:t>
                      </a:r>
                    </a:p>
                  </a:txBody>
                  <a:tcPr/>
                </a:tc>
                <a:tc>
                  <a:txBody>
                    <a:bodyPr/>
                    <a:lstStyle/>
                    <a:p>
                      <a:r>
                        <a:rPr lang="de-DE"/>
                        <a:t>Anmerkung </a:t>
                      </a:r>
                    </a:p>
                  </a:txBody>
                  <a:tcPr/>
                </a:tc>
                <a:extLst>
                  <a:ext uri="{0D108BD9-81ED-4DB2-BD59-A6C34878D82A}">
                    <a16:rowId xmlns:a16="http://schemas.microsoft.com/office/drawing/2014/main" val="177860121"/>
                  </a:ext>
                </a:extLst>
              </a:tr>
              <a:tr h="370840">
                <a:tc>
                  <a:txBody>
                    <a:bodyPr/>
                    <a:lstStyle/>
                    <a:p>
                      <a:r>
                        <a:rPr lang="de-DE" dirty="0"/>
                        <a:t>Telefonnummer</a:t>
                      </a:r>
                    </a:p>
                  </a:txBody>
                  <a:tcPr/>
                </a:tc>
                <a:tc>
                  <a:txBody>
                    <a:bodyPr/>
                    <a:lstStyle/>
                    <a:p>
                      <a:r>
                        <a:rPr lang="de-DE" dirty="0"/>
                        <a:t>String</a:t>
                      </a:r>
                    </a:p>
                  </a:txBody>
                  <a:tcPr/>
                </a:tc>
                <a:tc>
                  <a:txBody>
                    <a:bodyPr/>
                    <a:lstStyle/>
                    <a:p>
                      <a:r>
                        <a:rPr lang="de-DE" dirty="0"/>
                        <a:t>Automatisch erkannt</a:t>
                      </a:r>
                    </a:p>
                  </a:txBody>
                  <a:tcPr/>
                </a:tc>
                <a:extLst>
                  <a:ext uri="{0D108BD9-81ED-4DB2-BD59-A6C34878D82A}">
                    <a16:rowId xmlns:a16="http://schemas.microsoft.com/office/drawing/2014/main" val="1726596827"/>
                  </a:ext>
                </a:extLst>
              </a:tr>
              <a:tr h="370840">
                <a:tc>
                  <a:txBody>
                    <a:bodyPr/>
                    <a:lstStyle/>
                    <a:p>
                      <a:r>
                        <a:rPr lang="de-DE" dirty="0"/>
                        <a:t>Firmenname</a:t>
                      </a:r>
                    </a:p>
                  </a:txBody>
                  <a:tcPr/>
                </a:tc>
                <a:tc>
                  <a:txBody>
                    <a:bodyPr/>
                    <a:lstStyle/>
                    <a:p>
                      <a:r>
                        <a:rPr lang="de-DE" dirty="0"/>
                        <a:t>String</a:t>
                      </a:r>
                    </a:p>
                  </a:txBody>
                  <a:tcPr/>
                </a:tc>
                <a:tc>
                  <a:txBody>
                    <a:bodyPr/>
                    <a:lstStyle/>
                    <a:p>
                      <a:endParaRPr lang="de-DE"/>
                    </a:p>
                  </a:txBody>
                  <a:tcPr/>
                </a:tc>
                <a:extLst>
                  <a:ext uri="{0D108BD9-81ED-4DB2-BD59-A6C34878D82A}">
                    <a16:rowId xmlns:a16="http://schemas.microsoft.com/office/drawing/2014/main" val="4248714520"/>
                  </a:ext>
                </a:extLst>
              </a:tr>
              <a:tr h="370840">
                <a:tc>
                  <a:txBody>
                    <a:bodyPr/>
                    <a:lstStyle/>
                    <a:p>
                      <a:r>
                        <a:rPr lang="de-DE" dirty="0"/>
                        <a:t>Kundenname und Vorname</a:t>
                      </a:r>
                    </a:p>
                  </a:txBody>
                  <a:tcPr/>
                </a:tc>
                <a:tc>
                  <a:txBody>
                    <a:bodyPr/>
                    <a:lstStyle/>
                    <a:p>
                      <a:r>
                        <a:rPr lang="de-DE" dirty="0"/>
                        <a:t>String</a:t>
                      </a:r>
                    </a:p>
                  </a:txBody>
                  <a:tcPr/>
                </a:tc>
                <a:tc>
                  <a:txBody>
                    <a:bodyPr/>
                    <a:lstStyle/>
                    <a:p>
                      <a:endParaRPr lang="de-DE"/>
                    </a:p>
                  </a:txBody>
                  <a:tcPr/>
                </a:tc>
                <a:extLst>
                  <a:ext uri="{0D108BD9-81ED-4DB2-BD59-A6C34878D82A}">
                    <a16:rowId xmlns:a16="http://schemas.microsoft.com/office/drawing/2014/main" val="635264613"/>
                  </a:ext>
                </a:extLst>
              </a:tr>
              <a:tr h="370840">
                <a:tc>
                  <a:txBody>
                    <a:bodyPr/>
                    <a:lstStyle/>
                    <a:p>
                      <a:r>
                        <a:rPr lang="de-DE" dirty="0"/>
                        <a:t>Anliegen</a:t>
                      </a:r>
                    </a:p>
                  </a:txBody>
                  <a:tcPr/>
                </a:tc>
                <a:tc>
                  <a:txBody>
                    <a:bodyPr/>
                    <a:lstStyle/>
                    <a:p>
                      <a:r>
                        <a:rPr lang="de-DE" dirty="0"/>
                        <a:t>String</a:t>
                      </a:r>
                    </a:p>
                  </a:txBody>
                  <a:tcPr/>
                </a:tc>
                <a:tc>
                  <a:txBody>
                    <a:bodyPr/>
                    <a:lstStyle/>
                    <a:p>
                      <a:endParaRPr lang="de-DE" dirty="0"/>
                    </a:p>
                  </a:txBody>
                  <a:tcPr/>
                </a:tc>
                <a:extLst>
                  <a:ext uri="{0D108BD9-81ED-4DB2-BD59-A6C34878D82A}">
                    <a16:rowId xmlns:a16="http://schemas.microsoft.com/office/drawing/2014/main" val="3330933327"/>
                  </a:ext>
                </a:extLst>
              </a:tr>
              <a:tr h="370840">
                <a:tc>
                  <a:txBody>
                    <a:bodyPr/>
                    <a:lstStyle/>
                    <a:p>
                      <a:r>
                        <a:rPr lang="de-DE" dirty="0"/>
                        <a:t>Anlage</a:t>
                      </a:r>
                    </a:p>
                  </a:txBody>
                  <a:tcPr/>
                </a:tc>
                <a:tc>
                  <a:txBody>
                    <a:bodyPr/>
                    <a:lstStyle/>
                    <a:p>
                      <a:r>
                        <a:rPr lang="de-DE" dirty="0"/>
                        <a:t>String</a:t>
                      </a:r>
                    </a:p>
                  </a:txBody>
                  <a:tcPr/>
                </a:tc>
                <a:tc>
                  <a:txBody>
                    <a:bodyPr/>
                    <a:lstStyle/>
                    <a:p>
                      <a:endParaRPr lang="de-DE" dirty="0"/>
                    </a:p>
                  </a:txBody>
                  <a:tcPr/>
                </a:tc>
                <a:extLst>
                  <a:ext uri="{0D108BD9-81ED-4DB2-BD59-A6C34878D82A}">
                    <a16:rowId xmlns:a16="http://schemas.microsoft.com/office/drawing/2014/main" val="4023764369"/>
                  </a:ext>
                </a:extLst>
              </a:tr>
              <a:tr h="370840">
                <a:tc>
                  <a:txBody>
                    <a:bodyPr/>
                    <a:lstStyle/>
                    <a:p>
                      <a:r>
                        <a:rPr lang="de-DE" dirty="0"/>
                        <a:t>Kanal</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dirty="0"/>
                        <a:t>Enumeration</a:t>
                      </a:r>
                    </a:p>
                  </a:txBody>
                  <a:tcPr/>
                </a:tc>
                <a:tc>
                  <a:txBody>
                    <a:bodyPr/>
                    <a:lstStyle/>
                    <a:p>
                      <a:r>
                        <a:rPr lang="de-DE" dirty="0"/>
                        <a:t>Telefon oder Chat</a:t>
                      </a:r>
                    </a:p>
                  </a:txBody>
                  <a:tcPr/>
                </a:tc>
                <a:extLst>
                  <a:ext uri="{0D108BD9-81ED-4DB2-BD59-A6C34878D82A}">
                    <a16:rowId xmlns:a16="http://schemas.microsoft.com/office/drawing/2014/main" val="3957224203"/>
                  </a:ext>
                </a:extLst>
              </a:tr>
              <a:tr h="370840">
                <a:tc>
                  <a:txBody>
                    <a:bodyPr/>
                    <a:lstStyle/>
                    <a:p>
                      <a:r>
                        <a:rPr lang="de-DE" dirty="0"/>
                        <a:t>Korrekturfelder</a:t>
                      </a:r>
                    </a:p>
                  </a:txBody>
                  <a:tcPr/>
                </a:tc>
                <a:tc>
                  <a:txBody>
                    <a:bodyPr/>
                    <a:lstStyle/>
                    <a:p>
                      <a:r>
                        <a:rPr lang="de-DE" dirty="0"/>
                        <a:t>Zu korrigierende Angabe</a:t>
                      </a:r>
                    </a:p>
                  </a:txBody>
                  <a:tcPr/>
                </a:tc>
                <a:tc>
                  <a:txBody>
                    <a:bodyPr/>
                    <a:lstStyle/>
                    <a:p>
                      <a:endParaRPr lang="de-DE" dirty="0"/>
                    </a:p>
                  </a:txBody>
                  <a:tcPr/>
                </a:tc>
                <a:extLst>
                  <a:ext uri="{0D108BD9-81ED-4DB2-BD59-A6C34878D82A}">
                    <a16:rowId xmlns:a16="http://schemas.microsoft.com/office/drawing/2014/main" val="32651012"/>
                  </a:ext>
                </a:extLst>
              </a:tr>
              <a:tr h="370840">
                <a:tc>
                  <a:txBody>
                    <a:bodyPr/>
                    <a:lstStyle/>
                    <a:p>
                      <a:r>
                        <a:rPr lang="de-DE" dirty="0"/>
                        <a:t>Korrekturversuche</a:t>
                      </a:r>
                    </a:p>
                  </a:txBody>
                  <a:tcPr/>
                </a:tc>
                <a:tc>
                  <a:txBody>
                    <a:bodyPr/>
                    <a:lstStyle/>
                    <a:p>
                      <a:r>
                        <a:rPr lang="de-DE" dirty="0"/>
                        <a:t>Integer</a:t>
                      </a:r>
                    </a:p>
                  </a:txBody>
                  <a:tcPr/>
                </a:tc>
                <a:tc>
                  <a:txBody>
                    <a:bodyPr/>
                    <a:lstStyle/>
                    <a:p>
                      <a:r>
                        <a:rPr lang="de-DE" dirty="0"/>
                        <a:t>Falls &gt; 3 Fortsetzung ohne Korrektur</a:t>
                      </a:r>
                    </a:p>
                  </a:txBody>
                  <a:tcPr/>
                </a:tc>
                <a:extLst>
                  <a:ext uri="{0D108BD9-81ED-4DB2-BD59-A6C34878D82A}">
                    <a16:rowId xmlns:a16="http://schemas.microsoft.com/office/drawing/2014/main" val="751716732"/>
                  </a:ext>
                </a:extLst>
              </a:tr>
            </a:tbl>
          </a:graphicData>
        </a:graphic>
      </p:graphicFrame>
      <p:sp>
        <p:nvSpPr>
          <p:cNvPr id="5" name="Datumsplatzhalter 4">
            <a:extLst>
              <a:ext uri="{FF2B5EF4-FFF2-40B4-BE49-F238E27FC236}">
                <a16:creationId xmlns:a16="http://schemas.microsoft.com/office/drawing/2014/main" id="{DC7B6F39-5A6A-C1A0-3034-1B2F8669D4B8}"/>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73562FAA-15B1-1D37-E4E3-47750EBB55F5}"/>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E84D9068-61A1-407F-A59B-2D8C588630D3}"/>
              </a:ext>
            </a:extLst>
          </p:cNvPr>
          <p:cNvSpPr>
            <a:spLocks noGrp="1"/>
          </p:cNvSpPr>
          <p:nvPr>
            <p:ph type="sldNum" sz="quarter" idx="20"/>
          </p:nvPr>
        </p:nvSpPr>
        <p:spPr/>
        <p:txBody>
          <a:bodyPr/>
          <a:lstStyle/>
          <a:p>
            <a:fld id="{F4B5F3EB-31C7-4555-828E-971415072856}" type="slidenum">
              <a:rPr lang="de-DE" smtClean="0"/>
              <a:pPr/>
              <a:t>9</a:t>
            </a:fld>
            <a:endParaRPr lang="de-DE"/>
          </a:p>
        </p:txBody>
      </p:sp>
    </p:spTree>
    <p:extLst>
      <p:ext uri="{BB962C8B-B14F-4D97-AF65-F5344CB8AC3E}">
        <p14:creationId xmlns:p14="http://schemas.microsoft.com/office/powerpoint/2010/main" val="33545941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5ACB9-4A09-7847-2646-2C4F07A6ABEA}"/>
            </a:ext>
          </a:extLst>
        </p:cNvPr>
        <p:cNvGrpSpPr/>
        <p:nvPr/>
      </p:nvGrpSpPr>
      <p:grpSpPr>
        <a:xfrm>
          <a:off x="0" y="0"/>
          <a:ext cx="0" cy="0"/>
          <a:chOff x="0" y="0"/>
          <a:chExt cx="0" cy="0"/>
        </a:xfrm>
      </p:grpSpPr>
      <p:sp>
        <p:nvSpPr>
          <p:cNvPr id="46" name="Textfeld 45">
            <a:extLst>
              <a:ext uri="{FF2B5EF4-FFF2-40B4-BE49-F238E27FC236}">
                <a16:creationId xmlns:a16="http://schemas.microsoft.com/office/drawing/2014/main" id="{20CCCC8A-9A7C-6D8F-E937-CB0CED4AE875}"/>
              </a:ext>
            </a:extLst>
          </p:cNvPr>
          <p:cNvSpPr txBox="1"/>
          <p:nvPr/>
        </p:nvSpPr>
        <p:spPr>
          <a:xfrm>
            <a:off x="3708354" y="1209424"/>
            <a:ext cx="8071740" cy="4267669"/>
          </a:xfrm>
          <a:prstGeom prst="roundRect">
            <a:avLst>
              <a:gd name="adj" fmla="val 3888"/>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r>
              <a:rPr lang="de-DE" sz="1200" b="1" dirty="0">
                <a:solidFill>
                  <a:schemeClr val="bg1"/>
                </a:solidFill>
              </a:rPr>
              <a:t>Copilot Basic-Voice Agent</a:t>
            </a:r>
            <a:endParaRPr lang="de-DE" sz="1200" b="1" dirty="0">
              <a:solidFill>
                <a:srgbClr val="FF0000"/>
              </a:solidFill>
            </a:endParaRPr>
          </a:p>
        </p:txBody>
      </p:sp>
      <p:sp>
        <p:nvSpPr>
          <p:cNvPr id="45" name="Textfeld 44">
            <a:extLst>
              <a:ext uri="{FF2B5EF4-FFF2-40B4-BE49-F238E27FC236}">
                <a16:creationId xmlns:a16="http://schemas.microsoft.com/office/drawing/2014/main" id="{85069C66-51A1-384A-DA04-2516EC666B86}"/>
              </a:ext>
            </a:extLst>
          </p:cNvPr>
          <p:cNvSpPr txBox="1"/>
          <p:nvPr/>
        </p:nvSpPr>
        <p:spPr>
          <a:xfrm>
            <a:off x="412154" y="1225746"/>
            <a:ext cx="2149743" cy="1361609"/>
          </a:xfrm>
          <a:prstGeom prst="roundRect">
            <a:avLst>
              <a:gd name="adj" fmla="val 10827"/>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r>
              <a:rPr lang="de-DE" sz="1200" b="1" dirty="0">
                <a:solidFill>
                  <a:schemeClr val="bg1"/>
                </a:solidFill>
              </a:rPr>
              <a:t>Kunde ruft Hotline an</a:t>
            </a:r>
          </a:p>
        </p:txBody>
      </p:sp>
      <p:sp>
        <p:nvSpPr>
          <p:cNvPr id="2" name="Titel 1">
            <a:extLst>
              <a:ext uri="{FF2B5EF4-FFF2-40B4-BE49-F238E27FC236}">
                <a16:creationId xmlns:a16="http://schemas.microsoft.com/office/drawing/2014/main" id="{A5AD7207-1786-C969-1CBC-4E7B2EE3E289}"/>
              </a:ext>
            </a:extLst>
          </p:cNvPr>
          <p:cNvSpPr>
            <a:spLocks noGrp="1"/>
          </p:cNvSpPr>
          <p:nvPr>
            <p:ph type="title"/>
          </p:nvPr>
        </p:nvSpPr>
        <p:spPr/>
        <p:txBody>
          <a:bodyPr/>
          <a:lstStyle/>
          <a:p>
            <a:r>
              <a:rPr lang="de-DE" dirty="0"/>
              <a:t>Ablauf – Stufe 1</a:t>
            </a:r>
          </a:p>
        </p:txBody>
      </p:sp>
      <p:sp>
        <p:nvSpPr>
          <p:cNvPr id="3" name="Textplatzhalter 2">
            <a:extLst>
              <a:ext uri="{FF2B5EF4-FFF2-40B4-BE49-F238E27FC236}">
                <a16:creationId xmlns:a16="http://schemas.microsoft.com/office/drawing/2014/main" id="{8AFBB641-A71A-1309-BC14-3023BDF12DB8}"/>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2F60DA9D-93A4-9846-33A4-1F74B6FD5C5C}"/>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DFC31CB6-F2BF-39E0-10AE-86840D7C3A1D}"/>
              </a:ext>
            </a:extLst>
          </p:cNvPr>
          <p:cNvSpPr>
            <a:spLocks noGrp="1"/>
          </p:cNvSpPr>
          <p:nvPr>
            <p:ph type="ftr" sz="quarter" idx="19"/>
          </p:nvPr>
        </p:nvSpPr>
        <p:spPr/>
        <p:txBody>
          <a:bodyPr/>
          <a:lstStyle/>
          <a:p>
            <a:r>
              <a:rPr lang="de-DE"/>
              <a:t>AIRCO  |  mosaiic GmbH  |</a:t>
            </a:r>
          </a:p>
        </p:txBody>
      </p:sp>
      <p:pic>
        <p:nvPicPr>
          <p:cNvPr id="9" name="Grafik 8" descr="Weibliches Profil mit einfarbiger Füllung">
            <a:extLst>
              <a:ext uri="{FF2B5EF4-FFF2-40B4-BE49-F238E27FC236}">
                <a16:creationId xmlns:a16="http://schemas.microsoft.com/office/drawing/2014/main" id="{9F9B131B-D38F-D63A-5056-508D0E6E8E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5144" y="1730449"/>
            <a:ext cx="516155" cy="516155"/>
          </a:xfrm>
          <a:prstGeom prst="rect">
            <a:avLst/>
          </a:prstGeom>
        </p:spPr>
      </p:pic>
      <p:pic>
        <p:nvPicPr>
          <p:cNvPr id="11" name="Grafik 10" descr="Männliches Profil mit einfarbiger Füllung">
            <a:extLst>
              <a:ext uri="{FF2B5EF4-FFF2-40B4-BE49-F238E27FC236}">
                <a16:creationId xmlns:a16="http://schemas.microsoft.com/office/drawing/2014/main" id="{D713863B-B8B9-4752-A091-4D8ADC7D13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399" y="1894030"/>
            <a:ext cx="516155" cy="516155"/>
          </a:xfrm>
          <a:prstGeom prst="rect">
            <a:avLst/>
          </a:prstGeom>
        </p:spPr>
      </p:pic>
      <p:sp>
        <p:nvSpPr>
          <p:cNvPr id="7" name="Foliennummernplatzhalter 6">
            <a:extLst>
              <a:ext uri="{FF2B5EF4-FFF2-40B4-BE49-F238E27FC236}">
                <a16:creationId xmlns:a16="http://schemas.microsoft.com/office/drawing/2014/main" id="{EF63B148-98C1-CE0C-E58B-3DA278B7AE87}"/>
              </a:ext>
            </a:extLst>
          </p:cNvPr>
          <p:cNvSpPr>
            <a:spLocks noGrp="1"/>
          </p:cNvSpPr>
          <p:nvPr>
            <p:ph type="sldNum" sz="quarter" idx="20"/>
          </p:nvPr>
        </p:nvSpPr>
        <p:spPr/>
        <p:txBody>
          <a:bodyPr/>
          <a:lstStyle/>
          <a:p>
            <a:fld id="{F4B5F3EB-31C7-4555-828E-971415072856}" type="slidenum">
              <a:rPr lang="de-DE" smtClean="0"/>
              <a:pPr/>
              <a:t>10</a:t>
            </a:fld>
            <a:endParaRPr lang="de-DE"/>
          </a:p>
        </p:txBody>
      </p:sp>
      <p:sp>
        <p:nvSpPr>
          <p:cNvPr id="12" name="Textfeld 11">
            <a:extLst>
              <a:ext uri="{FF2B5EF4-FFF2-40B4-BE49-F238E27FC236}">
                <a16:creationId xmlns:a16="http://schemas.microsoft.com/office/drawing/2014/main" id="{0BAB3074-CB21-2363-E452-6E35039BF064}"/>
              </a:ext>
            </a:extLst>
          </p:cNvPr>
          <p:cNvSpPr txBox="1"/>
          <p:nvPr/>
        </p:nvSpPr>
        <p:spPr>
          <a:xfrm>
            <a:off x="1340743" y="1740627"/>
            <a:ext cx="861594" cy="327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chor="ctr">
            <a:noAutofit/>
          </a:bodyPr>
          <a:lstStyle/>
          <a:p>
            <a:pPr algn="l"/>
            <a:r>
              <a:rPr lang="de-DE" sz="1200" dirty="0">
                <a:solidFill>
                  <a:schemeClr val="bg1"/>
                </a:solidFill>
              </a:rPr>
              <a:t>Festnetz</a:t>
            </a:r>
          </a:p>
        </p:txBody>
      </p:sp>
      <p:sp>
        <p:nvSpPr>
          <p:cNvPr id="4" name="Textfeld 3">
            <a:extLst>
              <a:ext uri="{FF2B5EF4-FFF2-40B4-BE49-F238E27FC236}">
                <a16:creationId xmlns:a16="http://schemas.microsoft.com/office/drawing/2014/main" id="{9B19E466-27E8-29B5-CE67-99E59EF3DC11}"/>
              </a:ext>
            </a:extLst>
          </p:cNvPr>
          <p:cNvSpPr txBox="1"/>
          <p:nvPr/>
        </p:nvSpPr>
        <p:spPr>
          <a:xfrm>
            <a:off x="3862562" y="1727138"/>
            <a:ext cx="2451454" cy="35882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dirty="0">
                <a:solidFill>
                  <a:schemeClr val="bg1"/>
                </a:solidFill>
              </a:rPr>
              <a:t>Start der Unterhaltung - Begrüßung</a:t>
            </a:r>
            <a:r>
              <a:rPr lang="de-DE" sz="1200" baseline="30000" dirty="0">
                <a:solidFill>
                  <a:schemeClr val="bg1"/>
                </a:solidFill>
              </a:rPr>
              <a:t>1</a:t>
            </a:r>
          </a:p>
        </p:txBody>
      </p:sp>
      <p:cxnSp>
        <p:nvCxnSpPr>
          <p:cNvPr id="10" name="Gerade Verbindung mit Pfeil 9">
            <a:extLst>
              <a:ext uri="{FF2B5EF4-FFF2-40B4-BE49-F238E27FC236}">
                <a16:creationId xmlns:a16="http://schemas.microsoft.com/office/drawing/2014/main" id="{E6C6B753-C497-7EC7-D692-006F208F489B}"/>
              </a:ext>
            </a:extLst>
          </p:cNvPr>
          <p:cNvCxnSpPr>
            <a:cxnSpLocks/>
            <a:stCxn id="12" idx="3"/>
            <a:endCxn id="21" idx="1"/>
          </p:cNvCxnSpPr>
          <p:nvPr/>
        </p:nvCxnSpPr>
        <p:spPr>
          <a:xfrm>
            <a:off x="2202337" y="1904427"/>
            <a:ext cx="601569" cy="2123"/>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49" name="Textfeld 48">
            <a:extLst>
              <a:ext uri="{FF2B5EF4-FFF2-40B4-BE49-F238E27FC236}">
                <a16:creationId xmlns:a16="http://schemas.microsoft.com/office/drawing/2014/main" id="{D7778334-FA2A-9366-741A-B7E8F4AF9856}"/>
              </a:ext>
            </a:extLst>
          </p:cNvPr>
          <p:cNvSpPr txBox="1"/>
          <p:nvPr/>
        </p:nvSpPr>
        <p:spPr>
          <a:xfrm>
            <a:off x="6967205" y="1726550"/>
            <a:ext cx="4500000"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dirty="0">
                <a:solidFill>
                  <a:schemeClr val="bg1"/>
                </a:solidFill>
              </a:rPr>
              <a:t>	Eckdaten</a:t>
            </a:r>
            <a:r>
              <a:rPr lang="de-DE" sz="1200" dirty="0">
                <a:solidFill>
                  <a:schemeClr val="bg1"/>
                </a:solidFill>
              </a:rPr>
              <a:t>: Firmenname, Ansprechpartner, Telefon</a:t>
            </a:r>
            <a:r>
              <a:rPr lang="de-DE" sz="1200" baseline="30000" dirty="0">
                <a:solidFill>
                  <a:schemeClr val="bg1"/>
                </a:solidFill>
              </a:rPr>
              <a:t>2</a:t>
            </a:r>
          </a:p>
        </p:txBody>
      </p:sp>
      <p:cxnSp>
        <p:nvCxnSpPr>
          <p:cNvPr id="50" name="Gerade Verbindung mit Pfeil 49">
            <a:extLst>
              <a:ext uri="{FF2B5EF4-FFF2-40B4-BE49-F238E27FC236}">
                <a16:creationId xmlns:a16="http://schemas.microsoft.com/office/drawing/2014/main" id="{35BB552B-D7A7-9F9F-C482-E98BD46BABD3}"/>
              </a:ext>
            </a:extLst>
          </p:cNvPr>
          <p:cNvCxnSpPr>
            <a:cxnSpLocks/>
            <a:stCxn id="4" idx="3"/>
            <a:endCxn id="49" idx="1"/>
          </p:cNvCxnSpPr>
          <p:nvPr/>
        </p:nvCxnSpPr>
        <p:spPr>
          <a:xfrm>
            <a:off x="6314016" y="1906550"/>
            <a:ext cx="653189" cy="0"/>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8" name="Gerade Verbindung mit Pfeil 7">
            <a:extLst>
              <a:ext uri="{FF2B5EF4-FFF2-40B4-BE49-F238E27FC236}">
                <a16:creationId xmlns:a16="http://schemas.microsoft.com/office/drawing/2014/main" id="{704B94F6-BA6E-ECC4-5F8F-B71D0608C8A1}"/>
              </a:ext>
            </a:extLst>
          </p:cNvPr>
          <p:cNvCxnSpPr>
            <a:cxnSpLocks/>
            <a:stCxn id="49" idx="2"/>
            <a:endCxn id="16" idx="0"/>
          </p:cNvCxnSpPr>
          <p:nvPr/>
        </p:nvCxnSpPr>
        <p:spPr>
          <a:xfrm>
            <a:off x="9217205" y="2086550"/>
            <a:ext cx="0" cy="284731"/>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37" name="Textfeld 36">
            <a:extLst>
              <a:ext uri="{FF2B5EF4-FFF2-40B4-BE49-F238E27FC236}">
                <a16:creationId xmlns:a16="http://schemas.microsoft.com/office/drawing/2014/main" id="{AFBA52E2-3845-F548-18F0-53DAFB5080EA}"/>
              </a:ext>
            </a:extLst>
          </p:cNvPr>
          <p:cNvSpPr txBox="1"/>
          <p:nvPr/>
        </p:nvSpPr>
        <p:spPr>
          <a:xfrm>
            <a:off x="3862562" y="2678182"/>
            <a:ext cx="2451454" cy="6368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b="1">
                <a:solidFill>
                  <a:schemeClr val="bg1"/>
                </a:solidFill>
              </a:defRPr>
            </a:lvl1pPr>
          </a:lstStyle>
          <a:p>
            <a:r>
              <a:rPr lang="de-DE" dirty="0" err="1"/>
              <a:t>Fallback</a:t>
            </a:r>
            <a:endParaRPr lang="de-DE" b="0" dirty="0"/>
          </a:p>
          <a:p>
            <a:pPr marL="171450" indent="-171450">
              <a:buFont typeface="Arial" panose="020B0604020202020204" pitchFamily="34" charset="0"/>
              <a:buChar char="•"/>
            </a:pPr>
            <a:r>
              <a:rPr lang="de-DE" b="0" dirty="0"/>
              <a:t>Agent versteht 3x nicht</a:t>
            </a:r>
          </a:p>
          <a:p>
            <a:pPr marL="171450" indent="-171450">
              <a:buFont typeface="Arial" panose="020B0604020202020204" pitchFamily="34" charset="0"/>
              <a:buChar char="•"/>
            </a:pPr>
            <a:r>
              <a:rPr lang="de-DE" b="0" dirty="0"/>
              <a:t>Stille-Erkennung</a:t>
            </a:r>
            <a:endParaRPr lang="de-DE" dirty="0"/>
          </a:p>
        </p:txBody>
      </p:sp>
      <p:sp>
        <p:nvSpPr>
          <p:cNvPr id="65" name="Textfeld 64">
            <a:extLst>
              <a:ext uri="{FF2B5EF4-FFF2-40B4-BE49-F238E27FC236}">
                <a16:creationId xmlns:a16="http://schemas.microsoft.com/office/drawing/2014/main" id="{A710B801-B4F4-A14A-ABBC-C0F0B67C4892}"/>
              </a:ext>
            </a:extLst>
          </p:cNvPr>
          <p:cNvSpPr txBox="1"/>
          <p:nvPr/>
        </p:nvSpPr>
        <p:spPr>
          <a:xfrm>
            <a:off x="6967205" y="3660743"/>
            <a:ext cx="4500000"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dirty="0">
                <a:solidFill>
                  <a:schemeClr val="bg1"/>
                </a:solidFill>
              </a:rPr>
              <a:t>	</a:t>
            </a:r>
            <a:r>
              <a:rPr lang="de-DE" sz="1200" b="1" dirty="0" err="1">
                <a:solidFill>
                  <a:schemeClr val="bg1"/>
                </a:solidFill>
              </a:rPr>
              <a:t>Anliegenbeschreibung</a:t>
            </a:r>
            <a:endParaRPr lang="de-DE" sz="1200" baseline="30000" dirty="0">
              <a:solidFill>
                <a:schemeClr val="bg1"/>
              </a:solidFill>
            </a:endParaRPr>
          </a:p>
        </p:txBody>
      </p:sp>
      <p:cxnSp>
        <p:nvCxnSpPr>
          <p:cNvPr id="93" name="Gerade Verbindung mit Pfeil 92">
            <a:extLst>
              <a:ext uri="{FF2B5EF4-FFF2-40B4-BE49-F238E27FC236}">
                <a16:creationId xmlns:a16="http://schemas.microsoft.com/office/drawing/2014/main" id="{03CF615C-BB89-F742-3075-4B066B35B834}"/>
              </a:ext>
            </a:extLst>
          </p:cNvPr>
          <p:cNvCxnSpPr>
            <a:cxnSpLocks/>
            <a:stCxn id="16" idx="1"/>
          </p:cNvCxnSpPr>
          <p:nvPr/>
        </p:nvCxnSpPr>
        <p:spPr>
          <a:xfrm flipH="1">
            <a:off x="6394431" y="2551281"/>
            <a:ext cx="572774" cy="302143"/>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96" name="Textfeld 95">
            <a:extLst>
              <a:ext uri="{FF2B5EF4-FFF2-40B4-BE49-F238E27FC236}">
                <a16:creationId xmlns:a16="http://schemas.microsoft.com/office/drawing/2014/main" id="{085D258B-23B1-B0E6-E734-1F8257CF080A}"/>
              </a:ext>
            </a:extLst>
          </p:cNvPr>
          <p:cNvSpPr txBox="1"/>
          <p:nvPr/>
        </p:nvSpPr>
        <p:spPr>
          <a:xfrm>
            <a:off x="3700397" y="5558588"/>
            <a:ext cx="8071740" cy="972060"/>
          </a:xfrm>
          <a:prstGeom prst="roundRect">
            <a:avLst>
              <a:gd name="adj" fmla="val 14176"/>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r>
              <a:rPr lang="de-DE" sz="1200" b="1" dirty="0">
                <a:solidFill>
                  <a:schemeClr val="bg1"/>
                </a:solidFill>
              </a:rPr>
              <a:t>Power Automate – Cloud Flow</a:t>
            </a:r>
            <a:endParaRPr lang="de-DE" sz="1200" b="1" dirty="0">
              <a:solidFill>
                <a:srgbClr val="FF0000"/>
              </a:solidFill>
            </a:endParaRPr>
          </a:p>
        </p:txBody>
      </p:sp>
      <p:sp>
        <p:nvSpPr>
          <p:cNvPr id="102" name="Textfeld 101">
            <a:extLst>
              <a:ext uri="{FF2B5EF4-FFF2-40B4-BE49-F238E27FC236}">
                <a16:creationId xmlns:a16="http://schemas.microsoft.com/office/drawing/2014/main" id="{881E945D-579C-F892-3C7E-C894DB97981D}"/>
              </a:ext>
            </a:extLst>
          </p:cNvPr>
          <p:cNvSpPr txBox="1"/>
          <p:nvPr/>
        </p:nvSpPr>
        <p:spPr>
          <a:xfrm>
            <a:off x="6967206" y="5951232"/>
            <a:ext cx="4499998"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dirty="0">
                <a:solidFill>
                  <a:schemeClr val="bg1"/>
                </a:solidFill>
              </a:rPr>
              <a:t>Ticket (Email) </a:t>
            </a:r>
            <a:r>
              <a:rPr lang="de-DE" sz="1200" dirty="0">
                <a:solidFill>
                  <a:schemeClr val="bg1"/>
                </a:solidFill>
              </a:rPr>
              <a:t>erstellen und versenden</a:t>
            </a:r>
            <a:r>
              <a:rPr lang="de-DE" sz="1200" baseline="30000" dirty="0">
                <a:solidFill>
                  <a:schemeClr val="bg1"/>
                </a:solidFill>
              </a:rPr>
              <a:t>4</a:t>
            </a:r>
          </a:p>
        </p:txBody>
      </p:sp>
      <p:sp>
        <p:nvSpPr>
          <p:cNvPr id="115" name="Textfeld 114">
            <a:extLst>
              <a:ext uri="{FF2B5EF4-FFF2-40B4-BE49-F238E27FC236}">
                <a16:creationId xmlns:a16="http://schemas.microsoft.com/office/drawing/2014/main" id="{60F68C63-C2E3-191A-9583-FE05DF069711}"/>
              </a:ext>
            </a:extLst>
          </p:cNvPr>
          <p:cNvSpPr txBox="1"/>
          <p:nvPr/>
        </p:nvSpPr>
        <p:spPr>
          <a:xfrm>
            <a:off x="383113" y="3520544"/>
            <a:ext cx="2889997" cy="1361609"/>
          </a:xfrm>
          <a:prstGeom prst="roundRect">
            <a:avLst>
              <a:gd name="adj" fmla="val 10503"/>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endParaRPr lang="de-DE" sz="1200" b="1" dirty="0">
              <a:solidFill>
                <a:schemeClr val="bg1"/>
              </a:solidFill>
            </a:endParaRPr>
          </a:p>
        </p:txBody>
      </p:sp>
      <p:sp>
        <p:nvSpPr>
          <p:cNvPr id="117" name="Textfeld 116">
            <a:extLst>
              <a:ext uri="{FF2B5EF4-FFF2-40B4-BE49-F238E27FC236}">
                <a16:creationId xmlns:a16="http://schemas.microsoft.com/office/drawing/2014/main" id="{0CB33B4B-3090-1287-B951-B9FF2D059A76}"/>
              </a:ext>
            </a:extLst>
          </p:cNvPr>
          <p:cNvSpPr txBox="1"/>
          <p:nvPr/>
        </p:nvSpPr>
        <p:spPr>
          <a:xfrm>
            <a:off x="505144" y="4077541"/>
            <a:ext cx="2619510" cy="6453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a:solidFill>
                  <a:schemeClr val="bg1"/>
                </a:solidFill>
              </a:defRPr>
            </a:lvl1pPr>
          </a:lstStyle>
          <a:p>
            <a:r>
              <a:rPr lang="de-DE" b="1" dirty="0"/>
              <a:t>Manuelle Aufgaben</a:t>
            </a:r>
            <a:r>
              <a:rPr lang="de-DE" dirty="0"/>
              <a:t> (Rückruf, Ticket beantworten, usw.)</a:t>
            </a:r>
          </a:p>
        </p:txBody>
      </p:sp>
      <p:sp>
        <p:nvSpPr>
          <p:cNvPr id="131" name="Textfeld 130">
            <a:extLst>
              <a:ext uri="{FF2B5EF4-FFF2-40B4-BE49-F238E27FC236}">
                <a16:creationId xmlns:a16="http://schemas.microsoft.com/office/drawing/2014/main" id="{902BBB92-9DAF-CC91-4471-5D71BD8233C6}"/>
              </a:ext>
            </a:extLst>
          </p:cNvPr>
          <p:cNvSpPr txBox="1"/>
          <p:nvPr/>
        </p:nvSpPr>
        <p:spPr>
          <a:xfrm>
            <a:off x="6967205" y="4305474"/>
            <a:ext cx="4499999"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dirty="0">
                <a:solidFill>
                  <a:schemeClr val="bg1"/>
                </a:solidFill>
              </a:rPr>
              <a:t>Zusammenfassung &amp; Bestätigung</a:t>
            </a:r>
            <a:r>
              <a:rPr lang="de-DE" sz="1200" baseline="30000" dirty="0">
                <a:solidFill>
                  <a:schemeClr val="bg1"/>
                </a:solidFill>
              </a:rPr>
              <a:t>3</a:t>
            </a:r>
          </a:p>
        </p:txBody>
      </p:sp>
      <p:cxnSp>
        <p:nvCxnSpPr>
          <p:cNvPr id="162" name="Verbinder: gewinkelt 161">
            <a:extLst>
              <a:ext uri="{FF2B5EF4-FFF2-40B4-BE49-F238E27FC236}">
                <a16:creationId xmlns:a16="http://schemas.microsoft.com/office/drawing/2014/main" id="{F6D5397B-25C2-D926-E6E3-7D963C8B42BF}"/>
              </a:ext>
            </a:extLst>
          </p:cNvPr>
          <p:cNvCxnSpPr>
            <a:cxnSpLocks/>
            <a:stCxn id="102" idx="1"/>
            <a:endCxn id="117" idx="2"/>
          </p:cNvCxnSpPr>
          <p:nvPr/>
        </p:nvCxnSpPr>
        <p:spPr>
          <a:xfrm rot="10800000">
            <a:off x="1814900" y="4722842"/>
            <a:ext cx="5152307" cy="1408391"/>
          </a:xfrm>
          <a:prstGeom prst="bentConnector2">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8" name="Textfeld 167">
            <a:extLst>
              <a:ext uri="{FF2B5EF4-FFF2-40B4-BE49-F238E27FC236}">
                <a16:creationId xmlns:a16="http://schemas.microsoft.com/office/drawing/2014/main" id="{7A6E95C4-1048-0147-0339-B3B84B8ABD75}"/>
              </a:ext>
            </a:extLst>
          </p:cNvPr>
          <p:cNvSpPr txBox="1"/>
          <p:nvPr/>
        </p:nvSpPr>
        <p:spPr>
          <a:xfrm>
            <a:off x="10190835" y="4280981"/>
            <a:ext cx="1669672" cy="430887"/>
          </a:xfrm>
          <a:prstGeom prst="rect">
            <a:avLst/>
          </a:prstGeom>
          <a:noFill/>
        </p:spPr>
        <p:txBody>
          <a:bodyPr wrap="square">
            <a:spAutoFit/>
          </a:bodyPr>
          <a:lstStyle/>
          <a:p>
            <a:r>
              <a:rPr lang="de-DE" sz="1050" dirty="0">
                <a:solidFill>
                  <a:schemeClr val="bg1"/>
                </a:solidFill>
              </a:rPr>
              <a:t>Anrufer bestätigt / korrigiert, max. 3x</a:t>
            </a:r>
          </a:p>
        </p:txBody>
      </p:sp>
      <p:sp>
        <p:nvSpPr>
          <p:cNvPr id="169" name="Pfeil: 180-Grad 168">
            <a:extLst>
              <a:ext uri="{FF2B5EF4-FFF2-40B4-BE49-F238E27FC236}">
                <a16:creationId xmlns:a16="http://schemas.microsoft.com/office/drawing/2014/main" id="{AB095684-1E63-DCEC-4F14-EDC9B16EE30D}"/>
              </a:ext>
            </a:extLst>
          </p:cNvPr>
          <p:cNvSpPr/>
          <p:nvPr/>
        </p:nvSpPr>
        <p:spPr>
          <a:xfrm rot="16200000" flipV="1">
            <a:off x="10426842" y="2978914"/>
            <a:ext cx="2624769"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16" name="Textfeld 15">
            <a:extLst>
              <a:ext uri="{FF2B5EF4-FFF2-40B4-BE49-F238E27FC236}">
                <a16:creationId xmlns:a16="http://schemas.microsoft.com/office/drawing/2014/main" id="{0CA071EE-270C-1730-0493-E7DE11A76B0E}"/>
              </a:ext>
            </a:extLst>
          </p:cNvPr>
          <p:cNvSpPr txBox="1"/>
          <p:nvPr/>
        </p:nvSpPr>
        <p:spPr>
          <a:xfrm>
            <a:off x="6967205" y="2371281"/>
            <a:ext cx="4500000"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dirty="0">
                <a:solidFill>
                  <a:schemeClr val="bg1"/>
                </a:solidFill>
              </a:rPr>
              <a:t>	Inbetriebnahme </a:t>
            </a:r>
            <a:r>
              <a:rPr lang="de-DE" sz="1200" dirty="0">
                <a:solidFill>
                  <a:schemeClr val="bg1"/>
                </a:solidFill>
              </a:rPr>
              <a:t>in den letzten 12 M (j/n)</a:t>
            </a:r>
          </a:p>
        </p:txBody>
      </p:sp>
      <p:sp>
        <p:nvSpPr>
          <p:cNvPr id="28" name="Textfeld 27">
            <a:extLst>
              <a:ext uri="{FF2B5EF4-FFF2-40B4-BE49-F238E27FC236}">
                <a16:creationId xmlns:a16="http://schemas.microsoft.com/office/drawing/2014/main" id="{BAA5DE8F-0F11-DFCD-E8CF-D8A58D834649}"/>
              </a:ext>
            </a:extLst>
          </p:cNvPr>
          <p:cNvSpPr txBox="1"/>
          <p:nvPr/>
        </p:nvSpPr>
        <p:spPr>
          <a:xfrm>
            <a:off x="6967205" y="3016012"/>
            <a:ext cx="4500000"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dirty="0">
                <a:solidFill>
                  <a:schemeClr val="bg1"/>
                </a:solidFill>
              </a:rPr>
              <a:t>	Wartungsvertrag </a:t>
            </a:r>
            <a:r>
              <a:rPr lang="de-DE" sz="1200" dirty="0">
                <a:solidFill>
                  <a:schemeClr val="bg1"/>
                </a:solidFill>
              </a:rPr>
              <a:t>mit Garantieverlängerung (j/n)</a:t>
            </a:r>
          </a:p>
        </p:txBody>
      </p:sp>
      <p:cxnSp>
        <p:nvCxnSpPr>
          <p:cNvPr id="29" name="Gerade Verbindung mit Pfeil 28">
            <a:extLst>
              <a:ext uri="{FF2B5EF4-FFF2-40B4-BE49-F238E27FC236}">
                <a16:creationId xmlns:a16="http://schemas.microsoft.com/office/drawing/2014/main" id="{403158B3-938A-B02F-2DDE-53C535A794A9}"/>
              </a:ext>
            </a:extLst>
          </p:cNvPr>
          <p:cNvCxnSpPr>
            <a:cxnSpLocks/>
            <a:stCxn id="16" idx="2"/>
            <a:endCxn id="28" idx="0"/>
          </p:cNvCxnSpPr>
          <p:nvPr/>
        </p:nvCxnSpPr>
        <p:spPr>
          <a:xfrm>
            <a:off x="9217205" y="2731281"/>
            <a:ext cx="0" cy="284731"/>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pic>
        <p:nvPicPr>
          <p:cNvPr id="17" name="Grafik 16">
            <a:extLst>
              <a:ext uri="{FF2B5EF4-FFF2-40B4-BE49-F238E27FC236}">
                <a16:creationId xmlns:a16="http://schemas.microsoft.com/office/drawing/2014/main" id="{3D4564CD-7553-4B9F-92B4-0236F8B4CD86}"/>
              </a:ext>
            </a:extLst>
          </p:cNvPr>
          <p:cNvPicPr>
            <a:picLocks noChangeAspect="1"/>
          </p:cNvPicPr>
          <p:nvPr/>
        </p:nvPicPr>
        <p:blipFill>
          <a:blip r:embed="rId5">
            <a:extLst>
              <a:ext uri="{28A0092B-C50C-407E-A947-70E740481C1C}">
                <a14:useLocalDpi xmlns:a14="http://schemas.microsoft.com/office/drawing/2010/main" val="0"/>
              </a:ext>
            </a:extLst>
          </a:blip>
          <a:srcRect t="32530" b="39951"/>
          <a:stretch>
            <a:fillRect/>
          </a:stretch>
        </p:blipFill>
        <p:spPr>
          <a:xfrm>
            <a:off x="505777" y="3660743"/>
            <a:ext cx="1125397" cy="309702"/>
          </a:xfrm>
          <a:prstGeom prst="rect">
            <a:avLst/>
          </a:prstGeom>
        </p:spPr>
      </p:pic>
      <p:sp>
        <p:nvSpPr>
          <p:cNvPr id="21" name="Textfeld 20">
            <a:extLst>
              <a:ext uri="{FF2B5EF4-FFF2-40B4-BE49-F238E27FC236}">
                <a16:creationId xmlns:a16="http://schemas.microsoft.com/office/drawing/2014/main" id="{558421CE-591B-843D-AB3A-7F6F52EAA378}"/>
              </a:ext>
            </a:extLst>
          </p:cNvPr>
          <p:cNvSpPr txBox="1"/>
          <p:nvPr/>
        </p:nvSpPr>
        <p:spPr>
          <a:xfrm>
            <a:off x="2803906" y="1222840"/>
            <a:ext cx="750241" cy="1367420"/>
          </a:xfrm>
          <a:prstGeom prst="roundRect">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r>
              <a:rPr lang="de-DE" sz="1200" b="1" dirty="0">
                <a:solidFill>
                  <a:schemeClr val="bg1"/>
                </a:solidFill>
              </a:rPr>
              <a:t>MS </a:t>
            </a:r>
          </a:p>
          <a:p>
            <a:pPr algn="l"/>
            <a:r>
              <a:rPr lang="de-DE" sz="1200" b="1" dirty="0">
                <a:solidFill>
                  <a:schemeClr val="bg1"/>
                </a:solidFill>
              </a:rPr>
              <a:t>Teams</a:t>
            </a:r>
          </a:p>
          <a:p>
            <a:pPr algn="l"/>
            <a:r>
              <a:rPr lang="de-DE" sz="1200" b="1" dirty="0">
                <a:solidFill>
                  <a:schemeClr val="bg1"/>
                </a:solidFill>
              </a:rPr>
              <a:t>Phone</a:t>
            </a:r>
          </a:p>
          <a:p>
            <a:pPr algn="l"/>
            <a:r>
              <a:rPr lang="de-DE" sz="1200" b="1" dirty="0">
                <a:solidFill>
                  <a:srgbClr val="FF0000"/>
                </a:solidFill>
              </a:rPr>
              <a:t> </a:t>
            </a:r>
          </a:p>
          <a:p>
            <a:pPr algn="l"/>
            <a:endParaRPr lang="de-DE" sz="1200" b="1" dirty="0">
              <a:solidFill>
                <a:srgbClr val="FF0000"/>
              </a:solidFill>
            </a:endParaRPr>
          </a:p>
          <a:p>
            <a:pPr algn="l"/>
            <a:endParaRPr lang="de-DE" sz="1200" b="1" dirty="0">
              <a:solidFill>
                <a:schemeClr val="bg1"/>
              </a:solidFill>
            </a:endParaRPr>
          </a:p>
        </p:txBody>
      </p:sp>
      <p:cxnSp>
        <p:nvCxnSpPr>
          <p:cNvPr id="24" name="Gerade Verbindung mit Pfeil 23">
            <a:extLst>
              <a:ext uri="{FF2B5EF4-FFF2-40B4-BE49-F238E27FC236}">
                <a16:creationId xmlns:a16="http://schemas.microsoft.com/office/drawing/2014/main" id="{4092E242-41F2-72D2-8DD9-24445406908D}"/>
              </a:ext>
            </a:extLst>
          </p:cNvPr>
          <p:cNvCxnSpPr>
            <a:cxnSpLocks/>
            <a:stCxn id="21" idx="3"/>
            <a:endCxn id="4" idx="1"/>
          </p:cNvCxnSpPr>
          <p:nvPr/>
        </p:nvCxnSpPr>
        <p:spPr>
          <a:xfrm>
            <a:off x="3554147" y="1906550"/>
            <a:ext cx="308415" cy="0"/>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52" name="Pfeil: 180-Grad 51">
            <a:extLst>
              <a:ext uri="{FF2B5EF4-FFF2-40B4-BE49-F238E27FC236}">
                <a16:creationId xmlns:a16="http://schemas.microsoft.com/office/drawing/2014/main" id="{6E1A3B30-C09D-F2B5-237A-7181E4849E34}"/>
              </a:ext>
            </a:extLst>
          </p:cNvPr>
          <p:cNvSpPr/>
          <p:nvPr/>
        </p:nvSpPr>
        <p:spPr>
          <a:xfrm rot="16200000" flipV="1">
            <a:off x="10742631" y="3294704"/>
            <a:ext cx="1993187"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54" name="Pfeil: 180-Grad 53">
            <a:extLst>
              <a:ext uri="{FF2B5EF4-FFF2-40B4-BE49-F238E27FC236}">
                <a16:creationId xmlns:a16="http://schemas.microsoft.com/office/drawing/2014/main" id="{D7B56EA1-A9D3-F2A0-F04F-5D99BA5EEF5F}"/>
              </a:ext>
            </a:extLst>
          </p:cNvPr>
          <p:cNvSpPr/>
          <p:nvPr/>
        </p:nvSpPr>
        <p:spPr>
          <a:xfrm rot="16200000" flipV="1">
            <a:off x="11063270" y="3615343"/>
            <a:ext cx="1351907"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cxnSp>
        <p:nvCxnSpPr>
          <p:cNvPr id="55" name="Gerade Verbindung mit Pfeil 54">
            <a:extLst>
              <a:ext uri="{FF2B5EF4-FFF2-40B4-BE49-F238E27FC236}">
                <a16:creationId xmlns:a16="http://schemas.microsoft.com/office/drawing/2014/main" id="{7FB262D9-E868-3620-F75C-65EEEE27E3CE}"/>
              </a:ext>
            </a:extLst>
          </p:cNvPr>
          <p:cNvCxnSpPr>
            <a:cxnSpLocks/>
            <a:stCxn id="88" idx="2"/>
            <a:endCxn id="102" idx="0"/>
          </p:cNvCxnSpPr>
          <p:nvPr/>
        </p:nvCxnSpPr>
        <p:spPr>
          <a:xfrm>
            <a:off x="9217205" y="5310207"/>
            <a:ext cx="0" cy="641025"/>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3" name="Textfeld 22">
            <a:extLst>
              <a:ext uri="{FF2B5EF4-FFF2-40B4-BE49-F238E27FC236}">
                <a16:creationId xmlns:a16="http://schemas.microsoft.com/office/drawing/2014/main" id="{757F1ED9-FEA7-B722-C26E-6EBA8609B9FC}"/>
              </a:ext>
            </a:extLst>
          </p:cNvPr>
          <p:cNvSpPr txBox="1"/>
          <p:nvPr/>
        </p:nvSpPr>
        <p:spPr>
          <a:xfrm rot="10800000">
            <a:off x="7102567" y="1631860"/>
            <a:ext cx="336448" cy="2454197"/>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vert="vert" wrap="square" lIns="72000" tIns="108000" rIns="72000" bIns="72000" rtlCol="0" anchor="ctr">
            <a:noAutofit/>
          </a:bodyPr>
          <a:lstStyle/>
          <a:p>
            <a:pPr algn="ctr"/>
            <a:r>
              <a:rPr lang="de-DE" sz="1200" b="1" dirty="0">
                <a:solidFill>
                  <a:schemeClr val="bg1"/>
                </a:solidFill>
              </a:rPr>
              <a:t>KI-gestützte Verarbeitung</a:t>
            </a:r>
            <a:r>
              <a:rPr lang="de-DE" sz="1200" baseline="30000" dirty="0">
                <a:solidFill>
                  <a:schemeClr val="bg1"/>
                </a:solidFill>
              </a:rPr>
              <a:t>5</a:t>
            </a:r>
          </a:p>
        </p:txBody>
      </p:sp>
      <p:sp>
        <p:nvSpPr>
          <p:cNvPr id="13" name="Textfeld 12">
            <a:extLst>
              <a:ext uri="{FF2B5EF4-FFF2-40B4-BE49-F238E27FC236}">
                <a16:creationId xmlns:a16="http://schemas.microsoft.com/office/drawing/2014/main" id="{66BD1594-7D89-0C8E-4698-BE12AF24F66F}"/>
              </a:ext>
            </a:extLst>
          </p:cNvPr>
          <p:cNvSpPr txBox="1"/>
          <p:nvPr/>
        </p:nvSpPr>
        <p:spPr>
          <a:xfrm>
            <a:off x="2116010" y="2600677"/>
            <a:ext cx="1239583" cy="577081"/>
          </a:xfrm>
          <a:prstGeom prst="rect">
            <a:avLst/>
          </a:prstGeom>
          <a:noFill/>
        </p:spPr>
        <p:txBody>
          <a:bodyPr wrap="square">
            <a:spAutoFit/>
          </a:bodyPr>
          <a:lstStyle/>
          <a:p>
            <a:r>
              <a:rPr lang="de-DE" sz="1050" dirty="0">
                <a:solidFill>
                  <a:schemeClr val="bg1"/>
                </a:solidFill>
              </a:rPr>
              <a:t>Weiterleitung an portierte Telefonnummer</a:t>
            </a:r>
          </a:p>
        </p:txBody>
      </p:sp>
      <p:pic>
        <p:nvPicPr>
          <p:cNvPr id="31" name="Grafik 30" descr="File:Microsoft Office Teams (2019–2025).svg - Wikimedia Commons">
            <a:extLst>
              <a:ext uri="{FF2B5EF4-FFF2-40B4-BE49-F238E27FC236}">
                <a16:creationId xmlns:a16="http://schemas.microsoft.com/office/drawing/2014/main" id="{4FB43BD4-EEC2-A3EC-3314-7140337DFE3C}"/>
              </a:ext>
            </a:extLst>
          </p:cNvPr>
          <p:cNvPicPr>
            <a:picLocks noChangeAspect="1"/>
          </p:cNvPicPr>
          <p:nvPr/>
        </p:nvPicPr>
        <p:blipFill>
          <a:blip r:embed="rId6"/>
          <a:stretch>
            <a:fillRect/>
          </a:stretch>
        </p:blipFill>
        <p:spPr>
          <a:xfrm>
            <a:off x="2969018" y="2129718"/>
            <a:ext cx="386575" cy="360000"/>
          </a:xfrm>
          <a:prstGeom prst="rect">
            <a:avLst/>
          </a:prstGeom>
        </p:spPr>
      </p:pic>
      <p:pic>
        <p:nvPicPr>
          <p:cNvPr id="32" name="Grafik 31" descr="Microsoft Copilot Studio - Connectors | Microsoft Learn">
            <a:extLst>
              <a:ext uri="{FF2B5EF4-FFF2-40B4-BE49-F238E27FC236}">
                <a16:creationId xmlns:a16="http://schemas.microsoft.com/office/drawing/2014/main" id="{9C0E9AED-F9C6-48CB-E603-D55C42F0ECD6}"/>
              </a:ext>
            </a:extLst>
          </p:cNvPr>
          <p:cNvPicPr>
            <a:picLocks noChangeAspect="1"/>
          </p:cNvPicPr>
          <p:nvPr/>
        </p:nvPicPr>
        <p:blipFill>
          <a:blip r:embed="rId7"/>
          <a:stretch>
            <a:fillRect/>
          </a:stretch>
        </p:blipFill>
        <p:spPr>
          <a:xfrm>
            <a:off x="5871977" y="1264321"/>
            <a:ext cx="360000" cy="360000"/>
          </a:xfrm>
          <a:prstGeom prst="rect">
            <a:avLst/>
          </a:prstGeom>
        </p:spPr>
      </p:pic>
      <p:pic>
        <p:nvPicPr>
          <p:cNvPr id="33" name="Grafik 32" descr="File:Microsoft Power Automate.svg - Wikimedia Commons">
            <a:extLst>
              <a:ext uri="{FF2B5EF4-FFF2-40B4-BE49-F238E27FC236}">
                <a16:creationId xmlns:a16="http://schemas.microsoft.com/office/drawing/2014/main" id="{30FB1FD9-F8E7-3BD2-F3AE-B1FD33BC7181}"/>
              </a:ext>
            </a:extLst>
          </p:cNvPr>
          <p:cNvPicPr>
            <a:picLocks noChangeAspect="1"/>
          </p:cNvPicPr>
          <p:nvPr/>
        </p:nvPicPr>
        <p:blipFill>
          <a:blip r:embed="rId8"/>
          <a:stretch>
            <a:fillRect/>
          </a:stretch>
        </p:blipFill>
        <p:spPr>
          <a:xfrm>
            <a:off x="6180406" y="5630719"/>
            <a:ext cx="360000" cy="360000"/>
          </a:xfrm>
          <a:prstGeom prst="rect">
            <a:avLst/>
          </a:prstGeom>
        </p:spPr>
      </p:pic>
      <p:cxnSp>
        <p:nvCxnSpPr>
          <p:cNvPr id="41" name="Gerade Verbindung mit Pfeil 40">
            <a:extLst>
              <a:ext uri="{FF2B5EF4-FFF2-40B4-BE49-F238E27FC236}">
                <a16:creationId xmlns:a16="http://schemas.microsoft.com/office/drawing/2014/main" id="{56F196CF-3B89-AAF1-1CEB-A4D2F5B9FA57}"/>
              </a:ext>
            </a:extLst>
          </p:cNvPr>
          <p:cNvCxnSpPr>
            <a:cxnSpLocks/>
            <a:stCxn id="28" idx="2"/>
            <a:endCxn id="65" idx="0"/>
          </p:cNvCxnSpPr>
          <p:nvPr/>
        </p:nvCxnSpPr>
        <p:spPr>
          <a:xfrm>
            <a:off x="9217205" y="3376012"/>
            <a:ext cx="0" cy="284731"/>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64" name="Gerade Verbindung mit Pfeil 63">
            <a:extLst>
              <a:ext uri="{FF2B5EF4-FFF2-40B4-BE49-F238E27FC236}">
                <a16:creationId xmlns:a16="http://schemas.microsoft.com/office/drawing/2014/main" id="{E9DABB6E-4326-E675-7A84-0A2DB1C42710}"/>
              </a:ext>
            </a:extLst>
          </p:cNvPr>
          <p:cNvCxnSpPr>
            <a:cxnSpLocks/>
            <a:stCxn id="49" idx="1"/>
          </p:cNvCxnSpPr>
          <p:nvPr/>
        </p:nvCxnSpPr>
        <p:spPr>
          <a:xfrm flipH="1">
            <a:off x="6355099" y="1906550"/>
            <a:ext cx="612106" cy="744736"/>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69" name="Gerade Verbindung mit Pfeil 68">
            <a:extLst>
              <a:ext uri="{FF2B5EF4-FFF2-40B4-BE49-F238E27FC236}">
                <a16:creationId xmlns:a16="http://schemas.microsoft.com/office/drawing/2014/main" id="{4DB60FE9-D7D4-8E38-96CA-FB9E433CAF02}"/>
              </a:ext>
            </a:extLst>
          </p:cNvPr>
          <p:cNvCxnSpPr>
            <a:cxnSpLocks/>
            <a:stCxn id="28" idx="1"/>
          </p:cNvCxnSpPr>
          <p:nvPr/>
        </p:nvCxnSpPr>
        <p:spPr>
          <a:xfrm flipH="1" flipV="1">
            <a:off x="6394431" y="3130997"/>
            <a:ext cx="572774" cy="65015"/>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70" name="Gerade Verbindung mit Pfeil 69">
            <a:extLst>
              <a:ext uri="{FF2B5EF4-FFF2-40B4-BE49-F238E27FC236}">
                <a16:creationId xmlns:a16="http://schemas.microsoft.com/office/drawing/2014/main" id="{7CC6590C-9AD4-C21D-B5CC-1C09D17BCB3C}"/>
              </a:ext>
            </a:extLst>
          </p:cNvPr>
          <p:cNvCxnSpPr>
            <a:cxnSpLocks/>
            <a:stCxn id="65" idx="1"/>
          </p:cNvCxnSpPr>
          <p:nvPr/>
        </p:nvCxnSpPr>
        <p:spPr>
          <a:xfrm flipH="1" flipV="1">
            <a:off x="6355099" y="3323501"/>
            <a:ext cx="612106" cy="517242"/>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80" name="Verbinder: gewinkelt 79">
            <a:extLst>
              <a:ext uri="{FF2B5EF4-FFF2-40B4-BE49-F238E27FC236}">
                <a16:creationId xmlns:a16="http://schemas.microsoft.com/office/drawing/2014/main" id="{B26B1B5F-C89B-E2A3-23FA-70BB7C91CB32}"/>
              </a:ext>
            </a:extLst>
          </p:cNvPr>
          <p:cNvCxnSpPr>
            <a:cxnSpLocks/>
            <a:stCxn id="37" idx="2"/>
            <a:endCxn id="88" idx="1"/>
          </p:cNvCxnSpPr>
          <p:nvPr/>
        </p:nvCxnSpPr>
        <p:spPr>
          <a:xfrm rot="16200000" flipH="1">
            <a:off x="5120139" y="3283140"/>
            <a:ext cx="1815217" cy="1878916"/>
          </a:xfrm>
          <a:prstGeom prst="bentConnector2">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88" name="Textfeld 87">
            <a:extLst>
              <a:ext uri="{FF2B5EF4-FFF2-40B4-BE49-F238E27FC236}">
                <a16:creationId xmlns:a16="http://schemas.microsoft.com/office/drawing/2014/main" id="{69EFF9BB-A077-1D46-46C2-FFB438583D35}"/>
              </a:ext>
            </a:extLst>
          </p:cNvPr>
          <p:cNvSpPr txBox="1"/>
          <p:nvPr/>
        </p:nvSpPr>
        <p:spPr>
          <a:xfrm>
            <a:off x="6967205" y="4950207"/>
            <a:ext cx="4499999" cy="36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dirty="0">
                <a:solidFill>
                  <a:schemeClr val="bg1"/>
                </a:solidFill>
              </a:rPr>
              <a:t>Ende der Unterhaltung - Verabschiedung</a:t>
            </a:r>
            <a:endParaRPr lang="de-DE" sz="1200" baseline="30000" dirty="0">
              <a:solidFill>
                <a:schemeClr val="bg1"/>
              </a:solidFill>
            </a:endParaRPr>
          </a:p>
        </p:txBody>
      </p:sp>
      <p:cxnSp>
        <p:nvCxnSpPr>
          <p:cNvPr id="95" name="Gerade Verbindung mit Pfeil 94">
            <a:extLst>
              <a:ext uri="{FF2B5EF4-FFF2-40B4-BE49-F238E27FC236}">
                <a16:creationId xmlns:a16="http://schemas.microsoft.com/office/drawing/2014/main" id="{31D4C73B-9886-CE61-D53A-AAC79C538780}"/>
              </a:ext>
            </a:extLst>
          </p:cNvPr>
          <p:cNvCxnSpPr>
            <a:cxnSpLocks/>
            <a:stCxn id="131" idx="2"/>
            <a:endCxn id="88" idx="0"/>
          </p:cNvCxnSpPr>
          <p:nvPr/>
        </p:nvCxnSpPr>
        <p:spPr>
          <a:xfrm>
            <a:off x="9217205" y="4665474"/>
            <a:ext cx="0" cy="284733"/>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99" name="Gerade Verbindung mit Pfeil 98">
            <a:extLst>
              <a:ext uri="{FF2B5EF4-FFF2-40B4-BE49-F238E27FC236}">
                <a16:creationId xmlns:a16="http://schemas.microsoft.com/office/drawing/2014/main" id="{7E42F340-9E66-DDAB-8C38-160574AC9629}"/>
              </a:ext>
            </a:extLst>
          </p:cNvPr>
          <p:cNvCxnSpPr>
            <a:cxnSpLocks/>
            <a:stCxn id="65" idx="2"/>
            <a:endCxn id="131" idx="0"/>
          </p:cNvCxnSpPr>
          <p:nvPr/>
        </p:nvCxnSpPr>
        <p:spPr>
          <a:xfrm>
            <a:off x="9217205" y="4020743"/>
            <a:ext cx="0" cy="284731"/>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pic>
        <p:nvPicPr>
          <p:cNvPr id="106" name="Grafik 105" descr="Logo and Group Headquarters | Deutsche Telekom">
            <a:extLst>
              <a:ext uri="{FF2B5EF4-FFF2-40B4-BE49-F238E27FC236}">
                <a16:creationId xmlns:a16="http://schemas.microsoft.com/office/drawing/2014/main" id="{6BBD4FEA-4A95-E77B-3630-9E6267CC923B}"/>
              </a:ext>
            </a:extLst>
          </p:cNvPr>
          <p:cNvPicPr>
            <a:picLocks noChangeAspect="1"/>
          </p:cNvPicPr>
          <p:nvPr/>
        </p:nvPicPr>
        <p:blipFill>
          <a:blip r:embed="rId9"/>
          <a:stretch>
            <a:fillRect/>
          </a:stretch>
        </p:blipFill>
        <p:spPr>
          <a:xfrm>
            <a:off x="1572769" y="2129718"/>
            <a:ext cx="360103" cy="360000"/>
          </a:xfrm>
          <a:prstGeom prst="rect">
            <a:avLst/>
          </a:prstGeom>
        </p:spPr>
      </p:pic>
    </p:spTree>
    <p:extLst>
      <p:ext uri="{BB962C8B-B14F-4D97-AF65-F5344CB8AC3E}">
        <p14:creationId xmlns:p14="http://schemas.microsoft.com/office/powerpoint/2010/main" val="2408719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8DDF7-9583-2585-D4C9-9D71B44DECE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99617B1-75E7-513A-72C7-6546023670CB}"/>
              </a:ext>
            </a:extLst>
          </p:cNvPr>
          <p:cNvSpPr>
            <a:spLocks noGrp="1"/>
          </p:cNvSpPr>
          <p:nvPr>
            <p:ph type="title"/>
          </p:nvPr>
        </p:nvSpPr>
        <p:spPr/>
        <p:txBody>
          <a:bodyPr/>
          <a:lstStyle/>
          <a:p>
            <a:r>
              <a:rPr lang="de-DE"/>
              <a:t>Erfasste Daten - Variablen</a:t>
            </a:r>
          </a:p>
        </p:txBody>
      </p:sp>
      <p:sp>
        <p:nvSpPr>
          <p:cNvPr id="3" name="Textplatzhalter 2">
            <a:extLst>
              <a:ext uri="{FF2B5EF4-FFF2-40B4-BE49-F238E27FC236}">
                <a16:creationId xmlns:a16="http://schemas.microsoft.com/office/drawing/2014/main" id="{4B8223C3-A716-AB37-7615-3647137442CF}"/>
              </a:ext>
            </a:extLst>
          </p:cNvPr>
          <p:cNvSpPr>
            <a:spLocks noGrp="1"/>
          </p:cNvSpPr>
          <p:nvPr>
            <p:ph type="body" sz="quarter" idx="13"/>
          </p:nvPr>
        </p:nvSpPr>
        <p:spPr/>
        <p:txBody>
          <a:bodyPr/>
          <a:lstStyle/>
          <a:p>
            <a:endParaRPr lang="de-DE"/>
          </a:p>
        </p:txBody>
      </p:sp>
      <p:graphicFrame>
        <p:nvGraphicFramePr>
          <p:cNvPr id="8" name="Inhaltsplatzhalter 7">
            <a:extLst>
              <a:ext uri="{FF2B5EF4-FFF2-40B4-BE49-F238E27FC236}">
                <a16:creationId xmlns:a16="http://schemas.microsoft.com/office/drawing/2014/main" id="{A943E203-EB8E-6116-36A7-2290B283999C}"/>
              </a:ext>
            </a:extLst>
          </p:cNvPr>
          <p:cNvGraphicFramePr>
            <a:graphicFrameLocks noGrp="1"/>
          </p:cNvGraphicFramePr>
          <p:nvPr>
            <p:ph sz="quarter" idx="17"/>
            <p:extLst>
              <p:ext uri="{D42A27DB-BD31-4B8C-83A1-F6EECF244321}">
                <p14:modId xmlns:p14="http://schemas.microsoft.com/office/powerpoint/2010/main" val="3335483820"/>
              </p:ext>
            </p:extLst>
          </p:nvPr>
        </p:nvGraphicFramePr>
        <p:xfrm>
          <a:off x="382587" y="1454150"/>
          <a:ext cx="10000553" cy="4450080"/>
        </p:xfrm>
        <a:graphic>
          <a:graphicData uri="http://schemas.openxmlformats.org/drawingml/2006/table">
            <a:tbl>
              <a:tblPr firstRow="1" bandRow="1">
                <a:tableStyleId>{5C22544A-7EE6-4342-B048-85BDC9FD1C3A}</a:tableStyleId>
              </a:tblPr>
              <a:tblGrid>
                <a:gridCol w="3124518">
                  <a:extLst>
                    <a:ext uri="{9D8B030D-6E8A-4147-A177-3AD203B41FA5}">
                      <a16:colId xmlns:a16="http://schemas.microsoft.com/office/drawing/2014/main" val="1463452043"/>
                    </a:ext>
                  </a:extLst>
                </a:gridCol>
                <a:gridCol w="2872677">
                  <a:extLst>
                    <a:ext uri="{9D8B030D-6E8A-4147-A177-3AD203B41FA5}">
                      <a16:colId xmlns:a16="http://schemas.microsoft.com/office/drawing/2014/main" val="1604494094"/>
                    </a:ext>
                  </a:extLst>
                </a:gridCol>
                <a:gridCol w="4003358">
                  <a:extLst>
                    <a:ext uri="{9D8B030D-6E8A-4147-A177-3AD203B41FA5}">
                      <a16:colId xmlns:a16="http://schemas.microsoft.com/office/drawing/2014/main" val="3179334554"/>
                    </a:ext>
                  </a:extLst>
                </a:gridCol>
              </a:tblGrid>
              <a:tr h="370840">
                <a:tc>
                  <a:txBody>
                    <a:bodyPr/>
                    <a:lstStyle/>
                    <a:p>
                      <a:r>
                        <a:rPr lang="de-DE"/>
                        <a:t>Variable</a:t>
                      </a:r>
                    </a:p>
                  </a:txBody>
                  <a:tcPr/>
                </a:tc>
                <a:tc>
                  <a:txBody>
                    <a:bodyPr/>
                    <a:lstStyle/>
                    <a:p>
                      <a:r>
                        <a:rPr lang="de-DE"/>
                        <a:t>Wert</a:t>
                      </a:r>
                    </a:p>
                  </a:txBody>
                  <a:tcPr/>
                </a:tc>
                <a:tc>
                  <a:txBody>
                    <a:bodyPr/>
                    <a:lstStyle/>
                    <a:p>
                      <a:r>
                        <a:rPr lang="de-DE"/>
                        <a:t>Anmerkung </a:t>
                      </a:r>
                    </a:p>
                  </a:txBody>
                  <a:tcPr/>
                </a:tc>
                <a:extLst>
                  <a:ext uri="{0D108BD9-81ED-4DB2-BD59-A6C34878D82A}">
                    <a16:rowId xmlns:a16="http://schemas.microsoft.com/office/drawing/2014/main" val="177860121"/>
                  </a:ext>
                </a:extLst>
              </a:tr>
              <a:tr h="370840">
                <a:tc>
                  <a:txBody>
                    <a:bodyPr/>
                    <a:lstStyle/>
                    <a:p>
                      <a:r>
                        <a:rPr lang="de-DE" dirty="0"/>
                        <a:t>Telefonnummer</a:t>
                      </a:r>
                    </a:p>
                  </a:txBody>
                  <a:tcPr/>
                </a:tc>
                <a:tc>
                  <a:txBody>
                    <a:bodyPr/>
                    <a:lstStyle/>
                    <a:p>
                      <a:r>
                        <a:rPr lang="de-DE" dirty="0"/>
                        <a:t>String</a:t>
                      </a:r>
                    </a:p>
                  </a:txBody>
                  <a:tcPr/>
                </a:tc>
                <a:tc>
                  <a:txBody>
                    <a:bodyPr/>
                    <a:lstStyle/>
                    <a:p>
                      <a:r>
                        <a:rPr lang="de-DE"/>
                        <a:t>Automatisch erkannt</a:t>
                      </a:r>
                    </a:p>
                  </a:txBody>
                  <a:tcPr/>
                </a:tc>
                <a:extLst>
                  <a:ext uri="{0D108BD9-81ED-4DB2-BD59-A6C34878D82A}">
                    <a16:rowId xmlns:a16="http://schemas.microsoft.com/office/drawing/2014/main" val="1726596827"/>
                  </a:ext>
                </a:extLst>
              </a:tr>
              <a:tr h="370840">
                <a:tc>
                  <a:txBody>
                    <a:bodyPr/>
                    <a:lstStyle/>
                    <a:p>
                      <a:r>
                        <a:rPr lang="de-DE" dirty="0"/>
                        <a:t>Firmenname</a:t>
                      </a:r>
                    </a:p>
                  </a:txBody>
                  <a:tcPr/>
                </a:tc>
                <a:tc>
                  <a:txBody>
                    <a:bodyPr/>
                    <a:lstStyle/>
                    <a:p>
                      <a:r>
                        <a:rPr lang="de-DE" dirty="0"/>
                        <a:t>String</a:t>
                      </a:r>
                    </a:p>
                  </a:txBody>
                  <a:tcPr/>
                </a:tc>
                <a:tc>
                  <a:txBody>
                    <a:bodyPr/>
                    <a:lstStyle/>
                    <a:p>
                      <a:endParaRPr lang="de-DE"/>
                    </a:p>
                  </a:txBody>
                  <a:tcPr/>
                </a:tc>
                <a:extLst>
                  <a:ext uri="{0D108BD9-81ED-4DB2-BD59-A6C34878D82A}">
                    <a16:rowId xmlns:a16="http://schemas.microsoft.com/office/drawing/2014/main" val="4248714520"/>
                  </a:ext>
                </a:extLst>
              </a:tr>
              <a:tr h="370840">
                <a:tc>
                  <a:txBody>
                    <a:bodyPr/>
                    <a:lstStyle/>
                    <a:p>
                      <a:r>
                        <a:rPr lang="de-DE" dirty="0"/>
                        <a:t>Kundenname und Vorname</a:t>
                      </a:r>
                    </a:p>
                  </a:txBody>
                  <a:tcPr/>
                </a:tc>
                <a:tc>
                  <a:txBody>
                    <a:bodyPr/>
                    <a:lstStyle/>
                    <a:p>
                      <a:r>
                        <a:rPr lang="de-DE" dirty="0"/>
                        <a:t>String</a:t>
                      </a:r>
                    </a:p>
                  </a:txBody>
                  <a:tcPr/>
                </a:tc>
                <a:tc>
                  <a:txBody>
                    <a:bodyPr/>
                    <a:lstStyle/>
                    <a:p>
                      <a:endParaRPr lang="de-DE"/>
                    </a:p>
                  </a:txBody>
                  <a:tcPr/>
                </a:tc>
                <a:extLst>
                  <a:ext uri="{0D108BD9-81ED-4DB2-BD59-A6C34878D82A}">
                    <a16:rowId xmlns:a16="http://schemas.microsoft.com/office/drawing/2014/main" val="635264613"/>
                  </a:ext>
                </a:extLst>
              </a:tr>
              <a:tr h="370840">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dirty="0"/>
                        <a:t>Inbetriebnahme letzte 12 M</a:t>
                      </a:r>
                    </a:p>
                  </a:txBody>
                  <a:tcPr/>
                </a:tc>
                <a:tc>
                  <a:txBody>
                    <a:bodyPr/>
                    <a:lstStyle/>
                    <a:p>
                      <a:r>
                        <a:rPr lang="de-DE" dirty="0"/>
                        <a:t>Boolesche (Ja/Nein)</a:t>
                      </a:r>
                    </a:p>
                  </a:txBody>
                  <a:tcPr/>
                </a:tc>
                <a:tc>
                  <a:txBody>
                    <a:bodyPr/>
                    <a:lstStyle/>
                    <a:p>
                      <a:endParaRPr lang="de-DE"/>
                    </a:p>
                  </a:txBody>
                  <a:tcPr/>
                </a:tc>
                <a:extLst>
                  <a:ext uri="{0D108BD9-81ED-4DB2-BD59-A6C34878D82A}">
                    <a16:rowId xmlns:a16="http://schemas.microsoft.com/office/drawing/2014/main" val="3769742550"/>
                  </a:ext>
                </a:extLst>
              </a:tr>
              <a:tr h="370840">
                <a:tc>
                  <a:txBody>
                    <a:bodyPr/>
                    <a:lstStyle/>
                    <a:p>
                      <a:r>
                        <a:rPr lang="de-DE" dirty="0"/>
                        <a:t>Wartungsvertrag</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dirty="0"/>
                        <a:t>Boolesche (Ja/Nein)</a:t>
                      </a:r>
                    </a:p>
                  </a:txBody>
                  <a:tcPr/>
                </a:tc>
                <a:tc>
                  <a:txBody>
                    <a:bodyPr/>
                    <a:lstStyle/>
                    <a:p>
                      <a:endParaRPr lang="de-DE"/>
                    </a:p>
                  </a:txBody>
                  <a:tcPr/>
                </a:tc>
                <a:extLst>
                  <a:ext uri="{0D108BD9-81ED-4DB2-BD59-A6C34878D82A}">
                    <a16:rowId xmlns:a16="http://schemas.microsoft.com/office/drawing/2014/main" val="3665978499"/>
                  </a:ext>
                </a:extLst>
              </a:tr>
              <a:tr h="370840">
                <a:tc>
                  <a:txBody>
                    <a:bodyPr/>
                    <a:lstStyle/>
                    <a:p>
                      <a:r>
                        <a:rPr lang="de-DE"/>
                        <a:t>Anliegen</a:t>
                      </a:r>
                    </a:p>
                  </a:txBody>
                  <a:tcPr/>
                </a:tc>
                <a:tc>
                  <a:txBody>
                    <a:bodyPr/>
                    <a:lstStyle/>
                    <a:p>
                      <a:r>
                        <a:rPr lang="de-DE" dirty="0"/>
                        <a:t>String</a:t>
                      </a:r>
                    </a:p>
                  </a:txBody>
                  <a:tcPr/>
                </a:tc>
                <a:tc>
                  <a:txBody>
                    <a:bodyPr/>
                    <a:lstStyle/>
                    <a:p>
                      <a:endParaRPr lang="de-DE"/>
                    </a:p>
                  </a:txBody>
                  <a:tcPr/>
                </a:tc>
                <a:extLst>
                  <a:ext uri="{0D108BD9-81ED-4DB2-BD59-A6C34878D82A}">
                    <a16:rowId xmlns:a16="http://schemas.microsoft.com/office/drawing/2014/main" val="3330933327"/>
                  </a:ext>
                </a:extLst>
              </a:tr>
              <a:tr h="370840">
                <a:tc>
                  <a:txBody>
                    <a:bodyPr/>
                    <a:lstStyle/>
                    <a:p>
                      <a:r>
                        <a:rPr lang="de-DE" dirty="0"/>
                        <a:t>Kanal</a:t>
                      </a:r>
                    </a:p>
                  </a:txBody>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dirty="0"/>
                        <a:t>Enumeration</a:t>
                      </a:r>
                    </a:p>
                  </a:txBody>
                  <a:tcPr/>
                </a:tc>
                <a:tc>
                  <a:txBody>
                    <a:bodyPr/>
                    <a:lstStyle/>
                    <a:p>
                      <a:r>
                        <a:rPr lang="de-DE" dirty="0"/>
                        <a:t>Telefon oder Chat</a:t>
                      </a:r>
                    </a:p>
                  </a:txBody>
                  <a:tcPr/>
                </a:tc>
                <a:extLst>
                  <a:ext uri="{0D108BD9-81ED-4DB2-BD59-A6C34878D82A}">
                    <a16:rowId xmlns:a16="http://schemas.microsoft.com/office/drawing/2014/main" val="2124998169"/>
                  </a:ext>
                </a:extLst>
              </a:tr>
              <a:tr h="370840">
                <a:tc>
                  <a:txBody>
                    <a:bodyPr/>
                    <a:lstStyle/>
                    <a:p>
                      <a:r>
                        <a:rPr lang="de-DE" dirty="0"/>
                        <a:t>Korrekturfelder</a:t>
                      </a:r>
                    </a:p>
                  </a:txBody>
                  <a:tcPr/>
                </a:tc>
                <a:tc>
                  <a:txBody>
                    <a:bodyPr/>
                    <a:lstStyle/>
                    <a:p>
                      <a:r>
                        <a:rPr lang="de-DE" dirty="0"/>
                        <a:t>Zu korrigierende Angabe</a:t>
                      </a:r>
                    </a:p>
                  </a:txBody>
                  <a:tcPr/>
                </a:tc>
                <a:tc>
                  <a:txBody>
                    <a:bodyPr/>
                    <a:lstStyle/>
                    <a:p>
                      <a:endParaRPr lang="de-DE" dirty="0"/>
                    </a:p>
                  </a:txBody>
                  <a:tcPr/>
                </a:tc>
                <a:extLst>
                  <a:ext uri="{0D108BD9-81ED-4DB2-BD59-A6C34878D82A}">
                    <a16:rowId xmlns:a16="http://schemas.microsoft.com/office/drawing/2014/main" val="1811119924"/>
                  </a:ext>
                </a:extLst>
              </a:tr>
              <a:tr h="370840">
                <a:tc>
                  <a:txBody>
                    <a:bodyPr/>
                    <a:lstStyle/>
                    <a:p>
                      <a:r>
                        <a:rPr lang="de-DE" dirty="0"/>
                        <a:t>Korrekturversuche</a:t>
                      </a:r>
                    </a:p>
                  </a:txBody>
                  <a:tcPr/>
                </a:tc>
                <a:tc>
                  <a:txBody>
                    <a:bodyPr/>
                    <a:lstStyle/>
                    <a:p>
                      <a:r>
                        <a:rPr lang="de-DE" dirty="0"/>
                        <a:t>Integer</a:t>
                      </a:r>
                    </a:p>
                  </a:txBody>
                  <a:tcPr/>
                </a:tc>
                <a:tc>
                  <a:txBody>
                    <a:bodyPr/>
                    <a:lstStyle/>
                    <a:p>
                      <a:r>
                        <a:rPr lang="de-DE" dirty="0"/>
                        <a:t>Falls &gt; 3 Fortsetzung ohne Korrektur</a:t>
                      </a:r>
                    </a:p>
                  </a:txBody>
                  <a:tcPr/>
                </a:tc>
                <a:extLst>
                  <a:ext uri="{0D108BD9-81ED-4DB2-BD59-A6C34878D82A}">
                    <a16:rowId xmlns:a16="http://schemas.microsoft.com/office/drawing/2014/main" val="621391142"/>
                  </a:ext>
                </a:extLst>
              </a:tr>
              <a:tr h="370840">
                <a:tc>
                  <a:txBody>
                    <a:bodyPr/>
                    <a:lstStyle/>
                    <a:p>
                      <a:endParaRPr lang="de-DE"/>
                    </a:p>
                  </a:txBody>
                  <a:tcPr/>
                </a:tc>
                <a:tc>
                  <a:txBody>
                    <a:bodyPr/>
                    <a:lstStyle/>
                    <a:p>
                      <a:endParaRPr lang="de-DE"/>
                    </a:p>
                  </a:txBody>
                  <a:tcPr/>
                </a:tc>
                <a:tc>
                  <a:txBody>
                    <a:bodyPr/>
                    <a:lstStyle/>
                    <a:p>
                      <a:endParaRPr lang="de-DE"/>
                    </a:p>
                  </a:txBody>
                  <a:tcPr/>
                </a:tc>
                <a:extLst>
                  <a:ext uri="{0D108BD9-81ED-4DB2-BD59-A6C34878D82A}">
                    <a16:rowId xmlns:a16="http://schemas.microsoft.com/office/drawing/2014/main" val="4023764369"/>
                  </a:ext>
                </a:extLst>
              </a:tr>
              <a:tr h="370840">
                <a:tc>
                  <a:txBody>
                    <a:bodyPr/>
                    <a:lstStyle/>
                    <a:p>
                      <a:endParaRPr lang="de-DE"/>
                    </a:p>
                  </a:txBody>
                  <a:tcPr/>
                </a:tc>
                <a:tc>
                  <a:txBody>
                    <a:bodyPr/>
                    <a:lstStyle/>
                    <a:p>
                      <a:endParaRPr lang="de-DE"/>
                    </a:p>
                  </a:txBody>
                  <a:tcPr/>
                </a:tc>
                <a:tc>
                  <a:txBody>
                    <a:bodyPr/>
                    <a:lstStyle/>
                    <a:p>
                      <a:endParaRPr lang="de-DE" dirty="0"/>
                    </a:p>
                  </a:txBody>
                  <a:tcPr/>
                </a:tc>
                <a:extLst>
                  <a:ext uri="{0D108BD9-81ED-4DB2-BD59-A6C34878D82A}">
                    <a16:rowId xmlns:a16="http://schemas.microsoft.com/office/drawing/2014/main" val="3957224203"/>
                  </a:ext>
                </a:extLst>
              </a:tr>
            </a:tbl>
          </a:graphicData>
        </a:graphic>
      </p:graphicFrame>
      <p:sp>
        <p:nvSpPr>
          <p:cNvPr id="5" name="Datumsplatzhalter 4">
            <a:extLst>
              <a:ext uri="{FF2B5EF4-FFF2-40B4-BE49-F238E27FC236}">
                <a16:creationId xmlns:a16="http://schemas.microsoft.com/office/drawing/2014/main" id="{0D5EEB22-24BC-52EB-C27C-694CCB19455E}"/>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59262D7A-1C80-207E-74DE-95249A371892}"/>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C1A29E02-CBAC-4A88-5C92-E82923C656F0}"/>
              </a:ext>
            </a:extLst>
          </p:cNvPr>
          <p:cNvSpPr>
            <a:spLocks noGrp="1"/>
          </p:cNvSpPr>
          <p:nvPr>
            <p:ph type="sldNum" sz="quarter" idx="20"/>
          </p:nvPr>
        </p:nvSpPr>
        <p:spPr/>
        <p:txBody>
          <a:bodyPr/>
          <a:lstStyle/>
          <a:p>
            <a:fld id="{F4B5F3EB-31C7-4555-828E-971415072856}" type="slidenum">
              <a:rPr lang="de-DE" smtClean="0"/>
              <a:pPr/>
              <a:t>11</a:t>
            </a:fld>
            <a:endParaRPr lang="de-DE"/>
          </a:p>
        </p:txBody>
      </p:sp>
    </p:spTree>
    <p:extLst>
      <p:ext uri="{BB962C8B-B14F-4D97-AF65-F5344CB8AC3E}">
        <p14:creationId xmlns:p14="http://schemas.microsoft.com/office/powerpoint/2010/main" val="4065600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97EB8-6F99-42F7-FE4C-4A605976125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D40AABF-1D51-F61E-6DE9-5692305B83B0}"/>
              </a:ext>
            </a:extLst>
          </p:cNvPr>
          <p:cNvSpPr>
            <a:spLocks noGrp="1"/>
          </p:cNvSpPr>
          <p:nvPr>
            <p:ph type="title"/>
          </p:nvPr>
        </p:nvSpPr>
        <p:spPr/>
        <p:txBody>
          <a:bodyPr/>
          <a:lstStyle/>
          <a:p>
            <a:r>
              <a:rPr lang="de-DE" dirty="0"/>
              <a:t>Copilot Studio: Erstellung des Voice-Agenten</a:t>
            </a:r>
          </a:p>
        </p:txBody>
      </p:sp>
      <p:sp>
        <p:nvSpPr>
          <p:cNvPr id="3" name="Textplatzhalter 2">
            <a:extLst>
              <a:ext uri="{FF2B5EF4-FFF2-40B4-BE49-F238E27FC236}">
                <a16:creationId xmlns:a16="http://schemas.microsoft.com/office/drawing/2014/main" id="{FB0EDBA5-593E-8E14-2CD2-63A6F74B43ED}"/>
              </a:ext>
            </a:extLst>
          </p:cNvPr>
          <p:cNvSpPr>
            <a:spLocks noGrp="1"/>
          </p:cNvSpPr>
          <p:nvPr>
            <p:ph type="body" sz="quarter" idx="13"/>
          </p:nvPr>
        </p:nvSpPr>
        <p:spPr/>
        <p:txBody>
          <a:bodyPr/>
          <a:lstStyle/>
          <a:p>
            <a:endParaRPr lang="de-DE"/>
          </a:p>
        </p:txBody>
      </p:sp>
      <p:sp>
        <p:nvSpPr>
          <p:cNvPr id="10" name="Inhaltsplatzhalter 9">
            <a:extLst>
              <a:ext uri="{FF2B5EF4-FFF2-40B4-BE49-F238E27FC236}">
                <a16:creationId xmlns:a16="http://schemas.microsoft.com/office/drawing/2014/main" id="{AC6FA5E2-DC80-CEDB-E46A-21AD960FB1B4}"/>
              </a:ext>
            </a:extLst>
          </p:cNvPr>
          <p:cNvSpPr>
            <a:spLocks noGrp="1"/>
          </p:cNvSpPr>
          <p:nvPr>
            <p:ph sz="quarter" idx="17"/>
          </p:nvPr>
        </p:nvSpPr>
        <p:spPr/>
        <p:txBody>
          <a:bodyPr/>
          <a:lstStyle/>
          <a:p>
            <a:pPr>
              <a:spcBef>
                <a:spcPts val="600"/>
              </a:spcBef>
              <a:spcAft>
                <a:spcPts val="600"/>
              </a:spcAft>
            </a:pPr>
            <a:r>
              <a:rPr lang="de-DE" sz="1800" dirty="0"/>
              <a:t>Öffne </a:t>
            </a:r>
            <a:r>
              <a:rPr lang="de-DE" sz="1800" dirty="0">
                <a:hlinkClick r:id="rId3"/>
              </a:rPr>
              <a:t>Copilot Studio</a:t>
            </a:r>
            <a:r>
              <a:rPr lang="de-DE" sz="1800" dirty="0"/>
              <a:t> </a:t>
            </a:r>
          </a:p>
          <a:p>
            <a:pPr>
              <a:spcBef>
                <a:spcPts val="600"/>
              </a:spcBef>
              <a:spcAft>
                <a:spcPts val="600"/>
              </a:spcAft>
            </a:pPr>
            <a:r>
              <a:rPr lang="de-DE" sz="1800" dirty="0"/>
              <a:t>Wichtig: die Richtige Umgebung auswählen (Funktionalität ist stark davon beeinflusst)</a:t>
            </a:r>
          </a:p>
          <a:p>
            <a:pPr>
              <a:spcBef>
                <a:spcPts val="600"/>
              </a:spcBef>
              <a:spcAft>
                <a:spcPts val="600"/>
              </a:spcAft>
            </a:pPr>
            <a:r>
              <a:rPr lang="de-DE" sz="1800" dirty="0"/>
              <a:t>Selektiere „Agents“</a:t>
            </a:r>
          </a:p>
          <a:p>
            <a:pPr>
              <a:spcBef>
                <a:spcPts val="600"/>
              </a:spcBef>
              <a:spcAft>
                <a:spcPts val="600"/>
              </a:spcAft>
            </a:pPr>
            <a:r>
              <a:rPr lang="de-DE" sz="1800" dirty="0"/>
              <a:t>Klicke auf „neuer Agent“ </a:t>
            </a:r>
          </a:p>
          <a:p>
            <a:pPr>
              <a:spcBef>
                <a:spcPts val="600"/>
              </a:spcBef>
              <a:spcAft>
                <a:spcPts val="600"/>
              </a:spcAft>
            </a:pPr>
            <a:r>
              <a:rPr lang="de-DE" sz="1800" dirty="0"/>
              <a:t>Selektiere „Sprache“ / „Voice“ (Sprachfähigkeit Region-abhängig!)</a:t>
            </a:r>
          </a:p>
          <a:p>
            <a:pPr>
              <a:spcBef>
                <a:spcPts val="600"/>
              </a:spcBef>
              <a:spcAft>
                <a:spcPts val="600"/>
              </a:spcAft>
            </a:pPr>
            <a:r>
              <a:rPr lang="de-DE" sz="1800" dirty="0"/>
              <a:t>Name / Symbol vergeben</a:t>
            </a:r>
          </a:p>
          <a:p>
            <a:pPr>
              <a:spcBef>
                <a:spcPts val="600"/>
              </a:spcBef>
              <a:spcAft>
                <a:spcPts val="600"/>
              </a:spcAft>
            </a:pPr>
            <a:r>
              <a:rPr lang="de-DE" sz="1800" dirty="0"/>
              <a:t>System Prompt schreiben (nice-to-</a:t>
            </a:r>
            <a:r>
              <a:rPr lang="de-DE" sz="1800" dirty="0" err="1"/>
              <a:t>have</a:t>
            </a:r>
            <a:r>
              <a:rPr lang="de-DE" sz="1800" dirty="0"/>
              <a:t> aber wichtige erst ab Stufe 2)</a:t>
            </a:r>
          </a:p>
          <a:p>
            <a:pPr>
              <a:spcBef>
                <a:spcPts val="600"/>
              </a:spcBef>
              <a:spcAft>
                <a:spcPts val="600"/>
              </a:spcAft>
            </a:pPr>
            <a:r>
              <a:rPr lang="de-DE" sz="1800" dirty="0"/>
              <a:t>Tools verbinden (e.g. Power Automate Flow)</a:t>
            </a:r>
          </a:p>
          <a:p>
            <a:pPr>
              <a:spcBef>
                <a:spcPts val="600"/>
              </a:spcBef>
              <a:spcAft>
                <a:spcPts val="600"/>
              </a:spcAft>
            </a:pPr>
            <a:r>
              <a:rPr lang="de-DE" sz="1800" dirty="0"/>
              <a:t>Themen beschreiben </a:t>
            </a:r>
            <a:r>
              <a:rPr lang="de-DE" sz="1800" dirty="0">
                <a:sym typeface="Wingdings" panose="05000000000000000000" pitchFamily="2" charset="2"/>
              </a:rPr>
              <a:t> wichtigste Aufgabe, da hier die Abläufe definiert werden</a:t>
            </a:r>
          </a:p>
          <a:p>
            <a:pPr>
              <a:spcBef>
                <a:spcPts val="600"/>
              </a:spcBef>
              <a:spcAft>
                <a:spcPts val="600"/>
              </a:spcAft>
            </a:pPr>
            <a:r>
              <a:rPr lang="de-DE" sz="1800" dirty="0">
                <a:sym typeface="Wingdings" panose="05000000000000000000" pitchFamily="2" charset="2"/>
              </a:rPr>
              <a:t>Einstellungen des Agenten (Ablaufsteuerung, Sprachen, Verhalten, usw.)</a:t>
            </a:r>
          </a:p>
          <a:p>
            <a:pPr>
              <a:spcBef>
                <a:spcPts val="600"/>
              </a:spcBef>
              <a:spcAft>
                <a:spcPts val="600"/>
              </a:spcAft>
            </a:pPr>
            <a:r>
              <a:rPr lang="de-DE" sz="1800" dirty="0">
                <a:sym typeface="Wingdings" panose="05000000000000000000" pitchFamily="2" charset="2"/>
              </a:rPr>
              <a:t>In Aktion-Nodes sind die Ausgabevariablen selektiert, die an den Flow übergeben werden</a:t>
            </a:r>
          </a:p>
          <a:p>
            <a:pPr>
              <a:spcBef>
                <a:spcPts val="600"/>
              </a:spcBef>
              <a:spcAft>
                <a:spcPts val="600"/>
              </a:spcAft>
            </a:pPr>
            <a:r>
              <a:rPr lang="de-DE" sz="1800" dirty="0">
                <a:sym typeface="Wingdings" panose="05000000000000000000" pitchFamily="2" charset="2"/>
              </a:rPr>
              <a:t>Testen, Variablen auswerten, Debug (Variablen manuell setzten)</a:t>
            </a:r>
            <a:r>
              <a:rPr lang="de-DE" sz="1800" baseline="30000" dirty="0">
                <a:sym typeface="Wingdings" panose="05000000000000000000" pitchFamily="2" charset="2"/>
              </a:rPr>
              <a:t>1</a:t>
            </a:r>
            <a:endParaRPr lang="de-DE" sz="1600" i="1" baseline="30000" dirty="0">
              <a:sym typeface="Wingdings" panose="05000000000000000000" pitchFamily="2" charset="2"/>
            </a:endParaRPr>
          </a:p>
        </p:txBody>
      </p:sp>
      <p:sp>
        <p:nvSpPr>
          <p:cNvPr id="5" name="Datumsplatzhalter 4">
            <a:extLst>
              <a:ext uri="{FF2B5EF4-FFF2-40B4-BE49-F238E27FC236}">
                <a16:creationId xmlns:a16="http://schemas.microsoft.com/office/drawing/2014/main" id="{11C50FB8-414B-C7AC-719B-809592CB3287}"/>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CED9B758-F2EC-C98E-FDEC-7D33AC7F79D0}"/>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EDE7EE4F-B309-19F7-640E-1553B50009B4}"/>
              </a:ext>
            </a:extLst>
          </p:cNvPr>
          <p:cNvSpPr>
            <a:spLocks noGrp="1"/>
          </p:cNvSpPr>
          <p:nvPr>
            <p:ph type="sldNum" sz="quarter" idx="20"/>
          </p:nvPr>
        </p:nvSpPr>
        <p:spPr/>
        <p:txBody>
          <a:bodyPr/>
          <a:lstStyle/>
          <a:p>
            <a:fld id="{F4B5F3EB-31C7-4555-828E-971415072856}" type="slidenum">
              <a:rPr lang="de-DE" smtClean="0"/>
              <a:pPr/>
              <a:t>12</a:t>
            </a:fld>
            <a:endParaRPr lang="de-DE"/>
          </a:p>
        </p:txBody>
      </p:sp>
      <p:pic>
        <p:nvPicPr>
          <p:cNvPr id="8" name="Grafik 7" descr="Microsoft Copilot Studio - Connectors | Microsoft Learn">
            <a:extLst>
              <a:ext uri="{FF2B5EF4-FFF2-40B4-BE49-F238E27FC236}">
                <a16:creationId xmlns:a16="http://schemas.microsoft.com/office/drawing/2014/main" id="{489B01A4-17F5-3AD4-03C5-32DE35959D80}"/>
              </a:ext>
            </a:extLst>
          </p:cNvPr>
          <p:cNvPicPr>
            <a:picLocks noChangeAspect="1"/>
          </p:cNvPicPr>
          <p:nvPr/>
        </p:nvPicPr>
        <p:blipFill>
          <a:blip r:embed="rId4"/>
          <a:stretch>
            <a:fillRect/>
          </a:stretch>
        </p:blipFill>
        <p:spPr>
          <a:xfrm>
            <a:off x="10916416" y="1128864"/>
            <a:ext cx="940303" cy="940303"/>
          </a:xfrm>
          <a:prstGeom prst="rect">
            <a:avLst/>
          </a:prstGeom>
        </p:spPr>
      </p:pic>
    </p:spTree>
    <p:extLst>
      <p:ext uri="{BB962C8B-B14F-4D97-AF65-F5344CB8AC3E}">
        <p14:creationId xmlns:p14="http://schemas.microsoft.com/office/powerpoint/2010/main" val="30999549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4512B-ACD4-077F-9319-05744F60E6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01BFF16-0DB9-7F2F-8C0E-0D83043A1CB9}"/>
              </a:ext>
            </a:extLst>
          </p:cNvPr>
          <p:cNvSpPr>
            <a:spLocks noGrp="1"/>
          </p:cNvSpPr>
          <p:nvPr>
            <p:ph type="title"/>
          </p:nvPr>
        </p:nvSpPr>
        <p:spPr/>
        <p:txBody>
          <a:bodyPr/>
          <a:lstStyle/>
          <a:p>
            <a:r>
              <a:rPr lang="de-DE" dirty="0"/>
              <a:t>Copilot Studio: wichtige Einstellungen</a:t>
            </a:r>
          </a:p>
        </p:txBody>
      </p:sp>
      <p:sp>
        <p:nvSpPr>
          <p:cNvPr id="3" name="Textplatzhalter 2">
            <a:extLst>
              <a:ext uri="{FF2B5EF4-FFF2-40B4-BE49-F238E27FC236}">
                <a16:creationId xmlns:a16="http://schemas.microsoft.com/office/drawing/2014/main" id="{4F4666C0-ABD7-CAC4-92B8-E5412C6AFB17}"/>
              </a:ext>
            </a:extLst>
          </p:cNvPr>
          <p:cNvSpPr>
            <a:spLocks noGrp="1"/>
          </p:cNvSpPr>
          <p:nvPr>
            <p:ph type="body" sz="quarter" idx="13"/>
          </p:nvPr>
        </p:nvSpPr>
        <p:spPr/>
        <p:txBody>
          <a:bodyPr/>
          <a:lstStyle/>
          <a:p>
            <a:endParaRPr lang="de-DE"/>
          </a:p>
        </p:txBody>
      </p:sp>
      <p:sp>
        <p:nvSpPr>
          <p:cNvPr id="10" name="Inhaltsplatzhalter 9">
            <a:extLst>
              <a:ext uri="{FF2B5EF4-FFF2-40B4-BE49-F238E27FC236}">
                <a16:creationId xmlns:a16="http://schemas.microsoft.com/office/drawing/2014/main" id="{C1083BBB-4491-A098-B03D-4DC9FDFE746B}"/>
              </a:ext>
            </a:extLst>
          </p:cNvPr>
          <p:cNvSpPr>
            <a:spLocks noGrp="1"/>
          </p:cNvSpPr>
          <p:nvPr>
            <p:ph sz="quarter" idx="17"/>
          </p:nvPr>
        </p:nvSpPr>
        <p:spPr/>
        <p:txBody>
          <a:bodyPr/>
          <a:lstStyle/>
          <a:p>
            <a:pPr>
              <a:spcBef>
                <a:spcPts val="600"/>
              </a:spcBef>
              <a:spcAft>
                <a:spcPts val="600"/>
              </a:spcAft>
            </a:pPr>
            <a:r>
              <a:rPr lang="de-DE" sz="1800" dirty="0">
                <a:sym typeface="Wingdings" panose="05000000000000000000" pitchFamily="2" charset="2"/>
              </a:rPr>
              <a:t>Unter Kanäle &gt; </a:t>
            </a:r>
          </a:p>
          <a:p>
            <a:pPr lvl="1">
              <a:spcBef>
                <a:spcPts val="600"/>
              </a:spcBef>
              <a:spcAft>
                <a:spcPts val="600"/>
              </a:spcAft>
            </a:pPr>
            <a:r>
              <a:rPr lang="de-DE" sz="1600" dirty="0">
                <a:sym typeface="Wingdings" panose="05000000000000000000" pitchFamily="2" charset="2"/>
              </a:rPr>
              <a:t>Teams-Telefon-Agent &gt; Kanal hinzufügen und Sprache „Ein“ und Status „Verbunden“</a:t>
            </a:r>
          </a:p>
          <a:p>
            <a:pPr lvl="1">
              <a:spcBef>
                <a:spcPts val="600"/>
              </a:spcBef>
              <a:spcAft>
                <a:spcPts val="600"/>
              </a:spcAft>
            </a:pPr>
            <a:r>
              <a:rPr lang="de-DE" sz="1600" dirty="0">
                <a:sym typeface="Wingdings" panose="05000000000000000000" pitchFamily="2" charset="2"/>
              </a:rPr>
              <a:t>Um den Kanal „Vorschau“ zu aktivieren, muss das Abrechnungsmodell „Pay-As-</a:t>
            </a:r>
            <a:r>
              <a:rPr lang="de-DE" sz="1600" dirty="0" err="1">
                <a:sym typeface="Wingdings" panose="05000000000000000000" pitchFamily="2" charset="2"/>
              </a:rPr>
              <a:t>You</a:t>
            </a:r>
            <a:r>
              <a:rPr lang="de-DE" sz="1600" dirty="0">
                <a:sym typeface="Wingdings" panose="05000000000000000000" pitchFamily="2" charset="2"/>
              </a:rPr>
              <a:t>-Go“ sowohl für Azure Dienste als auch für Copilot Chat bzw. Sharepoint Agents eingerichtet werden! (</a:t>
            </a:r>
            <a:r>
              <a:rPr lang="de-DE" sz="1600" dirty="0">
                <a:sym typeface="Wingdings" panose="05000000000000000000" pitchFamily="2" charset="2"/>
                <a:hlinkClick r:id="rId2" action="ppaction://hlinksldjump"/>
              </a:rPr>
              <a:t>Einrichtung über M365 Admin Center</a:t>
            </a:r>
            <a:r>
              <a:rPr lang="de-DE" sz="1600" dirty="0">
                <a:sym typeface="Wingdings" panose="05000000000000000000" pitchFamily="2" charset="2"/>
              </a:rPr>
              <a:t>)</a:t>
            </a:r>
          </a:p>
          <a:p>
            <a:pPr>
              <a:spcBef>
                <a:spcPts val="600"/>
              </a:spcBef>
              <a:spcAft>
                <a:spcPts val="600"/>
              </a:spcAft>
            </a:pPr>
            <a:r>
              <a:rPr lang="de-DE" sz="1800" dirty="0">
                <a:sym typeface="Wingdings" panose="05000000000000000000" pitchFamily="2" charset="2"/>
              </a:rPr>
              <a:t>Unter Einstellungen</a:t>
            </a:r>
          </a:p>
          <a:p>
            <a:pPr lvl="1">
              <a:spcBef>
                <a:spcPts val="600"/>
              </a:spcBef>
              <a:spcAft>
                <a:spcPts val="600"/>
              </a:spcAft>
            </a:pPr>
            <a:r>
              <a:rPr lang="de-DE" sz="1600" dirty="0">
                <a:sym typeface="Wingdings" panose="05000000000000000000" pitchFamily="2" charset="2"/>
              </a:rPr>
              <a:t>Generative KI &gt; klassische Orchestrierung </a:t>
            </a:r>
          </a:p>
          <a:p>
            <a:pPr lvl="1">
              <a:spcBef>
                <a:spcPts val="600"/>
              </a:spcBef>
              <a:spcAft>
                <a:spcPts val="600"/>
              </a:spcAft>
            </a:pPr>
            <a:r>
              <a:rPr lang="de-DE" sz="1600" dirty="0">
                <a:sym typeface="Wingdings" panose="05000000000000000000" pitchFamily="2" charset="2"/>
              </a:rPr>
              <a:t>Sicherheit &gt; keine Authentifizierung</a:t>
            </a:r>
          </a:p>
          <a:p>
            <a:pPr lvl="1">
              <a:spcBef>
                <a:spcPts val="600"/>
              </a:spcBef>
              <a:spcAft>
                <a:spcPts val="600"/>
              </a:spcAft>
            </a:pPr>
            <a:r>
              <a:rPr lang="de-DE" sz="1600" dirty="0">
                <a:sym typeface="Wingdings" panose="05000000000000000000" pitchFamily="2" charset="2"/>
              </a:rPr>
              <a:t>Entitäten &gt; Korrekturfeld als geschlossene Liste mit Synonymen</a:t>
            </a:r>
          </a:p>
          <a:p>
            <a:pPr lvl="1">
              <a:spcBef>
                <a:spcPts val="600"/>
              </a:spcBef>
              <a:spcAft>
                <a:spcPts val="600"/>
              </a:spcAft>
            </a:pPr>
            <a:r>
              <a:rPr lang="de-DE" sz="1600" dirty="0">
                <a:sym typeface="Wingdings" panose="05000000000000000000" pitchFamily="2" charset="2"/>
              </a:rPr>
              <a:t>Sprachanruf &gt; Sprache einschalten</a:t>
            </a:r>
          </a:p>
          <a:p>
            <a:pPr>
              <a:spcBef>
                <a:spcPts val="600"/>
              </a:spcBef>
              <a:spcAft>
                <a:spcPts val="600"/>
              </a:spcAft>
            </a:pPr>
            <a:r>
              <a:rPr lang="de-DE" sz="1800" dirty="0">
                <a:sym typeface="Wingdings" panose="05000000000000000000" pitchFamily="2" charset="2"/>
              </a:rPr>
              <a:t>Agent mit Power Automate Cloud Flow verbinden</a:t>
            </a:r>
          </a:p>
          <a:p>
            <a:pPr>
              <a:spcBef>
                <a:spcPts val="600"/>
              </a:spcBef>
              <a:spcAft>
                <a:spcPts val="600"/>
              </a:spcAft>
            </a:pPr>
            <a:r>
              <a:rPr lang="de-DE" sz="1800" dirty="0">
                <a:sym typeface="Wingdings" panose="05000000000000000000" pitchFamily="2" charset="2"/>
              </a:rPr>
              <a:t>Lösung nicht verwaltet veröffentlichen</a:t>
            </a:r>
          </a:p>
          <a:p>
            <a:pPr>
              <a:spcBef>
                <a:spcPts val="600"/>
              </a:spcBef>
              <a:spcAft>
                <a:spcPts val="600"/>
              </a:spcAft>
            </a:pPr>
            <a:r>
              <a:rPr lang="de-DE" sz="1800" dirty="0">
                <a:sym typeface="Wingdings" panose="05000000000000000000" pitchFamily="2" charset="2"/>
              </a:rPr>
              <a:t>Lösung herunterladen und in Teams Admin Portal als Teams App hochladen</a:t>
            </a:r>
          </a:p>
          <a:p>
            <a:pPr>
              <a:spcBef>
                <a:spcPts val="600"/>
              </a:spcBef>
              <a:spcAft>
                <a:spcPts val="600"/>
              </a:spcAft>
            </a:pPr>
            <a:r>
              <a:rPr lang="de-DE" sz="1800" dirty="0">
                <a:sym typeface="Wingdings" panose="05000000000000000000" pitchFamily="2" charset="2"/>
              </a:rPr>
              <a:t>LLM muss GPT-4.1 von OpenAI sein. Andere Modelle unterstützen keine Sprachfunktion (Stand 21.07.2026)</a:t>
            </a:r>
          </a:p>
          <a:p>
            <a:pPr lvl="1">
              <a:spcBef>
                <a:spcPts val="600"/>
              </a:spcBef>
              <a:spcAft>
                <a:spcPts val="600"/>
              </a:spcAft>
            </a:pPr>
            <a:endParaRPr lang="de-DE" sz="1600" dirty="0">
              <a:sym typeface="Wingdings" panose="05000000000000000000" pitchFamily="2" charset="2"/>
            </a:endParaRPr>
          </a:p>
          <a:p>
            <a:pPr>
              <a:spcBef>
                <a:spcPts val="600"/>
              </a:spcBef>
              <a:spcAft>
                <a:spcPts val="600"/>
              </a:spcAft>
            </a:pPr>
            <a:endParaRPr lang="de-DE" sz="1600" dirty="0">
              <a:sym typeface="Wingdings" panose="05000000000000000000" pitchFamily="2" charset="2"/>
            </a:endParaRPr>
          </a:p>
        </p:txBody>
      </p:sp>
      <p:sp>
        <p:nvSpPr>
          <p:cNvPr id="5" name="Datumsplatzhalter 4">
            <a:extLst>
              <a:ext uri="{FF2B5EF4-FFF2-40B4-BE49-F238E27FC236}">
                <a16:creationId xmlns:a16="http://schemas.microsoft.com/office/drawing/2014/main" id="{228439CC-972A-8FCD-4240-D39ED8C7C992}"/>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0AD1F847-221B-C199-79AE-AF2D7AFD0A4B}"/>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9A0EA6FE-880B-DA09-FB22-26D8F2C74F22}"/>
              </a:ext>
            </a:extLst>
          </p:cNvPr>
          <p:cNvSpPr>
            <a:spLocks noGrp="1"/>
          </p:cNvSpPr>
          <p:nvPr>
            <p:ph type="sldNum" sz="quarter" idx="20"/>
          </p:nvPr>
        </p:nvSpPr>
        <p:spPr/>
        <p:txBody>
          <a:bodyPr/>
          <a:lstStyle/>
          <a:p>
            <a:fld id="{F4B5F3EB-31C7-4555-828E-971415072856}" type="slidenum">
              <a:rPr lang="de-DE" smtClean="0"/>
              <a:pPr/>
              <a:t>13</a:t>
            </a:fld>
            <a:endParaRPr lang="de-DE"/>
          </a:p>
        </p:txBody>
      </p:sp>
      <p:pic>
        <p:nvPicPr>
          <p:cNvPr id="8" name="Grafik 7" descr="Microsoft Copilot Studio - Connectors | Microsoft Learn">
            <a:extLst>
              <a:ext uri="{FF2B5EF4-FFF2-40B4-BE49-F238E27FC236}">
                <a16:creationId xmlns:a16="http://schemas.microsoft.com/office/drawing/2014/main" id="{C04C9D61-4116-DB78-0ABB-49E9C39B2E38}"/>
              </a:ext>
            </a:extLst>
          </p:cNvPr>
          <p:cNvPicPr>
            <a:picLocks noChangeAspect="1"/>
          </p:cNvPicPr>
          <p:nvPr/>
        </p:nvPicPr>
        <p:blipFill>
          <a:blip r:embed="rId3"/>
          <a:stretch>
            <a:fillRect/>
          </a:stretch>
        </p:blipFill>
        <p:spPr>
          <a:xfrm>
            <a:off x="10916416" y="1128864"/>
            <a:ext cx="940303" cy="940303"/>
          </a:xfrm>
          <a:prstGeom prst="rect">
            <a:avLst/>
          </a:prstGeom>
        </p:spPr>
      </p:pic>
    </p:spTree>
    <p:extLst>
      <p:ext uri="{BB962C8B-B14F-4D97-AF65-F5344CB8AC3E}">
        <p14:creationId xmlns:p14="http://schemas.microsoft.com/office/powerpoint/2010/main" val="16389336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1CE71A-0C07-5A07-13CF-25FDD38A4BEF}"/>
              </a:ext>
            </a:extLst>
          </p:cNvPr>
          <p:cNvSpPr>
            <a:spLocks noGrp="1"/>
          </p:cNvSpPr>
          <p:nvPr>
            <p:ph type="title"/>
          </p:nvPr>
        </p:nvSpPr>
        <p:spPr/>
        <p:txBody>
          <a:bodyPr/>
          <a:lstStyle/>
          <a:p>
            <a:r>
              <a:rPr lang="de-DE" dirty="0"/>
              <a:t>Copilot Studio: Themen - Node-Typen</a:t>
            </a:r>
          </a:p>
        </p:txBody>
      </p:sp>
      <p:sp>
        <p:nvSpPr>
          <p:cNvPr id="3" name="Textplatzhalter 2">
            <a:extLst>
              <a:ext uri="{FF2B5EF4-FFF2-40B4-BE49-F238E27FC236}">
                <a16:creationId xmlns:a16="http://schemas.microsoft.com/office/drawing/2014/main" id="{8EBC67B6-9015-080B-EF66-B5CFAC42B2FA}"/>
              </a:ext>
            </a:extLst>
          </p:cNvPr>
          <p:cNvSpPr>
            <a:spLocks noGrp="1"/>
          </p:cNvSpPr>
          <p:nvPr>
            <p:ph type="body" sz="quarter" idx="13"/>
          </p:nvPr>
        </p:nvSpPr>
        <p:spPr/>
        <p:txBody>
          <a:bodyPr/>
          <a:lstStyle/>
          <a:p>
            <a:endParaRPr lang="de-DE"/>
          </a:p>
        </p:txBody>
      </p:sp>
      <p:graphicFrame>
        <p:nvGraphicFramePr>
          <p:cNvPr id="8" name="Inhaltsplatzhalter 7">
            <a:extLst>
              <a:ext uri="{FF2B5EF4-FFF2-40B4-BE49-F238E27FC236}">
                <a16:creationId xmlns:a16="http://schemas.microsoft.com/office/drawing/2014/main" id="{D79780F4-6A8C-8A28-18F6-2ABFF711C58C}"/>
              </a:ext>
            </a:extLst>
          </p:cNvPr>
          <p:cNvGraphicFramePr>
            <a:graphicFrameLocks noGrp="1"/>
          </p:cNvGraphicFramePr>
          <p:nvPr>
            <p:ph sz="quarter" idx="17"/>
            <p:extLst>
              <p:ext uri="{D42A27DB-BD31-4B8C-83A1-F6EECF244321}">
                <p14:modId xmlns:p14="http://schemas.microsoft.com/office/powerpoint/2010/main" val="3421193708"/>
              </p:ext>
            </p:extLst>
          </p:nvPr>
        </p:nvGraphicFramePr>
        <p:xfrm>
          <a:off x="445453" y="1546150"/>
          <a:ext cx="10344467" cy="4443173"/>
        </p:xfrm>
        <a:graphic>
          <a:graphicData uri="http://schemas.openxmlformats.org/drawingml/2006/table">
            <a:tbl>
              <a:tblPr firstRow="1" bandRow="1">
                <a:tableStyleId>{5C22544A-7EE6-4342-B048-85BDC9FD1C3A}</a:tableStyleId>
              </a:tblPr>
              <a:tblGrid>
                <a:gridCol w="2546768">
                  <a:extLst>
                    <a:ext uri="{9D8B030D-6E8A-4147-A177-3AD203B41FA5}">
                      <a16:colId xmlns:a16="http://schemas.microsoft.com/office/drawing/2014/main" val="1019663614"/>
                    </a:ext>
                  </a:extLst>
                </a:gridCol>
                <a:gridCol w="7797699">
                  <a:extLst>
                    <a:ext uri="{9D8B030D-6E8A-4147-A177-3AD203B41FA5}">
                      <a16:colId xmlns:a16="http://schemas.microsoft.com/office/drawing/2014/main" val="174365310"/>
                    </a:ext>
                  </a:extLst>
                </a:gridCol>
              </a:tblGrid>
              <a:tr h="634739">
                <a:tc>
                  <a:txBody>
                    <a:bodyPr/>
                    <a:lstStyle/>
                    <a:p>
                      <a:r>
                        <a:rPr lang="de-DE" dirty="0"/>
                        <a:t>Node-Typ </a:t>
                      </a:r>
                    </a:p>
                  </a:txBody>
                  <a:tcPr/>
                </a:tc>
                <a:tc>
                  <a:txBody>
                    <a:bodyPr/>
                    <a:lstStyle/>
                    <a:p>
                      <a:r>
                        <a:rPr lang="de-DE"/>
                        <a:t>Verwendung</a:t>
                      </a:r>
                    </a:p>
                  </a:txBody>
                  <a:tcPr/>
                </a:tc>
                <a:extLst>
                  <a:ext uri="{0D108BD9-81ED-4DB2-BD59-A6C34878D82A}">
                    <a16:rowId xmlns:a16="http://schemas.microsoft.com/office/drawing/2014/main" val="1878290806"/>
                  </a:ext>
                </a:extLst>
              </a:tr>
              <a:tr h="634739">
                <a:tc>
                  <a:txBody>
                    <a:bodyPr/>
                    <a:lstStyle/>
                    <a:p>
                      <a:r>
                        <a:rPr lang="de-DE"/>
                        <a:t>Question Node</a:t>
                      </a:r>
                    </a:p>
                  </a:txBody>
                  <a:tcPr/>
                </a:tc>
                <a:tc>
                  <a:txBody>
                    <a:bodyPr/>
                    <a:lstStyle/>
                    <a:p>
                      <a:r>
                        <a:rPr lang="de-DE" dirty="0"/>
                        <a:t>Daten sammeln (Kundendaten, Wartungsvertrag, etc.)</a:t>
                      </a:r>
                    </a:p>
                  </a:txBody>
                  <a:tcPr/>
                </a:tc>
                <a:extLst>
                  <a:ext uri="{0D108BD9-81ED-4DB2-BD59-A6C34878D82A}">
                    <a16:rowId xmlns:a16="http://schemas.microsoft.com/office/drawing/2014/main" val="3943592989"/>
                  </a:ext>
                </a:extLst>
              </a:tr>
              <a:tr h="634739">
                <a:tc>
                  <a:txBody>
                    <a:bodyPr/>
                    <a:lstStyle/>
                    <a:p>
                      <a:r>
                        <a:rPr lang="de-DE" err="1"/>
                        <a:t>Condition</a:t>
                      </a:r>
                      <a:r>
                        <a:rPr lang="de-DE"/>
                        <a:t> Node</a:t>
                      </a:r>
                    </a:p>
                  </a:txBody>
                  <a:tcPr/>
                </a:tc>
                <a:tc>
                  <a:txBody>
                    <a:bodyPr/>
                    <a:lstStyle/>
                    <a:p>
                      <a:r>
                        <a:rPr lang="de-DE"/>
                        <a:t>Verzweigen (z.B. Produktionsstillstand Ja/Nein)</a:t>
                      </a:r>
                    </a:p>
                  </a:txBody>
                  <a:tcPr/>
                </a:tc>
                <a:extLst>
                  <a:ext uri="{0D108BD9-81ED-4DB2-BD59-A6C34878D82A}">
                    <a16:rowId xmlns:a16="http://schemas.microsoft.com/office/drawing/2014/main" val="1158162090"/>
                  </a:ext>
                </a:extLst>
              </a:tr>
              <a:tr h="634739">
                <a:tc>
                  <a:txBody>
                    <a:bodyPr/>
                    <a:lstStyle/>
                    <a:p>
                      <a:r>
                        <a:rPr lang="de-DE"/>
                        <a:t>Message Node</a:t>
                      </a:r>
                    </a:p>
                  </a:txBody>
                  <a:tcPr/>
                </a:tc>
                <a:tc>
                  <a:txBody>
                    <a:bodyPr/>
                    <a:lstStyle/>
                    <a:p>
                      <a:r>
                        <a:rPr lang="de-DE"/>
                        <a:t>Informieren / Zusammenfassung mit Power Fx Variablen</a:t>
                      </a:r>
                    </a:p>
                  </a:txBody>
                  <a:tcPr/>
                </a:tc>
                <a:extLst>
                  <a:ext uri="{0D108BD9-81ED-4DB2-BD59-A6C34878D82A}">
                    <a16:rowId xmlns:a16="http://schemas.microsoft.com/office/drawing/2014/main" val="3943422102"/>
                  </a:ext>
                </a:extLst>
              </a:tr>
              <a:tr h="634739">
                <a:tc>
                  <a:txBody>
                    <a:bodyPr/>
                    <a:lstStyle/>
                    <a:p>
                      <a:r>
                        <a:rPr lang="de-DE"/>
                        <a:t>Redirect to Topic</a:t>
                      </a:r>
                    </a:p>
                  </a:txBody>
                  <a:tcPr/>
                </a:tc>
                <a:tc>
                  <a:txBody>
                    <a:bodyPr/>
                    <a:lstStyle/>
                    <a:p>
                      <a:r>
                        <a:rPr lang="de-DE"/>
                        <a:t>Intern zwischen Topics navigieren </a:t>
                      </a:r>
                    </a:p>
                  </a:txBody>
                  <a:tcPr/>
                </a:tc>
                <a:extLst>
                  <a:ext uri="{0D108BD9-81ED-4DB2-BD59-A6C34878D82A}">
                    <a16:rowId xmlns:a16="http://schemas.microsoft.com/office/drawing/2014/main" val="2484872575"/>
                  </a:ext>
                </a:extLst>
              </a:tr>
              <a:tr h="634739">
                <a:tc>
                  <a:txBody>
                    <a:bodyPr/>
                    <a:lstStyle/>
                    <a:p>
                      <a:r>
                        <a:rPr lang="de-DE"/>
                        <a:t>Transfer to Agent</a:t>
                      </a:r>
                    </a:p>
                  </a:txBody>
                  <a:tcPr/>
                </a:tc>
                <a:tc>
                  <a:txBody>
                    <a:bodyPr/>
                    <a:lstStyle/>
                    <a:p>
                      <a:r>
                        <a:rPr lang="de-DE"/>
                        <a:t>Echten Mitarbeiter verbinden (Teams Phone Call Transfer)</a:t>
                      </a:r>
                    </a:p>
                  </a:txBody>
                  <a:tcPr/>
                </a:tc>
                <a:extLst>
                  <a:ext uri="{0D108BD9-81ED-4DB2-BD59-A6C34878D82A}">
                    <a16:rowId xmlns:a16="http://schemas.microsoft.com/office/drawing/2014/main" val="3069425336"/>
                  </a:ext>
                </a:extLst>
              </a:tr>
              <a:tr h="634739">
                <a:tc>
                  <a:txBody>
                    <a:bodyPr/>
                    <a:lstStyle/>
                    <a:p>
                      <a:r>
                        <a:rPr lang="de-DE"/>
                        <a:t>Action Node</a:t>
                      </a:r>
                    </a:p>
                  </a:txBody>
                  <a:tcPr/>
                </a:tc>
                <a:tc>
                  <a:txBody>
                    <a:bodyPr/>
                    <a:lstStyle/>
                    <a:p>
                      <a:r>
                        <a:rPr lang="de-DE" dirty="0"/>
                        <a:t>Power Automate Flow aufrufen </a:t>
                      </a:r>
                    </a:p>
                  </a:txBody>
                  <a:tcPr/>
                </a:tc>
                <a:extLst>
                  <a:ext uri="{0D108BD9-81ED-4DB2-BD59-A6C34878D82A}">
                    <a16:rowId xmlns:a16="http://schemas.microsoft.com/office/drawing/2014/main" val="1861514268"/>
                  </a:ext>
                </a:extLst>
              </a:tr>
            </a:tbl>
          </a:graphicData>
        </a:graphic>
      </p:graphicFrame>
      <p:sp>
        <p:nvSpPr>
          <p:cNvPr id="5" name="Datumsplatzhalter 4">
            <a:extLst>
              <a:ext uri="{FF2B5EF4-FFF2-40B4-BE49-F238E27FC236}">
                <a16:creationId xmlns:a16="http://schemas.microsoft.com/office/drawing/2014/main" id="{D226A1DD-BDB3-1D98-3FB5-7BAF51CE1132}"/>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D0848603-6317-081A-D4A8-4229E12040AA}"/>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7D7A8A69-285F-66E6-9DBD-146B4BDF0A8C}"/>
              </a:ext>
            </a:extLst>
          </p:cNvPr>
          <p:cNvSpPr>
            <a:spLocks noGrp="1"/>
          </p:cNvSpPr>
          <p:nvPr>
            <p:ph type="sldNum" sz="quarter" idx="20"/>
          </p:nvPr>
        </p:nvSpPr>
        <p:spPr/>
        <p:txBody>
          <a:bodyPr/>
          <a:lstStyle/>
          <a:p>
            <a:fld id="{F4B5F3EB-31C7-4555-828E-971415072856}" type="slidenum">
              <a:rPr lang="de-DE" smtClean="0"/>
              <a:pPr/>
              <a:t>14</a:t>
            </a:fld>
            <a:endParaRPr lang="de-DE"/>
          </a:p>
        </p:txBody>
      </p:sp>
      <p:pic>
        <p:nvPicPr>
          <p:cNvPr id="9" name="Grafik 8" descr="Microsoft Copilot Studio - Connectors | Microsoft Learn">
            <a:extLst>
              <a:ext uri="{FF2B5EF4-FFF2-40B4-BE49-F238E27FC236}">
                <a16:creationId xmlns:a16="http://schemas.microsoft.com/office/drawing/2014/main" id="{1BB1CF8F-6FC3-48F0-3083-53C33A33C82E}"/>
              </a:ext>
            </a:extLst>
          </p:cNvPr>
          <p:cNvPicPr>
            <a:picLocks noChangeAspect="1"/>
          </p:cNvPicPr>
          <p:nvPr/>
        </p:nvPicPr>
        <p:blipFill>
          <a:blip r:embed="rId2"/>
          <a:stretch>
            <a:fillRect/>
          </a:stretch>
        </p:blipFill>
        <p:spPr>
          <a:xfrm>
            <a:off x="10916416" y="1128864"/>
            <a:ext cx="940303" cy="940303"/>
          </a:xfrm>
          <a:prstGeom prst="rect">
            <a:avLst/>
          </a:prstGeom>
        </p:spPr>
      </p:pic>
    </p:spTree>
    <p:extLst>
      <p:ext uri="{BB962C8B-B14F-4D97-AF65-F5344CB8AC3E}">
        <p14:creationId xmlns:p14="http://schemas.microsoft.com/office/powerpoint/2010/main" val="1626402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8CE1709-E4ED-2BCA-1BB7-FCB8C02C4DFC}"/>
              </a:ext>
            </a:extLst>
          </p:cNvPr>
          <p:cNvSpPr>
            <a:spLocks noGrp="1"/>
          </p:cNvSpPr>
          <p:nvPr>
            <p:ph type="title"/>
          </p:nvPr>
        </p:nvSpPr>
        <p:spPr/>
        <p:txBody>
          <a:bodyPr/>
          <a:lstStyle/>
          <a:p>
            <a:r>
              <a:rPr lang="de-DE" dirty="0"/>
              <a:t>Copilot Studio: Variablen-Strategie</a:t>
            </a:r>
          </a:p>
        </p:txBody>
      </p:sp>
      <p:sp>
        <p:nvSpPr>
          <p:cNvPr id="3" name="Textplatzhalter 2">
            <a:extLst>
              <a:ext uri="{FF2B5EF4-FFF2-40B4-BE49-F238E27FC236}">
                <a16:creationId xmlns:a16="http://schemas.microsoft.com/office/drawing/2014/main" id="{3D622CC9-7570-ED00-B15F-B5B231E7344A}"/>
              </a:ext>
            </a:extLst>
          </p:cNvPr>
          <p:cNvSpPr>
            <a:spLocks noGrp="1"/>
          </p:cNvSpPr>
          <p:nvPr>
            <p:ph type="body" sz="quarter" idx="13"/>
          </p:nvPr>
        </p:nvSpPr>
        <p:spPr/>
        <p:txBody>
          <a:bodyPr/>
          <a:lstStyle/>
          <a:p>
            <a:endParaRPr lang="de-DE"/>
          </a:p>
        </p:txBody>
      </p:sp>
      <p:graphicFrame>
        <p:nvGraphicFramePr>
          <p:cNvPr id="8" name="Inhaltsplatzhalter 7">
            <a:extLst>
              <a:ext uri="{FF2B5EF4-FFF2-40B4-BE49-F238E27FC236}">
                <a16:creationId xmlns:a16="http://schemas.microsoft.com/office/drawing/2014/main" id="{E0244132-820D-62DB-5EA5-0E8F04D4E026}"/>
              </a:ext>
            </a:extLst>
          </p:cNvPr>
          <p:cNvGraphicFramePr>
            <a:graphicFrameLocks noGrp="1"/>
          </p:cNvGraphicFramePr>
          <p:nvPr>
            <p:ph sz="quarter" idx="17"/>
            <p:extLst>
              <p:ext uri="{D42A27DB-BD31-4B8C-83A1-F6EECF244321}">
                <p14:modId xmlns:p14="http://schemas.microsoft.com/office/powerpoint/2010/main" val="2451145555"/>
              </p:ext>
            </p:extLst>
          </p:nvPr>
        </p:nvGraphicFramePr>
        <p:xfrm>
          <a:off x="382587" y="1454149"/>
          <a:ext cx="10194428" cy="3043555"/>
        </p:xfrm>
        <a:graphic>
          <a:graphicData uri="http://schemas.openxmlformats.org/drawingml/2006/table">
            <a:tbl>
              <a:tblPr firstRow="1" bandRow="1">
                <a:tableStyleId>{5C22544A-7EE6-4342-B048-85BDC9FD1C3A}</a:tableStyleId>
              </a:tblPr>
              <a:tblGrid>
                <a:gridCol w="2164652">
                  <a:extLst>
                    <a:ext uri="{9D8B030D-6E8A-4147-A177-3AD203B41FA5}">
                      <a16:colId xmlns:a16="http://schemas.microsoft.com/office/drawing/2014/main" val="3052722069"/>
                    </a:ext>
                  </a:extLst>
                </a:gridCol>
                <a:gridCol w="4686074">
                  <a:extLst>
                    <a:ext uri="{9D8B030D-6E8A-4147-A177-3AD203B41FA5}">
                      <a16:colId xmlns:a16="http://schemas.microsoft.com/office/drawing/2014/main" val="1042380639"/>
                    </a:ext>
                  </a:extLst>
                </a:gridCol>
                <a:gridCol w="3343702">
                  <a:extLst>
                    <a:ext uri="{9D8B030D-6E8A-4147-A177-3AD203B41FA5}">
                      <a16:colId xmlns:a16="http://schemas.microsoft.com/office/drawing/2014/main" val="3392467344"/>
                    </a:ext>
                  </a:extLst>
                </a:gridCol>
              </a:tblGrid>
              <a:tr h="456221">
                <a:tc>
                  <a:txBody>
                    <a:bodyPr/>
                    <a:lstStyle/>
                    <a:p>
                      <a:r>
                        <a:rPr lang="de-DE"/>
                        <a:t>Variablentypen</a:t>
                      </a:r>
                    </a:p>
                  </a:txBody>
                  <a:tcPr/>
                </a:tc>
                <a:tc>
                  <a:txBody>
                    <a:bodyPr/>
                    <a:lstStyle/>
                    <a:p>
                      <a:r>
                        <a:rPr lang="de-DE"/>
                        <a:t>Anmerkung</a:t>
                      </a:r>
                    </a:p>
                  </a:txBody>
                  <a:tcPr/>
                </a:tc>
                <a:tc>
                  <a:txBody>
                    <a:bodyPr/>
                    <a:lstStyle/>
                    <a:p>
                      <a:r>
                        <a:rPr lang="de-DE"/>
                        <a:t>Beispiele</a:t>
                      </a:r>
                    </a:p>
                  </a:txBody>
                  <a:tcPr/>
                </a:tc>
                <a:extLst>
                  <a:ext uri="{0D108BD9-81ED-4DB2-BD59-A6C34878D82A}">
                    <a16:rowId xmlns:a16="http://schemas.microsoft.com/office/drawing/2014/main" val="2685928979"/>
                  </a:ext>
                </a:extLst>
              </a:tr>
              <a:tr h="1124928">
                <a:tc>
                  <a:txBody>
                    <a:bodyPr/>
                    <a:lstStyle/>
                    <a:p>
                      <a:r>
                        <a:rPr lang="de-DE">
                          <a:solidFill>
                            <a:schemeClr val="tx1"/>
                          </a:solidFill>
                        </a:rPr>
                        <a:t>Globale Variablen </a:t>
                      </a:r>
                    </a:p>
                  </a:txBody>
                  <a:tcPr/>
                </a:tc>
                <a:tc>
                  <a:txBody>
                    <a:bodyPr/>
                    <a:lstStyle/>
                    <a:p>
                      <a:r>
                        <a:rPr lang="de-DE">
                          <a:solidFill>
                            <a:schemeClr val="tx1"/>
                          </a:solidFill>
                        </a:rPr>
                        <a:t>einmal erfasst, überall verfügbar, übertragbar außerhalb des Agenten (e.g. Ticket, E-Mail)</a:t>
                      </a:r>
                    </a:p>
                  </a:txBody>
                  <a:tcPr/>
                </a:tc>
                <a:tc>
                  <a:txBody>
                    <a:bodyPr/>
                    <a:lstStyle/>
                    <a:p>
                      <a:r>
                        <a:rPr lang="de-DE" dirty="0">
                          <a:solidFill>
                            <a:schemeClr val="tx1"/>
                          </a:solidFill>
                        </a:rPr>
                        <a:t>Firmenname, Ansprechpartner, Telefonnummer, etc.</a:t>
                      </a:r>
                    </a:p>
                  </a:txBody>
                  <a:tcPr/>
                </a:tc>
                <a:extLst>
                  <a:ext uri="{0D108BD9-81ED-4DB2-BD59-A6C34878D82A}">
                    <a16:rowId xmlns:a16="http://schemas.microsoft.com/office/drawing/2014/main" val="895326552"/>
                  </a:ext>
                </a:extLst>
              </a:tr>
              <a:tr h="1462406">
                <a:tc>
                  <a:txBody>
                    <a:bodyPr/>
                    <a:lstStyle/>
                    <a:p>
                      <a:r>
                        <a:rPr lang="de-DE">
                          <a:solidFill>
                            <a:schemeClr val="tx1"/>
                          </a:solidFill>
                        </a:rPr>
                        <a:t>Topic-Variablen</a:t>
                      </a:r>
                    </a:p>
                  </a:txBody>
                  <a:tcPr/>
                </a:tc>
                <a:tc>
                  <a:txBody>
                    <a:bodyPr/>
                    <a:lstStyle/>
                    <a:p>
                      <a:r>
                        <a:rPr lang="de-DE">
                          <a:solidFill>
                            <a:schemeClr val="tx1"/>
                          </a:solidFill>
                        </a:rPr>
                        <a:t>kategoriespezifisch, leben nur im jeweiligen Topic</a:t>
                      </a:r>
                    </a:p>
                  </a:txBody>
                  <a:tcPr/>
                </a:tc>
                <a:tc>
                  <a:txBody>
                    <a:bodyPr/>
                    <a:lstStyle/>
                    <a:p>
                      <a:r>
                        <a:rPr lang="de-DE" dirty="0">
                          <a:solidFill>
                            <a:schemeClr val="tx1"/>
                          </a:solidFill>
                        </a:rPr>
                        <a:t>Anzahl Korrekturversuche</a:t>
                      </a:r>
                    </a:p>
                  </a:txBody>
                  <a:tcPr/>
                </a:tc>
                <a:extLst>
                  <a:ext uri="{0D108BD9-81ED-4DB2-BD59-A6C34878D82A}">
                    <a16:rowId xmlns:a16="http://schemas.microsoft.com/office/drawing/2014/main" val="1590267264"/>
                  </a:ext>
                </a:extLst>
              </a:tr>
            </a:tbl>
          </a:graphicData>
        </a:graphic>
      </p:graphicFrame>
      <p:sp>
        <p:nvSpPr>
          <p:cNvPr id="5" name="Datumsplatzhalter 4">
            <a:extLst>
              <a:ext uri="{FF2B5EF4-FFF2-40B4-BE49-F238E27FC236}">
                <a16:creationId xmlns:a16="http://schemas.microsoft.com/office/drawing/2014/main" id="{C6DE3823-B3B7-1E36-1FF5-DAB604DC3F57}"/>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99D181DE-7989-6715-4DCE-405C090AD138}"/>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F684D2CA-8FC6-C962-01B6-A1121D0AAD00}"/>
              </a:ext>
            </a:extLst>
          </p:cNvPr>
          <p:cNvSpPr>
            <a:spLocks noGrp="1"/>
          </p:cNvSpPr>
          <p:nvPr>
            <p:ph type="sldNum" sz="quarter" idx="20"/>
          </p:nvPr>
        </p:nvSpPr>
        <p:spPr/>
        <p:txBody>
          <a:bodyPr/>
          <a:lstStyle/>
          <a:p>
            <a:fld id="{F4B5F3EB-31C7-4555-828E-971415072856}" type="slidenum">
              <a:rPr lang="de-DE" smtClean="0"/>
              <a:pPr/>
              <a:t>15</a:t>
            </a:fld>
            <a:endParaRPr lang="de-DE"/>
          </a:p>
        </p:txBody>
      </p:sp>
      <p:pic>
        <p:nvPicPr>
          <p:cNvPr id="9" name="Grafik 8" descr="Microsoft Copilot Studio - Connectors | Microsoft Learn">
            <a:extLst>
              <a:ext uri="{FF2B5EF4-FFF2-40B4-BE49-F238E27FC236}">
                <a16:creationId xmlns:a16="http://schemas.microsoft.com/office/drawing/2014/main" id="{3271285F-5C8A-38CB-5C46-795D7114E1DD}"/>
              </a:ext>
            </a:extLst>
          </p:cNvPr>
          <p:cNvPicPr>
            <a:picLocks noChangeAspect="1"/>
          </p:cNvPicPr>
          <p:nvPr/>
        </p:nvPicPr>
        <p:blipFill>
          <a:blip r:embed="rId2"/>
          <a:stretch>
            <a:fillRect/>
          </a:stretch>
        </p:blipFill>
        <p:spPr>
          <a:xfrm>
            <a:off x="10916416" y="1128864"/>
            <a:ext cx="940303" cy="940303"/>
          </a:xfrm>
          <a:prstGeom prst="rect">
            <a:avLst/>
          </a:prstGeom>
        </p:spPr>
      </p:pic>
    </p:spTree>
    <p:extLst>
      <p:ext uri="{BB962C8B-B14F-4D97-AF65-F5344CB8AC3E}">
        <p14:creationId xmlns:p14="http://schemas.microsoft.com/office/powerpoint/2010/main" val="364966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3211-32FB-DEDF-3EE3-2CBDF0D8053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81B0959-CAFF-3D3D-2B77-5821730A8D20}"/>
              </a:ext>
            </a:extLst>
          </p:cNvPr>
          <p:cNvSpPr>
            <a:spLocks noGrp="1"/>
          </p:cNvSpPr>
          <p:nvPr>
            <p:ph type="title"/>
          </p:nvPr>
        </p:nvSpPr>
        <p:spPr/>
        <p:txBody>
          <a:bodyPr/>
          <a:lstStyle/>
          <a:p>
            <a:r>
              <a:rPr lang="de-DE" dirty="0"/>
              <a:t>Copilot Studio: Graphischer Editor</a:t>
            </a:r>
          </a:p>
        </p:txBody>
      </p:sp>
      <p:sp>
        <p:nvSpPr>
          <p:cNvPr id="3" name="Textplatzhalter 2">
            <a:extLst>
              <a:ext uri="{FF2B5EF4-FFF2-40B4-BE49-F238E27FC236}">
                <a16:creationId xmlns:a16="http://schemas.microsoft.com/office/drawing/2014/main" id="{832754AC-E3A2-6464-517D-57A4B7D0A7FB}"/>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5D19D210-CD2D-8313-076A-B5256FB3FF56}"/>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0DEFB43B-4EC1-27AF-296F-407489E70111}"/>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F88434C0-58DA-9BE1-0BB6-BFA3D618B01A}"/>
              </a:ext>
            </a:extLst>
          </p:cNvPr>
          <p:cNvSpPr>
            <a:spLocks noGrp="1"/>
          </p:cNvSpPr>
          <p:nvPr>
            <p:ph type="sldNum" sz="quarter" idx="20"/>
          </p:nvPr>
        </p:nvSpPr>
        <p:spPr/>
        <p:txBody>
          <a:bodyPr/>
          <a:lstStyle/>
          <a:p>
            <a:fld id="{F4B5F3EB-31C7-4555-828E-971415072856}" type="slidenum">
              <a:rPr lang="de-DE" smtClean="0"/>
              <a:pPr/>
              <a:t>16</a:t>
            </a:fld>
            <a:endParaRPr lang="de-DE"/>
          </a:p>
        </p:txBody>
      </p:sp>
      <p:pic>
        <p:nvPicPr>
          <p:cNvPr id="9" name="Grafik 8" descr="Microsoft Copilot Studio - Connectors | Microsoft Learn">
            <a:extLst>
              <a:ext uri="{FF2B5EF4-FFF2-40B4-BE49-F238E27FC236}">
                <a16:creationId xmlns:a16="http://schemas.microsoft.com/office/drawing/2014/main" id="{3D220D77-8777-229D-15C1-72739C0DED7C}"/>
              </a:ext>
            </a:extLst>
          </p:cNvPr>
          <p:cNvPicPr>
            <a:picLocks noChangeAspect="1"/>
          </p:cNvPicPr>
          <p:nvPr/>
        </p:nvPicPr>
        <p:blipFill>
          <a:blip r:embed="rId2"/>
          <a:stretch>
            <a:fillRect/>
          </a:stretch>
        </p:blipFill>
        <p:spPr>
          <a:xfrm>
            <a:off x="10916416" y="1128864"/>
            <a:ext cx="940303" cy="940303"/>
          </a:xfrm>
          <a:prstGeom prst="rect">
            <a:avLst/>
          </a:prstGeom>
        </p:spPr>
      </p:pic>
      <p:pic>
        <p:nvPicPr>
          <p:cNvPr id="12" name="Grafik 11">
            <a:extLst>
              <a:ext uri="{FF2B5EF4-FFF2-40B4-BE49-F238E27FC236}">
                <a16:creationId xmlns:a16="http://schemas.microsoft.com/office/drawing/2014/main" id="{BB11FBDE-03EC-61A0-EA19-3FBC5D56A425}"/>
              </a:ext>
            </a:extLst>
          </p:cNvPr>
          <p:cNvPicPr>
            <a:picLocks noChangeAspect="1"/>
          </p:cNvPicPr>
          <p:nvPr/>
        </p:nvPicPr>
        <p:blipFill>
          <a:blip r:embed="rId3"/>
          <a:stretch>
            <a:fillRect/>
          </a:stretch>
        </p:blipFill>
        <p:spPr>
          <a:xfrm>
            <a:off x="2280129" y="1128864"/>
            <a:ext cx="7631741" cy="5667768"/>
          </a:xfrm>
          <a:prstGeom prst="rect">
            <a:avLst/>
          </a:prstGeom>
        </p:spPr>
      </p:pic>
    </p:spTree>
    <p:extLst>
      <p:ext uri="{BB962C8B-B14F-4D97-AF65-F5344CB8AC3E}">
        <p14:creationId xmlns:p14="http://schemas.microsoft.com/office/powerpoint/2010/main" val="34484799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C6495-948C-5677-CCA6-518FBE368F8C}"/>
            </a:ext>
          </a:extLst>
        </p:cNvPr>
        <p:cNvGrpSpPr/>
        <p:nvPr/>
      </p:nvGrpSpPr>
      <p:grpSpPr>
        <a:xfrm>
          <a:off x="0" y="0"/>
          <a:ext cx="0" cy="0"/>
          <a:chOff x="0" y="0"/>
          <a:chExt cx="0" cy="0"/>
        </a:xfrm>
      </p:grpSpPr>
      <p:pic>
        <p:nvPicPr>
          <p:cNvPr id="8" name="Grafik 7" descr="File:Microsoft Power Automate.svg - Wikimedia Commons">
            <a:extLst>
              <a:ext uri="{FF2B5EF4-FFF2-40B4-BE49-F238E27FC236}">
                <a16:creationId xmlns:a16="http://schemas.microsoft.com/office/drawing/2014/main" id="{02ABA724-DC71-C66F-2A67-14B616C67D5D}"/>
              </a:ext>
            </a:extLst>
          </p:cNvPr>
          <p:cNvPicPr>
            <a:picLocks noChangeAspect="1"/>
          </p:cNvPicPr>
          <p:nvPr/>
        </p:nvPicPr>
        <p:blipFill>
          <a:blip r:embed="rId2"/>
          <a:stretch>
            <a:fillRect/>
          </a:stretch>
        </p:blipFill>
        <p:spPr>
          <a:xfrm>
            <a:off x="10917119" y="1128862"/>
            <a:ext cx="939600" cy="939600"/>
          </a:xfrm>
          <a:prstGeom prst="rect">
            <a:avLst/>
          </a:prstGeom>
        </p:spPr>
      </p:pic>
      <p:sp>
        <p:nvSpPr>
          <p:cNvPr id="2" name="Titel 1">
            <a:extLst>
              <a:ext uri="{FF2B5EF4-FFF2-40B4-BE49-F238E27FC236}">
                <a16:creationId xmlns:a16="http://schemas.microsoft.com/office/drawing/2014/main" id="{FD6CF286-BA41-6E57-941A-F97E0A3863A7}"/>
              </a:ext>
            </a:extLst>
          </p:cNvPr>
          <p:cNvSpPr>
            <a:spLocks noGrp="1"/>
          </p:cNvSpPr>
          <p:nvPr>
            <p:ph type="title"/>
          </p:nvPr>
        </p:nvSpPr>
        <p:spPr/>
        <p:txBody>
          <a:bodyPr/>
          <a:lstStyle/>
          <a:p>
            <a:r>
              <a:rPr lang="de-DE" dirty="0"/>
              <a:t>Power Automate: Setup des Cloud-Flows</a:t>
            </a:r>
          </a:p>
        </p:txBody>
      </p:sp>
      <p:sp>
        <p:nvSpPr>
          <p:cNvPr id="3" name="Textplatzhalter 2">
            <a:extLst>
              <a:ext uri="{FF2B5EF4-FFF2-40B4-BE49-F238E27FC236}">
                <a16:creationId xmlns:a16="http://schemas.microsoft.com/office/drawing/2014/main" id="{51E3178A-0606-ED3E-F59D-961C53C5C549}"/>
              </a:ext>
            </a:extLst>
          </p:cNvPr>
          <p:cNvSpPr>
            <a:spLocks noGrp="1"/>
          </p:cNvSpPr>
          <p:nvPr>
            <p:ph type="body" sz="quarter" idx="13"/>
          </p:nvPr>
        </p:nvSpPr>
        <p:spPr/>
        <p:txBody>
          <a:bodyPr/>
          <a:lstStyle/>
          <a:p>
            <a:endParaRPr lang="de-DE"/>
          </a:p>
        </p:txBody>
      </p:sp>
      <p:sp>
        <p:nvSpPr>
          <p:cNvPr id="10" name="Inhaltsplatzhalter 9">
            <a:extLst>
              <a:ext uri="{FF2B5EF4-FFF2-40B4-BE49-F238E27FC236}">
                <a16:creationId xmlns:a16="http://schemas.microsoft.com/office/drawing/2014/main" id="{1AA1470F-A378-89CA-3DC4-39A32D5535CB}"/>
              </a:ext>
            </a:extLst>
          </p:cNvPr>
          <p:cNvSpPr>
            <a:spLocks noGrp="1"/>
          </p:cNvSpPr>
          <p:nvPr>
            <p:ph sz="quarter" idx="17"/>
          </p:nvPr>
        </p:nvSpPr>
        <p:spPr/>
        <p:txBody>
          <a:bodyPr/>
          <a:lstStyle/>
          <a:p>
            <a:r>
              <a:rPr lang="de-DE" dirty="0"/>
              <a:t>Öffne </a:t>
            </a:r>
            <a:r>
              <a:rPr lang="de-DE" dirty="0">
                <a:hlinkClick r:id="rId3"/>
              </a:rPr>
              <a:t>Copilot Studio</a:t>
            </a:r>
            <a:r>
              <a:rPr lang="de-DE" dirty="0"/>
              <a:t> und selektiere „Flows“</a:t>
            </a:r>
          </a:p>
          <a:p>
            <a:r>
              <a:rPr lang="de-DE" dirty="0"/>
              <a:t>Klicke auf „+Neuer Agent-Flow“</a:t>
            </a:r>
          </a:p>
          <a:p>
            <a:r>
              <a:rPr lang="de-DE" dirty="0"/>
              <a:t>Modelliere den Flow:</a:t>
            </a:r>
          </a:p>
          <a:p>
            <a:pPr lvl="1"/>
            <a:r>
              <a:rPr lang="de-DE" dirty="0"/>
              <a:t>Trigger ist „Wenn ein Agent den Flow aufruft“ (Orchestrierte Agent)</a:t>
            </a:r>
          </a:p>
          <a:p>
            <a:pPr lvl="1"/>
            <a:r>
              <a:rPr lang="de-DE" dirty="0"/>
              <a:t>Sub-Agenten sind einzurichten, die Rohtext verarbeiten und strukturierte Outputs produzieren (z.B. Kritikalitätsbewertung). Sowohl erfolgreiche als auch fehlgeschlagene Agenten</a:t>
            </a:r>
          </a:p>
          <a:p>
            <a:pPr lvl="1"/>
            <a:r>
              <a:rPr lang="de-DE" dirty="0"/>
              <a:t>Input Variablen sind definiert und im Copilot Agenten verbunden (Aktion Nodes)</a:t>
            </a:r>
          </a:p>
          <a:p>
            <a:pPr lvl="1"/>
            <a:r>
              <a:rPr lang="de-DE" dirty="0"/>
              <a:t>Flow Variablen sind angelegt und initiiert (z.B. </a:t>
            </a:r>
            <a:r>
              <a:rPr lang="de-DE" dirty="0" err="1"/>
              <a:t>VarZusammenfassung</a:t>
            </a:r>
            <a:r>
              <a:rPr lang="de-DE" dirty="0"/>
              <a:t>)</a:t>
            </a:r>
          </a:p>
          <a:p>
            <a:pPr lvl="1"/>
            <a:r>
              <a:rPr lang="de-DE" dirty="0"/>
              <a:t>E-Mail mit parametrisierten Feldern (Empfänger, Betreff, Inhalt, Priorität)</a:t>
            </a:r>
          </a:p>
          <a:p>
            <a:pPr lvl="1"/>
            <a:r>
              <a:rPr lang="de-DE" dirty="0"/>
              <a:t>Letzter Node immer „</a:t>
            </a:r>
            <a:r>
              <a:rPr lang="de-DE" dirty="0" err="1"/>
              <a:t>Respond</a:t>
            </a:r>
            <a:r>
              <a:rPr lang="de-DE" dirty="0"/>
              <a:t> to </a:t>
            </a:r>
            <a:r>
              <a:rPr lang="de-DE" dirty="0" err="1"/>
              <a:t>agent</a:t>
            </a:r>
            <a:r>
              <a:rPr lang="de-DE" dirty="0"/>
              <a:t>“</a:t>
            </a:r>
          </a:p>
          <a:p>
            <a:r>
              <a:rPr lang="de-DE" dirty="0"/>
              <a:t>Speichern und Veröffentlichen</a:t>
            </a:r>
          </a:p>
          <a:p>
            <a:r>
              <a:rPr lang="de-DE" dirty="0"/>
              <a:t>Vergangene Durchführungen unter Aktivität (Variablen, Ausführungszeiten, Inputs/Outputs, Logs, usw.)</a:t>
            </a:r>
          </a:p>
          <a:p>
            <a:pPr lvl="1"/>
            <a:endParaRPr lang="de-DE" dirty="0"/>
          </a:p>
          <a:p>
            <a:endParaRPr lang="de-DE" i="1" dirty="0"/>
          </a:p>
        </p:txBody>
      </p:sp>
      <p:sp>
        <p:nvSpPr>
          <p:cNvPr id="5" name="Datumsplatzhalter 4">
            <a:extLst>
              <a:ext uri="{FF2B5EF4-FFF2-40B4-BE49-F238E27FC236}">
                <a16:creationId xmlns:a16="http://schemas.microsoft.com/office/drawing/2014/main" id="{D86204D4-A5C0-8878-2BEF-B0BFAA8D2680}"/>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F0898673-E1CC-EAAA-6898-ABB63942A7BC}"/>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F59852F5-43E5-3800-2834-28010800DD30}"/>
              </a:ext>
            </a:extLst>
          </p:cNvPr>
          <p:cNvSpPr>
            <a:spLocks noGrp="1"/>
          </p:cNvSpPr>
          <p:nvPr>
            <p:ph type="sldNum" sz="quarter" idx="20"/>
          </p:nvPr>
        </p:nvSpPr>
        <p:spPr/>
        <p:txBody>
          <a:bodyPr/>
          <a:lstStyle/>
          <a:p>
            <a:fld id="{F4B5F3EB-31C7-4555-828E-971415072856}" type="slidenum">
              <a:rPr lang="de-DE" smtClean="0"/>
              <a:pPr/>
              <a:t>17</a:t>
            </a:fld>
            <a:endParaRPr lang="de-DE"/>
          </a:p>
        </p:txBody>
      </p:sp>
    </p:spTree>
    <p:extLst>
      <p:ext uri="{BB962C8B-B14F-4D97-AF65-F5344CB8AC3E}">
        <p14:creationId xmlns:p14="http://schemas.microsoft.com/office/powerpoint/2010/main" val="292726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5215A1-7CA6-1323-37DF-6BCB2CBCBBB4}"/>
            </a:ext>
          </a:extLst>
        </p:cNvPr>
        <p:cNvGrpSpPr/>
        <p:nvPr/>
      </p:nvGrpSpPr>
      <p:grpSpPr>
        <a:xfrm>
          <a:off x="0" y="0"/>
          <a:ext cx="0" cy="0"/>
          <a:chOff x="0" y="0"/>
          <a:chExt cx="0" cy="0"/>
        </a:xfrm>
      </p:grpSpPr>
      <p:pic>
        <p:nvPicPr>
          <p:cNvPr id="8" name="Grafik 7" descr="File:Microsoft Power Automate.svg - Wikimedia Commons">
            <a:extLst>
              <a:ext uri="{FF2B5EF4-FFF2-40B4-BE49-F238E27FC236}">
                <a16:creationId xmlns:a16="http://schemas.microsoft.com/office/drawing/2014/main" id="{FBFE87E0-97C3-7B72-EC04-F15D3FE58C0A}"/>
              </a:ext>
            </a:extLst>
          </p:cNvPr>
          <p:cNvPicPr>
            <a:picLocks noChangeAspect="1"/>
          </p:cNvPicPr>
          <p:nvPr/>
        </p:nvPicPr>
        <p:blipFill>
          <a:blip r:embed="rId2"/>
          <a:stretch>
            <a:fillRect/>
          </a:stretch>
        </p:blipFill>
        <p:spPr>
          <a:xfrm>
            <a:off x="10917119" y="1128862"/>
            <a:ext cx="939600" cy="939600"/>
          </a:xfrm>
          <a:prstGeom prst="rect">
            <a:avLst/>
          </a:prstGeom>
        </p:spPr>
      </p:pic>
      <p:sp>
        <p:nvSpPr>
          <p:cNvPr id="2" name="Titel 1">
            <a:extLst>
              <a:ext uri="{FF2B5EF4-FFF2-40B4-BE49-F238E27FC236}">
                <a16:creationId xmlns:a16="http://schemas.microsoft.com/office/drawing/2014/main" id="{B91EBB51-817E-1351-88C3-A9122D272669}"/>
              </a:ext>
            </a:extLst>
          </p:cNvPr>
          <p:cNvSpPr>
            <a:spLocks noGrp="1"/>
          </p:cNvSpPr>
          <p:nvPr>
            <p:ph type="title"/>
          </p:nvPr>
        </p:nvSpPr>
        <p:spPr/>
        <p:txBody>
          <a:bodyPr/>
          <a:lstStyle/>
          <a:p>
            <a:r>
              <a:rPr lang="de-DE" dirty="0"/>
              <a:t>Power Automate: Node-Typen</a:t>
            </a:r>
          </a:p>
        </p:txBody>
      </p:sp>
      <p:sp>
        <p:nvSpPr>
          <p:cNvPr id="3" name="Textplatzhalter 2">
            <a:extLst>
              <a:ext uri="{FF2B5EF4-FFF2-40B4-BE49-F238E27FC236}">
                <a16:creationId xmlns:a16="http://schemas.microsoft.com/office/drawing/2014/main" id="{ACB1846A-88C8-2EBF-1FD0-E365A8EE6AA1}"/>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FE0C74D7-228B-E681-5B89-60D306166355}"/>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880DF6A8-D5B1-F6CC-9F2A-821A57F0CBB1}"/>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BB0669F5-F397-6883-5F26-4A06D0F30A15}"/>
              </a:ext>
            </a:extLst>
          </p:cNvPr>
          <p:cNvSpPr>
            <a:spLocks noGrp="1"/>
          </p:cNvSpPr>
          <p:nvPr>
            <p:ph type="sldNum" sz="quarter" idx="20"/>
          </p:nvPr>
        </p:nvSpPr>
        <p:spPr/>
        <p:txBody>
          <a:bodyPr/>
          <a:lstStyle/>
          <a:p>
            <a:fld id="{F4B5F3EB-31C7-4555-828E-971415072856}" type="slidenum">
              <a:rPr lang="de-DE" smtClean="0"/>
              <a:pPr/>
              <a:t>18</a:t>
            </a:fld>
            <a:endParaRPr lang="de-DE"/>
          </a:p>
        </p:txBody>
      </p:sp>
      <p:graphicFrame>
        <p:nvGraphicFramePr>
          <p:cNvPr id="4" name="Inhaltsplatzhalter 7">
            <a:extLst>
              <a:ext uri="{FF2B5EF4-FFF2-40B4-BE49-F238E27FC236}">
                <a16:creationId xmlns:a16="http://schemas.microsoft.com/office/drawing/2014/main" id="{49548E42-0324-E061-4138-2EDD427D1569}"/>
              </a:ext>
            </a:extLst>
          </p:cNvPr>
          <p:cNvGraphicFramePr>
            <a:graphicFrameLocks/>
          </p:cNvGraphicFramePr>
          <p:nvPr>
            <p:extLst>
              <p:ext uri="{D42A27DB-BD31-4B8C-83A1-F6EECF244321}">
                <p14:modId xmlns:p14="http://schemas.microsoft.com/office/powerpoint/2010/main" val="1860770463"/>
              </p:ext>
            </p:extLst>
          </p:nvPr>
        </p:nvGraphicFramePr>
        <p:xfrm>
          <a:off x="445453" y="1546150"/>
          <a:ext cx="10344467" cy="4093436"/>
        </p:xfrm>
        <a:graphic>
          <a:graphicData uri="http://schemas.openxmlformats.org/drawingml/2006/table">
            <a:tbl>
              <a:tblPr firstRow="1" bandRow="1">
                <a:tableStyleId>{5C22544A-7EE6-4342-B048-85BDC9FD1C3A}</a:tableStyleId>
              </a:tblPr>
              <a:tblGrid>
                <a:gridCol w="2546768">
                  <a:extLst>
                    <a:ext uri="{9D8B030D-6E8A-4147-A177-3AD203B41FA5}">
                      <a16:colId xmlns:a16="http://schemas.microsoft.com/office/drawing/2014/main" val="1019663614"/>
                    </a:ext>
                  </a:extLst>
                </a:gridCol>
                <a:gridCol w="7797699">
                  <a:extLst>
                    <a:ext uri="{9D8B030D-6E8A-4147-A177-3AD203B41FA5}">
                      <a16:colId xmlns:a16="http://schemas.microsoft.com/office/drawing/2014/main" val="174365310"/>
                    </a:ext>
                  </a:extLst>
                </a:gridCol>
              </a:tblGrid>
              <a:tr h="634739">
                <a:tc>
                  <a:txBody>
                    <a:bodyPr/>
                    <a:lstStyle/>
                    <a:p>
                      <a:r>
                        <a:rPr lang="de-DE" dirty="0"/>
                        <a:t>Node-Typ </a:t>
                      </a:r>
                    </a:p>
                  </a:txBody>
                  <a:tcPr/>
                </a:tc>
                <a:tc>
                  <a:txBody>
                    <a:bodyPr/>
                    <a:lstStyle/>
                    <a:p>
                      <a:r>
                        <a:rPr lang="de-DE"/>
                        <a:t>Verwendung</a:t>
                      </a:r>
                    </a:p>
                  </a:txBody>
                  <a:tcPr/>
                </a:tc>
                <a:extLst>
                  <a:ext uri="{0D108BD9-81ED-4DB2-BD59-A6C34878D82A}">
                    <a16:rowId xmlns:a16="http://schemas.microsoft.com/office/drawing/2014/main" val="1878290806"/>
                  </a:ext>
                </a:extLst>
              </a:tr>
              <a:tr h="634739">
                <a:tc>
                  <a:txBody>
                    <a:bodyPr/>
                    <a:lstStyle/>
                    <a:p>
                      <a:r>
                        <a:rPr lang="de-DE" dirty="0"/>
                        <a:t>Trigger Node</a:t>
                      </a:r>
                    </a:p>
                  </a:txBody>
                  <a:tcPr/>
                </a:tc>
                <a:tc>
                  <a:txBody>
                    <a:bodyPr/>
                    <a:lstStyle/>
                    <a:p>
                      <a:r>
                        <a:rPr lang="de-DE" dirty="0"/>
                        <a:t>Auslöser des Flows. Hier „Wenn der Agent den Flow aufruft“</a:t>
                      </a:r>
                    </a:p>
                  </a:txBody>
                  <a:tcPr/>
                </a:tc>
                <a:extLst>
                  <a:ext uri="{0D108BD9-81ED-4DB2-BD59-A6C34878D82A}">
                    <a16:rowId xmlns:a16="http://schemas.microsoft.com/office/drawing/2014/main" val="3943592989"/>
                  </a:ext>
                </a:extLst>
              </a:tr>
              <a:tr h="634739">
                <a:tc>
                  <a:txBody>
                    <a:bodyPr/>
                    <a:lstStyle/>
                    <a:p>
                      <a:r>
                        <a:rPr lang="de-DE" dirty="0"/>
                        <a:t>Agent Node</a:t>
                      </a:r>
                    </a:p>
                  </a:txBody>
                  <a:tcPr/>
                </a:tc>
                <a:tc>
                  <a:txBody>
                    <a:bodyPr/>
                    <a:lstStyle/>
                    <a:p>
                      <a:r>
                        <a:rPr lang="de-DE" dirty="0"/>
                        <a:t>Agenten können Teilaufgaben erledigen (z.B. aus Rohtext eine Telefonnummer extrahieren). Im Idealfall müssen sie strukturierte JSON Ausgaben produzieren.</a:t>
                      </a:r>
                    </a:p>
                  </a:txBody>
                  <a:tcPr/>
                </a:tc>
                <a:extLst>
                  <a:ext uri="{0D108BD9-81ED-4DB2-BD59-A6C34878D82A}">
                    <a16:rowId xmlns:a16="http://schemas.microsoft.com/office/drawing/2014/main" val="1158162090"/>
                  </a:ext>
                </a:extLst>
              </a:tr>
              <a:tr h="634739">
                <a:tc>
                  <a:txBody>
                    <a:bodyPr/>
                    <a:lstStyle/>
                    <a:p>
                      <a:r>
                        <a:rPr lang="de-DE" dirty="0"/>
                        <a:t>Variablen Node</a:t>
                      </a:r>
                    </a:p>
                  </a:txBody>
                  <a:tcPr/>
                </a:tc>
                <a:tc>
                  <a:txBody>
                    <a:bodyPr/>
                    <a:lstStyle/>
                    <a:p>
                      <a:r>
                        <a:rPr lang="de-DE" dirty="0"/>
                        <a:t>Initialisierung von Variablen, wie z.B. der </a:t>
                      </a:r>
                      <a:r>
                        <a:rPr lang="de-DE" dirty="0" err="1"/>
                        <a:t>Ansprechparntername</a:t>
                      </a:r>
                      <a:r>
                        <a:rPr lang="de-DE" dirty="0"/>
                        <a:t>, der in der E-Mail parametrisiert einfließt</a:t>
                      </a:r>
                    </a:p>
                  </a:txBody>
                  <a:tcPr/>
                </a:tc>
                <a:extLst>
                  <a:ext uri="{0D108BD9-81ED-4DB2-BD59-A6C34878D82A}">
                    <a16:rowId xmlns:a16="http://schemas.microsoft.com/office/drawing/2014/main" val="3943422102"/>
                  </a:ext>
                </a:extLst>
              </a:tr>
              <a:tr h="634739">
                <a:tc>
                  <a:txBody>
                    <a:bodyPr/>
                    <a:lstStyle/>
                    <a:p>
                      <a:r>
                        <a:rPr lang="de-DE" dirty="0"/>
                        <a:t>E-Mail senden Node</a:t>
                      </a:r>
                    </a:p>
                  </a:txBody>
                  <a:tcPr/>
                </a:tc>
                <a:tc>
                  <a:txBody>
                    <a:bodyPr/>
                    <a:lstStyle/>
                    <a:p>
                      <a:r>
                        <a:rPr lang="de-DE" dirty="0"/>
                        <a:t>Office 365 Outlook Konnektor</a:t>
                      </a:r>
                    </a:p>
                  </a:txBody>
                  <a:tcPr/>
                </a:tc>
                <a:extLst>
                  <a:ext uri="{0D108BD9-81ED-4DB2-BD59-A6C34878D82A}">
                    <a16:rowId xmlns:a16="http://schemas.microsoft.com/office/drawing/2014/main" val="2484872575"/>
                  </a:ext>
                </a:extLst>
              </a:tr>
              <a:tr h="634739">
                <a:tc>
                  <a:txBody>
                    <a:bodyPr/>
                    <a:lstStyle/>
                    <a:p>
                      <a:r>
                        <a:rPr lang="de-DE" dirty="0"/>
                        <a:t>Response Node</a:t>
                      </a:r>
                    </a:p>
                  </a:txBody>
                  <a:tcPr/>
                </a:tc>
                <a:tc>
                  <a:txBody>
                    <a:bodyPr/>
                    <a:lstStyle/>
                    <a:p>
                      <a:r>
                        <a:rPr lang="de-DE" dirty="0"/>
                        <a:t>Für solche Agenten immer auf „</a:t>
                      </a:r>
                      <a:r>
                        <a:rPr lang="de-DE" dirty="0" err="1"/>
                        <a:t>Respond</a:t>
                      </a:r>
                      <a:r>
                        <a:rPr lang="de-DE" dirty="0"/>
                        <a:t> to Agent“ gesetzt</a:t>
                      </a:r>
                    </a:p>
                  </a:txBody>
                  <a:tcPr/>
                </a:tc>
                <a:extLst>
                  <a:ext uri="{0D108BD9-81ED-4DB2-BD59-A6C34878D82A}">
                    <a16:rowId xmlns:a16="http://schemas.microsoft.com/office/drawing/2014/main" val="3069425336"/>
                  </a:ext>
                </a:extLst>
              </a:tr>
            </a:tbl>
          </a:graphicData>
        </a:graphic>
      </p:graphicFrame>
    </p:spTree>
    <p:extLst>
      <p:ext uri="{BB962C8B-B14F-4D97-AF65-F5344CB8AC3E}">
        <p14:creationId xmlns:p14="http://schemas.microsoft.com/office/powerpoint/2010/main" val="2752092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A5CD1-3927-C83F-7EE1-B1D68C693BCE}"/>
            </a:ext>
          </a:extLst>
        </p:cNvPr>
        <p:cNvGrpSpPr/>
        <p:nvPr/>
      </p:nvGrpSpPr>
      <p:grpSpPr>
        <a:xfrm>
          <a:off x="0" y="0"/>
          <a:ext cx="0" cy="0"/>
          <a:chOff x="0" y="0"/>
          <a:chExt cx="0" cy="0"/>
        </a:xfrm>
      </p:grpSpPr>
      <p:pic>
        <p:nvPicPr>
          <p:cNvPr id="8" name="Grafik 7" descr="File:Microsoft Power Automate.svg - Wikimedia Commons">
            <a:extLst>
              <a:ext uri="{FF2B5EF4-FFF2-40B4-BE49-F238E27FC236}">
                <a16:creationId xmlns:a16="http://schemas.microsoft.com/office/drawing/2014/main" id="{E4FFA2F8-8D05-A459-1B55-A513C996096D}"/>
              </a:ext>
            </a:extLst>
          </p:cNvPr>
          <p:cNvPicPr>
            <a:picLocks noChangeAspect="1"/>
          </p:cNvPicPr>
          <p:nvPr/>
        </p:nvPicPr>
        <p:blipFill>
          <a:blip r:embed="rId2"/>
          <a:stretch>
            <a:fillRect/>
          </a:stretch>
        </p:blipFill>
        <p:spPr>
          <a:xfrm>
            <a:off x="10917119" y="1128862"/>
            <a:ext cx="939600" cy="939600"/>
          </a:xfrm>
          <a:prstGeom prst="rect">
            <a:avLst/>
          </a:prstGeom>
        </p:spPr>
      </p:pic>
      <p:sp>
        <p:nvSpPr>
          <p:cNvPr id="2" name="Titel 1">
            <a:extLst>
              <a:ext uri="{FF2B5EF4-FFF2-40B4-BE49-F238E27FC236}">
                <a16:creationId xmlns:a16="http://schemas.microsoft.com/office/drawing/2014/main" id="{B2A70A56-0AF9-0EB4-57FB-169E928DEED1}"/>
              </a:ext>
            </a:extLst>
          </p:cNvPr>
          <p:cNvSpPr>
            <a:spLocks noGrp="1"/>
          </p:cNvSpPr>
          <p:nvPr>
            <p:ph type="title"/>
          </p:nvPr>
        </p:nvSpPr>
        <p:spPr/>
        <p:txBody>
          <a:bodyPr/>
          <a:lstStyle/>
          <a:p>
            <a:r>
              <a:rPr lang="de-DE" dirty="0"/>
              <a:t>Power Automate: Graphischen Editor</a:t>
            </a:r>
          </a:p>
        </p:txBody>
      </p:sp>
      <p:sp>
        <p:nvSpPr>
          <p:cNvPr id="3" name="Textplatzhalter 2">
            <a:extLst>
              <a:ext uri="{FF2B5EF4-FFF2-40B4-BE49-F238E27FC236}">
                <a16:creationId xmlns:a16="http://schemas.microsoft.com/office/drawing/2014/main" id="{A46F444D-A2B0-BE6F-F1F6-66FDD623E47E}"/>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52708CE7-4FC3-73EB-3537-837D7B91036F}"/>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599C1FE9-CFEB-87C4-F863-351A6FDE2D1C}"/>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B0123644-EF43-E8B0-6849-E2B8005B6751}"/>
              </a:ext>
            </a:extLst>
          </p:cNvPr>
          <p:cNvSpPr>
            <a:spLocks noGrp="1"/>
          </p:cNvSpPr>
          <p:nvPr>
            <p:ph type="sldNum" sz="quarter" idx="20"/>
          </p:nvPr>
        </p:nvSpPr>
        <p:spPr/>
        <p:txBody>
          <a:bodyPr/>
          <a:lstStyle/>
          <a:p>
            <a:fld id="{F4B5F3EB-31C7-4555-828E-971415072856}" type="slidenum">
              <a:rPr lang="de-DE" smtClean="0"/>
              <a:pPr/>
              <a:t>19</a:t>
            </a:fld>
            <a:endParaRPr lang="de-DE"/>
          </a:p>
        </p:txBody>
      </p:sp>
      <p:pic>
        <p:nvPicPr>
          <p:cNvPr id="12" name="Grafik 11">
            <a:extLst>
              <a:ext uri="{FF2B5EF4-FFF2-40B4-BE49-F238E27FC236}">
                <a16:creationId xmlns:a16="http://schemas.microsoft.com/office/drawing/2014/main" id="{A448355D-7833-759C-AB3B-420492FD35BD}"/>
              </a:ext>
            </a:extLst>
          </p:cNvPr>
          <p:cNvPicPr>
            <a:picLocks noChangeAspect="1"/>
          </p:cNvPicPr>
          <p:nvPr/>
        </p:nvPicPr>
        <p:blipFill>
          <a:blip r:embed="rId3"/>
          <a:stretch>
            <a:fillRect/>
          </a:stretch>
        </p:blipFill>
        <p:spPr>
          <a:xfrm>
            <a:off x="4906522" y="1259569"/>
            <a:ext cx="3746378" cy="5152516"/>
          </a:xfrm>
          <a:prstGeom prst="rect">
            <a:avLst/>
          </a:prstGeom>
          <a:ln w="28575">
            <a:solidFill>
              <a:schemeClr val="accent2"/>
            </a:solidFill>
          </a:ln>
        </p:spPr>
      </p:pic>
      <p:pic>
        <p:nvPicPr>
          <p:cNvPr id="9" name="Grafik 8">
            <a:extLst>
              <a:ext uri="{FF2B5EF4-FFF2-40B4-BE49-F238E27FC236}">
                <a16:creationId xmlns:a16="http://schemas.microsoft.com/office/drawing/2014/main" id="{A1C51698-FC5D-7D18-373F-FC5F5A4F0A27}"/>
              </a:ext>
            </a:extLst>
          </p:cNvPr>
          <p:cNvPicPr>
            <a:picLocks noChangeAspect="1"/>
          </p:cNvPicPr>
          <p:nvPr/>
        </p:nvPicPr>
        <p:blipFill>
          <a:blip r:embed="rId4"/>
          <a:stretch>
            <a:fillRect/>
          </a:stretch>
        </p:blipFill>
        <p:spPr>
          <a:xfrm>
            <a:off x="8949635" y="1251319"/>
            <a:ext cx="1852868" cy="2763384"/>
          </a:xfrm>
          <a:prstGeom prst="rect">
            <a:avLst/>
          </a:prstGeom>
        </p:spPr>
      </p:pic>
      <p:cxnSp>
        <p:nvCxnSpPr>
          <p:cNvPr id="10" name="Gerade Verbindung mit Pfeil 9">
            <a:extLst>
              <a:ext uri="{FF2B5EF4-FFF2-40B4-BE49-F238E27FC236}">
                <a16:creationId xmlns:a16="http://schemas.microsoft.com/office/drawing/2014/main" id="{19833BA2-0C62-5CA0-224F-106CA9A72185}"/>
              </a:ext>
            </a:extLst>
          </p:cNvPr>
          <p:cNvCxnSpPr>
            <a:cxnSpLocks/>
          </p:cNvCxnSpPr>
          <p:nvPr/>
        </p:nvCxnSpPr>
        <p:spPr>
          <a:xfrm>
            <a:off x="6970560" y="1565356"/>
            <a:ext cx="1903979" cy="0"/>
          </a:xfrm>
          <a:prstGeom prst="straightConnector1">
            <a:avLst/>
          </a:prstGeom>
          <a:ln w="28575" cap="flat" cmpd="sng" algn="ctr">
            <a:solidFill>
              <a:schemeClr val="accent2"/>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4" name="Gerade Verbindung mit Pfeil 13">
            <a:extLst>
              <a:ext uri="{FF2B5EF4-FFF2-40B4-BE49-F238E27FC236}">
                <a16:creationId xmlns:a16="http://schemas.microsoft.com/office/drawing/2014/main" id="{64E89777-1932-514C-6DB7-C8A44A171EEA}"/>
              </a:ext>
            </a:extLst>
          </p:cNvPr>
          <p:cNvCxnSpPr>
            <a:cxnSpLocks/>
          </p:cNvCxnSpPr>
          <p:nvPr/>
        </p:nvCxnSpPr>
        <p:spPr>
          <a:xfrm flipH="1">
            <a:off x="4465983" y="2148452"/>
            <a:ext cx="1002665" cy="0"/>
          </a:xfrm>
          <a:prstGeom prst="straightConnector1">
            <a:avLst/>
          </a:prstGeom>
          <a:ln w="28575" cap="flat" cmpd="sng" algn="ctr">
            <a:solidFill>
              <a:schemeClr val="accent2"/>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pic>
        <p:nvPicPr>
          <p:cNvPr id="19" name="Grafik 18">
            <a:extLst>
              <a:ext uri="{FF2B5EF4-FFF2-40B4-BE49-F238E27FC236}">
                <a16:creationId xmlns:a16="http://schemas.microsoft.com/office/drawing/2014/main" id="{FF0E1640-4AB3-2499-F263-9D37317A6D2E}"/>
              </a:ext>
            </a:extLst>
          </p:cNvPr>
          <p:cNvPicPr>
            <a:picLocks noChangeAspect="1"/>
          </p:cNvPicPr>
          <p:nvPr/>
        </p:nvPicPr>
        <p:blipFill>
          <a:blip r:embed="rId5"/>
          <a:stretch>
            <a:fillRect/>
          </a:stretch>
        </p:blipFill>
        <p:spPr>
          <a:xfrm>
            <a:off x="128261" y="1128862"/>
            <a:ext cx="4253790" cy="2737983"/>
          </a:xfrm>
          <a:prstGeom prst="rect">
            <a:avLst/>
          </a:prstGeom>
        </p:spPr>
      </p:pic>
      <p:cxnSp>
        <p:nvCxnSpPr>
          <p:cNvPr id="21" name="Gerade Verbindung mit Pfeil 20">
            <a:extLst>
              <a:ext uri="{FF2B5EF4-FFF2-40B4-BE49-F238E27FC236}">
                <a16:creationId xmlns:a16="http://schemas.microsoft.com/office/drawing/2014/main" id="{DD12672F-C2ED-16C6-D152-002B3306D463}"/>
              </a:ext>
            </a:extLst>
          </p:cNvPr>
          <p:cNvCxnSpPr>
            <a:cxnSpLocks/>
          </p:cNvCxnSpPr>
          <p:nvPr/>
        </p:nvCxnSpPr>
        <p:spPr>
          <a:xfrm>
            <a:off x="8507813" y="4962261"/>
            <a:ext cx="951536" cy="0"/>
          </a:xfrm>
          <a:prstGeom prst="straightConnector1">
            <a:avLst/>
          </a:prstGeom>
          <a:ln w="28575" cap="flat" cmpd="sng" algn="ctr">
            <a:solidFill>
              <a:schemeClr val="accent2"/>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pic>
        <p:nvPicPr>
          <p:cNvPr id="24" name="Grafik 23">
            <a:extLst>
              <a:ext uri="{FF2B5EF4-FFF2-40B4-BE49-F238E27FC236}">
                <a16:creationId xmlns:a16="http://schemas.microsoft.com/office/drawing/2014/main" id="{16DFA832-BA65-0870-F271-C8CC30734373}"/>
              </a:ext>
            </a:extLst>
          </p:cNvPr>
          <p:cNvPicPr>
            <a:picLocks noChangeAspect="1"/>
          </p:cNvPicPr>
          <p:nvPr/>
        </p:nvPicPr>
        <p:blipFill>
          <a:blip r:embed="rId6"/>
          <a:stretch>
            <a:fillRect/>
          </a:stretch>
        </p:blipFill>
        <p:spPr>
          <a:xfrm>
            <a:off x="9498497" y="4228598"/>
            <a:ext cx="2386995" cy="2342927"/>
          </a:xfrm>
          <a:prstGeom prst="rect">
            <a:avLst/>
          </a:prstGeom>
        </p:spPr>
      </p:pic>
      <p:pic>
        <p:nvPicPr>
          <p:cNvPr id="27" name="Grafik 26">
            <a:extLst>
              <a:ext uri="{FF2B5EF4-FFF2-40B4-BE49-F238E27FC236}">
                <a16:creationId xmlns:a16="http://schemas.microsoft.com/office/drawing/2014/main" id="{CA83AF7E-6FC4-3F44-0BB8-64C25E51F9D9}"/>
              </a:ext>
            </a:extLst>
          </p:cNvPr>
          <p:cNvPicPr>
            <a:picLocks noChangeAspect="1"/>
          </p:cNvPicPr>
          <p:nvPr/>
        </p:nvPicPr>
        <p:blipFill>
          <a:blip r:embed="rId7"/>
          <a:stretch>
            <a:fillRect/>
          </a:stretch>
        </p:blipFill>
        <p:spPr>
          <a:xfrm>
            <a:off x="128260" y="3990177"/>
            <a:ext cx="4253791" cy="2553857"/>
          </a:xfrm>
          <a:prstGeom prst="rect">
            <a:avLst/>
          </a:prstGeom>
        </p:spPr>
      </p:pic>
      <p:cxnSp>
        <p:nvCxnSpPr>
          <p:cNvPr id="29" name="Gerade Verbindung mit Pfeil 28">
            <a:extLst>
              <a:ext uri="{FF2B5EF4-FFF2-40B4-BE49-F238E27FC236}">
                <a16:creationId xmlns:a16="http://schemas.microsoft.com/office/drawing/2014/main" id="{05133050-42E5-465A-3A9A-DBAD5DF8B915}"/>
              </a:ext>
            </a:extLst>
          </p:cNvPr>
          <p:cNvCxnSpPr>
            <a:cxnSpLocks/>
          </p:cNvCxnSpPr>
          <p:nvPr/>
        </p:nvCxnSpPr>
        <p:spPr>
          <a:xfrm flipH="1">
            <a:off x="4435061" y="5510087"/>
            <a:ext cx="2663604" cy="0"/>
          </a:xfrm>
          <a:prstGeom prst="straightConnector1">
            <a:avLst/>
          </a:prstGeom>
          <a:ln w="28575" cap="flat" cmpd="sng" algn="ctr">
            <a:solidFill>
              <a:schemeClr val="accent2"/>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907092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EDCCD-3737-A124-9CCC-C029D8872887}"/>
            </a:ext>
          </a:extLst>
        </p:cNvPr>
        <p:cNvGrpSpPr/>
        <p:nvPr/>
      </p:nvGrpSpPr>
      <p:grpSpPr>
        <a:xfrm>
          <a:off x="0" y="0"/>
          <a:ext cx="0" cy="0"/>
          <a:chOff x="0" y="0"/>
          <a:chExt cx="0" cy="0"/>
        </a:xfrm>
      </p:grpSpPr>
      <p:pic>
        <p:nvPicPr>
          <p:cNvPr id="9" name="Grafik 8" descr="File:Microsoft Office Teams (2019–2025).svg - Wikimedia Commons">
            <a:extLst>
              <a:ext uri="{FF2B5EF4-FFF2-40B4-BE49-F238E27FC236}">
                <a16:creationId xmlns:a16="http://schemas.microsoft.com/office/drawing/2014/main" id="{C97EECA7-45A5-C1E2-ADD4-015A937E516E}"/>
              </a:ext>
            </a:extLst>
          </p:cNvPr>
          <p:cNvPicPr>
            <a:picLocks noChangeAspect="1"/>
          </p:cNvPicPr>
          <p:nvPr/>
        </p:nvPicPr>
        <p:blipFill>
          <a:blip r:embed="rId2"/>
          <a:stretch>
            <a:fillRect/>
          </a:stretch>
        </p:blipFill>
        <p:spPr>
          <a:xfrm>
            <a:off x="10828286" y="1128860"/>
            <a:ext cx="1008961" cy="939600"/>
          </a:xfrm>
          <a:prstGeom prst="rect">
            <a:avLst/>
          </a:prstGeom>
        </p:spPr>
      </p:pic>
      <p:sp>
        <p:nvSpPr>
          <p:cNvPr id="2" name="Titel 1">
            <a:extLst>
              <a:ext uri="{FF2B5EF4-FFF2-40B4-BE49-F238E27FC236}">
                <a16:creationId xmlns:a16="http://schemas.microsoft.com/office/drawing/2014/main" id="{55A93E7B-8270-5F24-2367-5DB01B1E858C}"/>
              </a:ext>
            </a:extLst>
          </p:cNvPr>
          <p:cNvSpPr>
            <a:spLocks noGrp="1"/>
          </p:cNvSpPr>
          <p:nvPr>
            <p:ph type="title"/>
          </p:nvPr>
        </p:nvSpPr>
        <p:spPr/>
        <p:txBody>
          <a:bodyPr/>
          <a:lstStyle/>
          <a:p>
            <a:r>
              <a:rPr lang="de-DE" dirty="0"/>
              <a:t>Microsoft Teams Phone: Setup Teams Admin Center</a:t>
            </a:r>
          </a:p>
        </p:txBody>
      </p:sp>
      <p:sp>
        <p:nvSpPr>
          <p:cNvPr id="3" name="Textplatzhalter 2">
            <a:extLst>
              <a:ext uri="{FF2B5EF4-FFF2-40B4-BE49-F238E27FC236}">
                <a16:creationId xmlns:a16="http://schemas.microsoft.com/office/drawing/2014/main" id="{0FC5115F-B640-3B8C-E580-9795189B625E}"/>
              </a:ext>
            </a:extLst>
          </p:cNvPr>
          <p:cNvSpPr>
            <a:spLocks noGrp="1"/>
          </p:cNvSpPr>
          <p:nvPr>
            <p:ph type="body" sz="quarter" idx="13"/>
          </p:nvPr>
        </p:nvSpPr>
        <p:spPr/>
        <p:txBody>
          <a:bodyPr/>
          <a:lstStyle/>
          <a:p>
            <a:endParaRPr lang="de-DE"/>
          </a:p>
        </p:txBody>
      </p:sp>
      <p:sp>
        <p:nvSpPr>
          <p:cNvPr id="10" name="Inhaltsplatzhalter 9">
            <a:extLst>
              <a:ext uri="{FF2B5EF4-FFF2-40B4-BE49-F238E27FC236}">
                <a16:creationId xmlns:a16="http://schemas.microsoft.com/office/drawing/2014/main" id="{E8E89031-E014-7A65-2C79-74D649DE1B72}"/>
              </a:ext>
            </a:extLst>
          </p:cNvPr>
          <p:cNvSpPr>
            <a:spLocks noGrp="1"/>
          </p:cNvSpPr>
          <p:nvPr>
            <p:ph sz="quarter" idx="17"/>
          </p:nvPr>
        </p:nvSpPr>
        <p:spPr/>
        <p:txBody>
          <a:bodyPr/>
          <a:lstStyle/>
          <a:p>
            <a:r>
              <a:rPr lang="de-DE" dirty="0"/>
              <a:t>Öffne das </a:t>
            </a:r>
            <a:r>
              <a:rPr lang="de-DE" dirty="0">
                <a:hlinkClick r:id="rId3"/>
              </a:rPr>
              <a:t>MS Teams Admin Center</a:t>
            </a:r>
            <a:endParaRPr lang="de-DE" dirty="0"/>
          </a:p>
          <a:p>
            <a:r>
              <a:rPr lang="de-DE" dirty="0"/>
              <a:t>Unter Actions &gt; + Upload </a:t>
            </a:r>
            <a:r>
              <a:rPr lang="de-DE" dirty="0" err="1"/>
              <a:t>new</a:t>
            </a:r>
            <a:r>
              <a:rPr lang="de-DE" dirty="0"/>
              <a:t> App (Voraussetzung: Der Agent liegt als .</a:t>
            </a:r>
            <a:r>
              <a:rPr lang="de-DE" dirty="0" err="1"/>
              <a:t>zip</a:t>
            </a:r>
            <a:r>
              <a:rPr lang="de-DE" dirty="0"/>
              <a:t> Datei vor, Runterladen über Copilot </a:t>
            </a:r>
            <a:br>
              <a:rPr lang="de-DE" dirty="0"/>
            </a:br>
            <a:r>
              <a:rPr lang="de-DE" dirty="0"/>
              <a:t>Studio) &gt; gezippten Agenten hochladen</a:t>
            </a:r>
          </a:p>
          <a:p>
            <a:r>
              <a:rPr lang="de-DE" dirty="0"/>
              <a:t>Unter Voice</a:t>
            </a:r>
          </a:p>
          <a:p>
            <a:pPr lvl="1"/>
            <a:r>
              <a:rPr lang="de-DE" dirty="0"/>
              <a:t>Service </a:t>
            </a:r>
            <a:r>
              <a:rPr lang="de-DE" dirty="0" err="1"/>
              <a:t>Configuration</a:t>
            </a:r>
            <a:r>
              <a:rPr lang="de-DE" dirty="0"/>
              <a:t>: Sich als Unternehmen authentifizieren lassen</a:t>
            </a:r>
          </a:p>
          <a:p>
            <a:pPr lvl="1"/>
            <a:r>
              <a:rPr lang="de-DE" dirty="0"/>
              <a:t>Operator Connect: Bestehenden </a:t>
            </a:r>
            <a:r>
              <a:rPr lang="de-DE" dirty="0" err="1"/>
              <a:t>Telefonieprovider</a:t>
            </a:r>
            <a:r>
              <a:rPr lang="de-DE" dirty="0"/>
              <a:t> anbinden </a:t>
            </a:r>
          </a:p>
          <a:p>
            <a:pPr lvl="1"/>
            <a:r>
              <a:rPr lang="de-DE" dirty="0"/>
              <a:t>Phone Numbers: Telefonnummer des </a:t>
            </a:r>
            <a:r>
              <a:rPr lang="de-DE" dirty="0" err="1"/>
              <a:t>Telefonieprovider</a:t>
            </a:r>
            <a:r>
              <a:rPr lang="de-DE" dirty="0"/>
              <a:t> portieren oder alternativ eine / mehrere Microsoft Telefonnummer kaufen</a:t>
            </a:r>
          </a:p>
          <a:p>
            <a:pPr lvl="1"/>
            <a:r>
              <a:rPr lang="de-DE" dirty="0" err="1"/>
              <a:t>Resource</a:t>
            </a:r>
            <a:r>
              <a:rPr lang="de-DE" dirty="0"/>
              <a:t> Accounts: siehe nächste Folie</a:t>
            </a:r>
          </a:p>
          <a:p>
            <a:pPr lvl="1"/>
            <a:r>
              <a:rPr lang="de-DE" dirty="0"/>
              <a:t>Templates and Resources &gt; Agents and Queues &gt; Copilot Studio Agent</a:t>
            </a:r>
          </a:p>
          <a:p>
            <a:pPr lvl="1"/>
            <a:endParaRPr lang="de-DE" dirty="0"/>
          </a:p>
        </p:txBody>
      </p:sp>
      <p:sp>
        <p:nvSpPr>
          <p:cNvPr id="5" name="Datumsplatzhalter 4">
            <a:extLst>
              <a:ext uri="{FF2B5EF4-FFF2-40B4-BE49-F238E27FC236}">
                <a16:creationId xmlns:a16="http://schemas.microsoft.com/office/drawing/2014/main" id="{B182DE3E-4E76-5E3C-563D-34622B640841}"/>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F0F9A40D-9BA2-4848-03F9-F32EAA9EAC77}"/>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640CCD36-40FD-206A-4D47-10E0DE76B83B}"/>
              </a:ext>
            </a:extLst>
          </p:cNvPr>
          <p:cNvSpPr>
            <a:spLocks noGrp="1"/>
          </p:cNvSpPr>
          <p:nvPr>
            <p:ph type="sldNum" sz="quarter" idx="20"/>
          </p:nvPr>
        </p:nvSpPr>
        <p:spPr/>
        <p:txBody>
          <a:bodyPr/>
          <a:lstStyle/>
          <a:p>
            <a:fld id="{F4B5F3EB-31C7-4555-828E-971415072856}" type="slidenum">
              <a:rPr lang="de-DE" smtClean="0"/>
              <a:pPr/>
              <a:t>20</a:t>
            </a:fld>
            <a:endParaRPr lang="de-DE"/>
          </a:p>
        </p:txBody>
      </p:sp>
    </p:spTree>
    <p:extLst>
      <p:ext uri="{BB962C8B-B14F-4D97-AF65-F5344CB8AC3E}">
        <p14:creationId xmlns:p14="http://schemas.microsoft.com/office/powerpoint/2010/main" val="4057107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03B67-EE71-F12E-10C3-5AAD5292A6B3}"/>
            </a:ext>
          </a:extLst>
        </p:cNvPr>
        <p:cNvGrpSpPr/>
        <p:nvPr/>
      </p:nvGrpSpPr>
      <p:grpSpPr>
        <a:xfrm>
          <a:off x="0" y="0"/>
          <a:ext cx="0" cy="0"/>
          <a:chOff x="0" y="0"/>
          <a:chExt cx="0" cy="0"/>
        </a:xfrm>
      </p:grpSpPr>
      <p:pic>
        <p:nvPicPr>
          <p:cNvPr id="9" name="Grafik 8" descr="File:Microsoft Office Teams (2019–2025).svg - Wikimedia Commons">
            <a:extLst>
              <a:ext uri="{FF2B5EF4-FFF2-40B4-BE49-F238E27FC236}">
                <a16:creationId xmlns:a16="http://schemas.microsoft.com/office/drawing/2014/main" id="{190FBE10-099A-8E84-6722-9F529CA48E57}"/>
              </a:ext>
            </a:extLst>
          </p:cNvPr>
          <p:cNvPicPr>
            <a:picLocks noChangeAspect="1"/>
          </p:cNvPicPr>
          <p:nvPr/>
        </p:nvPicPr>
        <p:blipFill>
          <a:blip r:embed="rId2"/>
          <a:stretch>
            <a:fillRect/>
          </a:stretch>
        </p:blipFill>
        <p:spPr>
          <a:xfrm>
            <a:off x="10828286" y="1128860"/>
            <a:ext cx="1008961" cy="939600"/>
          </a:xfrm>
          <a:prstGeom prst="rect">
            <a:avLst/>
          </a:prstGeom>
        </p:spPr>
      </p:pic>
      <p:sp>
        <p:nvSpPr>
          <p:cNvPr id="2" name="Titel 1">
            <a:extLst>
              <a:ext uri="{FF2B5EF4-FFF2-40B4-BE49-F238E27FC236}">
                <a16:creationId xmlns:a16="http://schemas.microsoft.com/office/drawing/2014/main" id="{69AEF1EA-2F6D-EAA0-994E-776177F40541}"/>
              </a:ext>
            </a:extLst>
          </p:cNvPr>
          <p:cNvSpPr>
            <a:spLocks noGrp="1"/>
          </p:cNvSpPr>
          <p:nvPr>
            <p:ph type="title"/>
          </p:nvPr>
        </p:nvSpPr>
        <p:spPr/>
        <p:txBody>
          <a:bodyPr/>
          <a:lstStyle/>
          <a:p>
            <a:r>
              <a:rPr lang="de-DE" dirty="0"/>
              <a:t>Microsoft Teams Phone: </a:t>
            </a:r>
            <a:r>
              <a:rPr lang="de-DE" dirty="0" err="1"/>
              <a:t>Resource</a:t>
            </a:r>
            <a:r>
              <a:rPr lang="de-DE" dirty="0"/>
              <a:t> Account</a:t>
            </a:r>
          </a:p>
        </p:txBody>
      </p:sp>
      <p:sp>
        <p:nvSpPr>
          <p:cNvPr id="3" name="Textplatzhalter 2">
            <a:extLst>
              <a:ext uri="{FF2B5EF4-FFF2-40B4-BE49-F238E27FC236}">
                <a16:creationId xmlns:a16="http://schemas.microsoft.com/office/drawing/2014/main" id="{DF2D05EC-B260-F734-1445-DA548A819AB9}"/>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15DA8213-1BC1-75CF-76F2-B3F248C0B723}"/>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0A2B6649-891F-7906-0863-0AD34899A9A0}"/>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AC58BAC7-F45A-E61F-3983-C9511B33AB6C}"/>
              </a:ext>
            </a:extLst>
          </p:cNvPr>
          <p:cNvSpPr>
            <a:spLocks noGrp="1"/>
          </p:cNvSpPr>
          <p:nvPr>
            <p:ph type="sldNum" sz="quarter" idx="20"/>
          </p:nvPr>
        </p:nvSpPr>
        <p:spPr/>
        <p:txBody>
          <a:bodyPr/>
          <a:lstStyle/>
          <a:p>
            <a:fld id="{F4B5F3EB-31C7-4555-828E-971415072856}" type="slidenum">
              <a:rPr lang="de-DE" smtClean="0"/>
              <a:pPr/>
              <a:t>21</a:t>
            </a:fld>
            <a:endParaRPr lang="de-DE"/>
          </a:p>
        </p:txBody>
      </p:sp>
      <p:pic>
        <p:nvPicPr>
          <p:cNvPr id="8" name="Grafik 7">
            <a:extLst>
              <a:ext uri="{FF2B5EF4-FFF2-40B4-BE49-F238E27FC236}">
                <a16:creationId xmlns:a16="http://schemas.microsoft.com/office/drawing/2014/main" id="{0226FE54-66F0-1AC9-50A8-8DD52DB50C61}"/>
              </a:ext>
            </a:extLst>
          </p:cNvPr>
          <p:cNvPicPr>
            <a:picLocks noChangeAspect="1"/>
          </p:cNvPicPr>
          <p:nvPr/>
        </p:nvPicPr>
        <p:blipFill>
          <a:blip r:embed="rId3"/>
          <a:stretch>
            <a:fillRect/>
          </a:stretch>
        </p:blipFill>
        <p:spPr>
          <a:xfrm>
            <a:off x="4905705" y="1272539"/>
            <a:ext cx="5821327" cy="4988313"/>
          </a:xfrm>
          <a:prstGeom prst="rect">
            <a:avLst/>
          </a:prstGeom>
        </p:spPr>
      </p:pic>
      <p:sp>
        <p:nvSpPr>
          <p:cNvPr id="4" name="Inhaltsplatzhalter 9">
            <a:extLst>
              <a:ext uri="{FF2B5EF4-FFF2-40B4-BE49-F238E27FC236}">
                <a16:creationId xmlns:a16="http://schemas.microsoft.com/office/drawing/2014/main" id="{F86D3EEB-6B04-61A4-8A1A-39CB68F7ED3A}"/>
              </a:ext>
            </a:extLst>
          </p:cNvPr>
          <p:cNvSpPr>
            <a:spLocks noGrp="1"/>
          </p:cNvSpPr>
          <p:nvPr>
            <p:ph sz="quarter" idx="17"/>
          </p:nvPr>
        </p:nvSpPr>
        <p:spPr>
          <a:xfrm>
            <a:off x="382587" y="1454709"/>
            <a:ext cx="11435188" cy="5035847"/>
          </a:xfrm>
        </p:spPr>
        <p:txBody>
          <a:bodyPr/>
          <a:lstStyle/>
          <a:p>
            <a:r>
              <a:rPr lang="de-DE" dirty="0"/>
              <a:t>Telefonnummer zuordnen</a:t>
            </a:r>
          </a:p>
          <a:p>
            <a:r>
              <a:rPr lang="de-DE" dirty="0"/>
              <a:t>Im M365 User-Management die Lizenz</a:t>
            </a:r>
            <a:br>
              <a:rPr lang="de-DE" dirty="0"/>
            </a:br>
            <a:r>
              <a:rPr lang="de-DE" dirty="0"/>
              <a:t>„Microsoft Teams Phone </a:t>
            </a:r>
            <a:r>
              <a:rPr lang="de-DE" dirty="0" err="1"/>
              <a:t>Resource</a:t>
            </a:r>
            <a:r>
              <a:rPr lang="de-DE" dirty="0"/>
              <a:t> Account“ </a:t>
            </a:r>
            <a:br>
              <a:rPr lang="de-DE" dirty="0"/>
            </a:br>
            <a:r>
              <a:rPr lang="de-DE" dirty="0"/>
              <a:t>dem </a:t>
            </a:r>
            <a:r>
              <a:rPr lang="de-DE" dirty="0" err="1"/>
              <a:t>Resource</a:t>
            </a:r>
            <a:r>
              <a:rPr lang="de-DE" dirty="0"/>
              <a:t> Account zuweisen</a:t>
            </a:r>
          </a:p>
          <a:p>
            <a:r>
              <a:rPr lang="de-DE" dirty="0"/>
              <a:t>Copilot Agenten verbinden</a:t>
            </a:r>
          </a:p>
        </p:txBody>
      </p:sp>
    </p:spTree>
    <p:extLst>
      <p:ext uri="{BB962C8B-B14F-4D97-AF65-F5344CB8AC3E}">
        <p14:creationId xmlns:p14="http://schemas.microsoft.com/office/powerpoint/2010/main" val="2430235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5A48F-4672-D7DC-E274-52E4E5C7EBD7}"/>
            </a:ext>
          </a:extLst>
        </p:cNvPr>
        <p:cNvGrpSpPr/>
        <p:nvPr/>
      </p:nvGrpSpPr>
      <p:grpSpPr>
        <a:xfrm>
          <a:off x="0" y="0"/>
          <a:ext cx="0" cy="0"/>
          <a:chOff x="0" y="0"/>
          <a:chExt cx="0" cy="0"/>
        </a:xfrm>
      </p:grpSpPr>
      <p:pic>
        <p:nvPicPr>
          <p:cNvPr id="9" name="Grafik 8" descr="File:Microsoft Office Teams (2019–2025).svg - Wikimedia Commons">
            <a:extLst>
              <a:ext uri="{FF2B5EF4-FFF2-40B4-BE49-F238E27FC236}">
                <a16:creationId xmlns:a16="http://schemas.microsoft.com/office/drawing/2014/main" id="{2CB963E6-CCC5-10AD-8965-AE3543FEB12F}"/>
              </a:ext>
            </a:extLst>
          </p:cNvPr>
          <p:cNvPicPr>
            <a:picLocks noChangeAspect="1"/>
          </p:cNvPicPr>
          <p:nvPr/>
        </p:nvPicPr>
        <p:blipFill>
          <a:blip r:embed="rId2"/>
          <a:stretch>
            <a:fillRect/>
          </a:stretch>
        </p:blipFill>
        <p:spPr>
          <a:xfrm>
            <a:off x="10828286" y="1128860"/>
            <a:ext cx="1008961" cy="939600"/>
          </a:xfrm>
          <a:prstGeom prst="rect">
            <a:avLst/>
          </a:prstGeom>
        </p:spPr>
      </p:pic>
      <p:sp>
        <p:nvSpPr>
          <p:cNvPr id="2" name="Titel 1">
            <a:extLst>
              <a:ext uri="{FF2B5EF4-FFF2-40B4-BE49-F238E27FC236}">
                <a16:creationId xmlns:a16="http://schemas.microsoft.com/office/drawing/2014/main" id="{663FFEE3-1893-1869-935F-2E23A20A5CE7}"/>
              </a:ext>
            </a:extLst>
          </p:cNvPr>
          <p:cNvSpPr>
            <a:spLocks noGrp="1"/>
          </p:cNvSpPr>
          <p:nvPr>
            <p:ph type="title"/>
          </p:nvPr>
        </p:nvSpPr>
        <p:spPr/>
        <p:txBody>
          <a:bodyPr/>
          <a:lstStyle/>
          <a:p>
            <a:r>
              <a:rPr lang="de-DE" dirty="0"/>
              <a:t>Microsoft Power </a:t>
            </a:r>
            <a:r>
              <a:rPr lang="de-DE" dirty="0" err="1"/>
              <a:t>Platform</a:t>
            </a:r>
            <a:r>
              <a:rPr lang="de-DE" dirty="0"/>
              <a:t> Admin Center</a:t>
            </a:r>
          </a:p>
        </p:txBody>
      </p:sp>
      <p:sp>
        <p:nvSpPr>
          <p:cNvPr id="3" name="Textplatzhalter 2">
            <a:extLst>
              <a:ext uri="{FF2B5EF4-FFF2-40B4-BE49-F238E27FC236}">
                <a16:creationId xmlns:a16="http://schemas.microsoft.com/office/drawing/2014/main" id="{52753547-086F-D73E-B80F-C6D3895AE727}"/>
              </a:ext>
            </a:extLst>
          </p:cNvPr>
          <p:cNvSpPr>
            <a:spLocks noGrp="1"/>
          </p:cNvSpPr>
          <p:nvPr>
            <p:ph type="body" sz="quarter" idx="13"/>
          </p:nvPr>
        </p:nvSpPr>
        <p:spPr/>
        <p:txBody>
          <a:bodyPr/>
          <a:lstStyle/>
          <a:p>
            <a:endParaRPr lang="de-DE"/>
          </a:p>
        </p:txBody>
      </p:sp>
      <p:sp>
        <p:nvSpPr>
          <p:cNvPr id="10" name="Inhaltsplatzhalter 9">
            <a:extLst>
              <a:ext uri="{FF2B5EF4-FFF2-40B4-BE49-F238E27FC236}">
                <a16:creationId xmlns:a16="http://schemas.microsoft.com/office/drawing/2014/main" id="{3F8ADAD9-91F2-E9F0-9C9A-4B04DD7B762F}"/>
              </a:ext>
            </a:extLst>
          </p:cNvPr>
          <p:cNvSpPr>
            <a:spLocks noGrp="1"/>
          </p:cNvSpPr>
          <p:nvPr>
            <p:ph sz="quarter" idx="17"/>
          </p:nvPr>
        </p:nvSpPr>
        <p:spPr/>
        <p:txBody>
          <a:bodyPr/>
          <a:lstStyle/>
          <a:p>
            <a:r>
              <a:rPr lang="de-DE" dirty="0"/>
              <a:t>Öffne das </a:t>
            </a:r>
            <a:r>
              <a:rPr lang="de-DE" dirty="0">
                <a:hlinkClick r:id="rId3"/>
              </a:rPr>
              <a:t>Power </a:t>
            </a:r>
            <a:r>
              <a:rPr lang="de-DE" dirty="0" err="1">
                <a:hlinkClick r:id="rId3"/>
              </a:rPr>
              <a:t>Platform</a:t>
            </a:r>
            <a:r>
              <a:rPr lang="de-DE" dirty="0">
                <a:hlinkClick r:id="rId3"/>
              </a:rPr>
              <a:t> Admin Center</a:t>
            </a:r>
            <a:endParaRPr lang="de-DE" dirty="0"/>
          </a:p>
          <a:p>
            <a:r>
              <a:rPr lang="de-DE" dirty="0"/>
              <a:t>Umgebung:</a:t>
            </a:r>
          </a:p>
          <a:p>
            <a:pPr lvl="1"/>
            <a:r>
              <a:rPr lang="de-DE" dirty="0"/>
              <a:t>Neue Umgebung anlegen und produktiv setzten. </a:t>
            </a:r>
            <a:r>
              <a:rPr lang="de-DE" dirty="0" err="1"/>
              <a:t>Policies</a:t>
            </a:r>
            <a:r>
              <a:rPr lang="de-DE" dirty="0"/>
              <a:t>, Nutzergruppen, Aktualisierungsfrequenz einstellen</a:t>
            </a:r>
          </a:p>
          <a:p>
            <a:pPr lvl="1"/>
            <a:r>
              <a:rPr lang="de-DE" dirty="0"/>
              <a:t>muss in EMEA sein, sonst wird die Sprach-/Anruffähigkeit nicht verfügbar sein</a:t>
            </a:r>
          </a:p>
          <a:p>
            <a:pPr lvl="1"/>
            <a:r>
              <a:rPr lang="de-DE" dirty="0"/>
              <a:t>muss einen Dataverse Speicher haben, sonst wird sie im Vorschau nicht berechtigt sein</a:t>
            </a:r>
          </a:p>
          <a:p>
            <a:pPr lvl="1"/>
            <a:r>
              <a:rPr lang="de-DE" dirty="0"/>
              <a:t>Unter Einstellungen &gt; Produkt &gt; Funktionen </a:t>
            </a:r>
          </a:p>
          <a:p>
            <a:pPr lvl="2"/>
            <a:r>
              <a:rPr lang="de-DE" dirty="0"/>
              <a:t>Verhalten der Umgebungseinstellungen deaktivieren</a:t>
            </a:r>
          </a:p>
          <a:p>
            <a:pPr lvl="2"/>
            <a:r>
              <a:rPr lang="de-DE" dirty="0"/>
              <a:t>Gelöschte Datensätze deaktivieren</a:t>
            </a:r>
          </a:p>
          <a:p>
            <a:pPr lvl="2"/>
            <a:r>
              <a:rPr lang="de-DE" dirty="0"/>
              <a:t>Vorschau- und experimentelle KI-Modelle deaktivieren</a:t>
            </a:r>
          </a:p>
          <a:p>
            <a:pPr lvl="1"/>
            <a:r>
              <a:rPr lang="de-DE" dirty="0"/>
              <a:t>Pay-</a:t>
            </a:r>
            <a:r>
              <a:rPr lang="de-DE" dirty="0" err="1"/>
              <a:t>as</a:t>
            </a:r>
            <a:r>
              <a:rPr lang="de-DE" dirty="0"/>
              <a:t>-</a:t>
            </a:r>
            <a:r>
              <a:rPr lang="de-DE" dirty="0" err="1"/>
              <a:t>you</a:t>
            </a:r>
            <a:r>
              <a:rPr lang="de-DE" dirty="0"/>
              <a:t>-Go Abrechnungsplan einrichten (für den Vorschau und die produktive Nutzung des Agenten)</a:t>
            </a:r>
          </a:p>
          <a:p>
            <a:pPr lvl="2"/>
            <a:r>
              <a:rPr lang="de-DE" dirty="0">
                <a:hlinkClick r:id="rId4" action="ppaction://hlinksldjump"/>
              </a:rPr>
              <a:t>Azure Dienste</a:t>
            </a:r>
            <a:endParaRPr lang="de-DE" dirty="0"/>
          </a:p>
          <a:p>
            <a:pPr lvl="2"/>
            <a:r>
              <a:rPr lang="de-DE" dirty="0"/>
              <a:t>Copilot: richtige Umgebung auswählen, Kapazitätsüberschreitungen festlegen, Services auswählen</a:t>
            </a:r>
          </a:p>
          <a:p>
            <a:pPr lvl="1"/>
            <a:endParaRPr lang="de-DE" dirty="0"/>
          </a:p>
          <a:p>
            <a:endParaRPr lang="de-DE" dirty="0"/>
          </a:p>
          <a:p>
            <a:endParaRPr lang="de-DE" dirty="0"/>
          </a:p>
          <a:p>
            <a:endParaRPr lang="de-DE" dirty="0"/>
          </a:p>
        </p:txBody>
      </p:sp>
      <p:sp>
        <p:nvSpPr>
          <p:cNvPr id="5" name="Datumsplatzhalter 4">
            <a:extLst>
              <a:ext uri="{FF2B5EF4-FFF2-40B4-BE49-F238E27FC236}">
                <a16:creationId xmlns:a16="http://schemas.microsoft.com/office/drawing/2014/main" id="{978A04CD-9AF7-1F6B-C24B-273034F2EAE0}"/>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5C31D89A-B562-C81C-2ED2-D7B5C3193CE3}"/>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DA912595-3882-ECDD-6E32-3688B64C591E}"/>
              </a:ext>
            </a:extLst>
          </p:cNvPr>
          <p:cNvSpPr>
            <a:spLocks noGrp="1"/>
          </p:cNvSpPr>
          <p:nvPr>
            <p:ph type="sldNum" sz="quarter" idx="20"/>
          </p:nvPr>
        </p:nvSpPr>
        <p:spPr/>
        <p:txBody>
          <a:bodyPr/>
          <a:lstStyle/>
          <a:p>
            <a:fld id="{F4B5F3EB-31C7-4555-828E-971415072856}" type="slidenum">
              <a:rPr lang="de-DE" smtClean="0"/>
              <a:pPr/>
              <a:t>22</a:t>
            </a:fld>
            <a:endParaRPr lang="de-DE"/>
          </a:p>
        </p:txBody>
      </p:sp>
    </p:spTree>
    <p:extLst>
      <p:ext uri="{BB962C8B-B14F-4D97-AF65-F5344CB8AC3E}">
        <p14:creationId xmlns:p14="http://schemas.microsoft.com/office/powerpoint/2010/main" val="1758672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47FF3-1735-A727-9572-5C7E424811FE}"/>
            </a:ext>
          </a:extLst>
        </p:cNvPr>
        <p:cNvGrpSpPr/>
        <p:nvPr/>
      </p:nvGrpSpPr>
      <p:grpSpPr>
        <a:xfrm>
          <a:off x="0" y="0"/>
          <a:ext cx="0" cy="0"/>
          <a:chOff x="0" y="0"/>
          <a:chExt cx="0" cy="0"/>
        </a:xfrm>
      </p:grpSpPr>
      <p:pic>
        <p:nvPicPr>
          <p:cNvPr id="9" name="Grafik 8" descr="File:Microsoft Office Teams (2019–2025).svg - Wikimedia Commons">
            <a:extLst>
              <a:ext uri="{FF2B5EF4-FFF2-40B4-BE49-F238E27FC236}">
                <a16:creationId xmlns:a16="http://schemas.microsoft.com/office/drawing/2014/main" id="{A274D3E6-AFAB-B8DF-E6A7-FFEBA11C72EE}"/>
              </a:ext>
            </a:extLst>
          </p:cNvPr>
          <p:cNvPicPr>
            <a:picLocks noChangeAspect="1"/>
          </p:cNvPicPr>
          <p:nvPr/>
        </p:nvPicPr>
        <p:blipFill>
          <a:blip r:embed="rId2"/>
          <a:stretch>
            <a:fillRect/>
          </a:stretch>
        </p:blipFill>
        <p:spPr>
          <a:xfrm>
            <a:off x="10828286" y="1128860"/>
            <a:ext cx="1008961" cy="939600"/>
          </a:xfrm>
          <a:prstGeom prst="rect">
            <a:avLst/>
          </a:prstGeom>
        </p:spPr>
      </p:pic>
      <p:sp>
        <p:nvSpPr>
          <p:cNvPr id="2" name="Titel 1">
            <a:extLst>
              <a:ext uri="{FF2B5EF4-FFF2-40B4-BE49-F238E27FC236}">
                <a16:creationId xmlns:a16="http://schemas.microsoft.com/office/drawing/2014/main" id="{2B954BD4-E5BC-F1B2-8679-81723F6D7435}"/>
              </a:ext>
            </a:extLst>
          </p:cNvPr>
          <p:cNvSpPr>
            <a:spLocks noGrp="1"/>
          </p:cNvSpPr>
          <p:nvPr>
            <p:ph type="title"/>
          </p:nvPr>
        </p:nvSpPr>
        <p:spPr/>
        <p:txBody>
          <a:bodyPr/>
          <a:lstStyle/>
          <a:p>
            <a:r>
              <a:rPr lang="de-DE" dirty="0"/>
              <a:t>M365 Admin Center</a:t>
            </a:r>
          </a:p>
        </p:txBody>
      </p:sp>
      <p:sp>
        <p:nvSpPr>
          <p:cNvPr id="3" name="Textplatzhalter 2">
            <a:extLst>
              <a:ext uri="{FF2B5EF4-FFF2-40B4-BE49-F238E27FC236}">
                <a16:creationId xmlns:a16="http://schemas.microsoft.com/office/drawing/2014/main" id="{D055A659-0AA8-77E3-49E4-1867E3107F2E}"/>
              </a:ext>
            </a:extLst>
          </p:cNvPr>
          <p:cNvSpPr>
            <a:spLocks noGrp="1"/>
          </p:cNvSpPr>
          <p:nvPr>
            <p:ph type="body" sz="quarter" idx="13"/>
          </p:nvPr>
        </p:nvSpPr>
        <p:spPr/>
        <p:txBody>
          <a:bodyPr/>
          <a:lstStyle/>
          <a:p>
            <a:endParaRPr lang="de-DE"/>
          </a:p>
        </p:txBody>
      </p:sp>
      <p:sp>
        <p:nvSpPr>
          <p:cNvPr id="10" name="Inhaltsplatzhalter 9">
            <a:extLst>
              <a:ext uri="{FF2B5EF4-FFF2-40B4-BE49-F238E27FC236}">
                <a16:creationId xmlns:a16="http://schemas.microsoft.com/office/drawing/2014/main" id="{C4A61E2B-51B6-B190-52AD-5E8A245FD7A0}"/>
              </a:ext>
            </a:extLst>
          </p:cNvPr>
          <p:cNvSpPr>
            <a:spLocks noGrp="1"/>
          </p:cNvSpPr>
          <p:nvPr>
            <p:ph sz="quarter" idx="17"/>
          </p:nvPr>
        </p:nvSpPr>
        <p:spPr/>
        <p:txBody>
          <a:bodyPr/>
          <a:lstStyle/>
          <a:p>
            <a:r>
              <a:rPr lang="de-DE" noProof="0" dirty="0"/>
              <a:t>Öffne das </a:t>
            </a:r>
            <a:r>
              <a:rPr lang="de-DE" noProof="0" dirty="0">
                <a:hlinkClick r:id="rId3"/>
              </a:rPr>
              <a:t>M365 Admin Center</a:t>
            </a:r>
            <a:endParaRPr lang="de-DE" noProof="0" dirty="0"/>
          </a:p>
          <a:p>
            <a:r>
              <a:rPr lang="de-DE" noProof="0" dirty="0"/>
              <a:t>Users</a:t>
            </a:r>
          </a:p>
          <a:p>
            <a:pPr lvl="1"/>
            <a:r>
              <a:rPr lang="de-DE" noProof="0" dirty="0"/>
              <a:t>Add a User, der als </a:t>
            </a:r>
            <a:r>
              <a:rPr lang="de-DE" noProof="0" dirty="0" err="1"/>
              <a:t>Resource</a:t>
            </a:r>
            <a:r>
              <a:rPr lang="de-DE" noProof="0" dirty="0"/>
              <a:t> verwendet wird </a:t>
            </a:r>
          </a:p>
          <a:p>
            <a:pPr lvl="1"/>
            <a:r>
              <a:rPr lang="de-DE" noProof="0" dirty="0"/>
              <a:t>weise ihm die Lizenz „Microsoft Teams Phone </a:t>
            </a:r>
            <a:r>
              <a:rPr lang="de-DE" noProof="0" dirty="0" err="1"/>
              <a:t>Resource</a:t>
            </a:r>
            <a:r>
              <a:rPr lang="de-DE" noProof="0" dirty="0"/>
              <a:t> Account“ zu</a:t>
            </a:r>
          </a:p>
          <a:p>
            <a:r>
              <a:rPr lang="de-DE" noProof="0" dirty="0"/>
              <a:t>Billing </a:t>
            </a:r>
            <a:r>
              <a:rPr lang="de-DE" sz="1400" dirty="0"/>
              <a:t>(Einrichtung nur durch </a:t>
            </a:r>
            <a:r>
              <a:rPr lang="de-DE" sz="1400" dirty="0" err="1"/>
              <a:t>SuperAdmin</a:t>
            </a:r>
            <a:r>
              <a:rPr lang="de-DE" sz="1400" dirty="0"/>
              <a:t> möglich!)</a:t>
            </a:r>
          </a:p>
          <a:p>
            <a:pPr lvl="1"/>
            <a:r>
              <a:rPr lang="de-DE" noProof="0" dirty="0"/>
              <a:t>Pay-As-</a:t>
            </a:r>
            <a:r>
              <a:rPr lang="de-DE" noProof="0" dirty="0" err="1"/>
              <a:t>You</a:t>
            </a:r>
            <a:r>
              <a:rPr lang="de-DE" noProof="0" dirty="0"/>
              <a:t>-Go für </a:t>
            </a:r>
          </a:p>
          <a:p>
            <a:pPr lvl="2"/>
            <a:r>
              <a:rPr lang="de-DE" dirty="0"/>
              <a:t>Azure (allgemein)</a:t>
            </a:r>
          </a:p>
          <a:p>
            <a:pPr lvl="2"/>
            <a:r>
              <a:rPr lang="de-DE" noProof="0" dirty="0"/>
              <a:t> und für die Dienste:</a:t>
            </a:r>
          </a:p>
          <a:p>
            <a:pPr lvl="3"/>
            <a:r>
              <a:rPr lang="de-DE" noProof="0" dirty="0"/>
              <a:t>Microsoft 365 Copilot Chat</a:t>
            </a:r>
          </a:p>
          <a:p>
            <a:pPr lvl="3"/>
            <a:r>
              <a:rPr lang="de-DE" dirty="0"/>
              <a:t>SharePoint Agents</a:t>
            </a:r>
          </a:p>
          <a:p>
            <a:r>
              <a:rPr lang="de-DE" noProof="0" dirty="0"/>
              <a:t>Copilot</a:t>
            </a:r>
          </a:p>
          <a:p>
            <a:pPr lvl="1"/>
            <a:r>
              <a:rPr lang="de-DE" dirty="0"/>
              <a:t>Settings &gt; Frontier Features aktivieren</a:t>
            </a:r>
            <a:endParaRPr lang="de-DE" noProof="0" dirty="0"/>
          </a:p>
          <a:p>
            <a:endParaRPr lang="de-DE" noProof="0" dirty="0"/>
          </a:p>
        </p:txBody>
      </p:sp>
      <p:sp>
        <p:nvSpPr>
          <p:cNvPr id="5" name="Datumsplatzhalter 4">
            <a:extLst>
              <a:ext uri="{FF2B5EF4-FFF2-40B4-BE49-F238E27FC236}">
                <a16:creationId xmlns:a16="http://schemas.microsoft.com/office/drawing/2014/main" id="{FCCA0E86-5DC2-D5B1-46D8-C7DD19EA44C0}"/>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045445B1-8F5F-73CE-6266-75A23F9FEE75}"/>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356E94E4-740E-049B-5C30-51DE6C8C404D}"/>
              </a:ext>
            </a:extLst>
          </p:cNvPr>
          <p:cNvSpPr>
            <a:spLocks noGrp="1"/>
          </p:cNvSpPr>
          <p:nvPr>
            <p:ph type="sldNum" sz="quarter" idx="20"/>
          </p:nvPr>
        </p:nvSpPr>
        <p:spPr/>
        <p:txBody>
          <a:bodyPr/>
          <a:lstStyle/>
          <a:p>
            <a:fld id="{F4B5F3EB-31C7-4555-828E-971415072856}" type="slidenum">
              <a:rPr lang="de-DE" smtClean="0"/>
              <a:pPr/>
              <a:t>23</a:t>
            </a:fld>
            <a:endParaRPr lang="de-DE"/>
          </a:p>
        </p:txBody>
      </p:sp>
    </p:spTree>
    <p:extLst>
      <p:ext uri="{BB962C8B-B14F-4D97-AF65-F5344CB8AC3E}">
        <p14:creationId xmlns:p14="http://schemas.microsoft.com/office/powerpoint/2010/main" val="2292356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extfeld 45">
            <a:extLst>
              <a:ext uri="{FF2B5EF4-FFF2-40B4-BE49-F238E27FC236}">
                <a16:creationId xmlns:a16="http://schemas.microsoft.com/office/drawing/2014/main" id="{DA6278CA-F216-8B6B-AAED-BFC2B164DFEE}"/>
              </a:ext>
            </a:extLst>
          </p:cNvPr>
          <p:cNvSpPr txBox="1"/>
          <p:nvPr/>
        </p:nvSpPr>
        <p:spPr>
          <a:xfrm>
            <a:off x="3700396" y="1221597"/>
            <a:ext cx="8071740" cy="4131610"/>
          </a:xfrm>
          <a:prstGeom prst="roundRect">
            <a:avLst>
              <a:gd name="adj" fmla="val 5027"/>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r>
              <a:rPr lang="de-DE" sz="1200" b="1">
                <a:solidFill>
                  <a:schemeClr val="bg1"/>
                </a:solidFill>
              </a:rPr>
              <a:t>Copilot Voice Agent</a:t>
            </a:r>
          </a:p>
        </p:txBody>
      </p:sp>
      <p:sp>
        <p:nvSpPr>
          <p:cNvPr id="45" name="Textfeld 44">
            <a:extLst>
              <a:ext uri="{FF2B5EF4-FFF2-40B4-BE49-F238E27FC236}">
                <a16:creationId xmlns:a16="http://schemas.microsoft.com/office/drawing/2014/main" id="{3F03B350-29F4-7361-F3A6-007F07A9A277}"/>
              </a:ext>
            </a:extLst>
          </p:cNvPr>
          <p:cNvSpPr txBox="1"/>
          <p:nvPr/>
        </p:nvSpPr>
        <p:spPr>
          <a:xfrm>
            <a:off x="412154" y="1230775"/>
            <a:ext cx="2889997" cy="1361609"/>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r>
              <a:rPr lang="de-DE" sz="1200" b="1">
                <a:solidFill>
                  <a:schemeClr val="bg1"/>
                </a:solidFill>
              </a:rPr>
              <a:t>MS Teams - Kunde</a:t>
            </a:r>
          </a:p>
        </p:txBody>
      </p:sp>
      <p:sp>
        <p:nvSpPr>
          <p:cNvPr id="2" name="Titel 1">
            <a:extLst>
              <a:ext uri="{FF2B5EF4-FFF2-40B4-BE49-F238E27FC236}">
                <a16:creationId xmlns:a16="http://schemas.microsoft.com/office/drawing/2014/main" id="{6AB32CDB-4E21-50BF-130F-BB92CF127CA8}"/>
              </a:ext>
            </a:extLst>
          </p:cNvPr>
          <p:cNvSpPr>
            <a:spLocks noGrp="1"/>
          </p:cNvSpPr>
          <p:nvPr>
            <p:ph type="title"/>
          </p:nvPr>
        </p:nvSpPr>
        <p:spPr/>
        <p:txBody>
          <a:bodyPr/>
          <a:lstStyle/>
          <a:p>
            <a:r>
              <a:rPr lang="de-DE"/>
              <a:t>Ablauf - Entscheidungsbaum</a:t>
            </a:r>
          </a:p>
        </p:txBody>
      </p:sp>
      <p:sp>
        <p:nvSpPr>
          <p:cNvPr id="3" name="Textplatzhalter 2">
            <a:extLst>
              <a:ext uri="{FF2B5EF4-FFF2-40B4-BE49-F238E27FC236}">
                <a16:creationId xmlns:a16="http://schemas.microsoft.com/office/drawing/2014/main" id="{ADB78F00-CD58-A473-F5E8-802CCEB37B86}"/>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3B93ABEC-E9AD-47C2-E49D-D4BACC763A72}"/>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30822880-102E-DAEA-6947-CBEB4F800B3F}"/>
              </a:ext>
            </a:extLst>
          </p:cNvPr>
          <p:cNvSpPr>
            <a:spLocks noGrp="1"/>
          </p:cNvSpPr>
          <p:nvPr>
            <p:ph type="ftr" sz="quarter" idx="19"/>
          </p:nvPr>
        </p:nvSpPr>
        <p:spPr/>
        <p:txBody>
          <a:bodyPr/>
          <a:lstStyle/>
          <a:p>
            <a:r>
              <a:rPr lang="de-DE"/>
              <a:t>AIRCO  |  mosaiic GmbH  |</a:t>
            </a:r>
          </a:p>
        </p:txBody>
      </p:sp>
      <p:pic>
        <p:nvPicPr>
          <p:cNvPr id="9" name="Grafik 8" descr="Weibliches Profil mit einfarbiger Füllung">
            <a:extLst>
              <a:ext uri="{FF2B5EF4-FFF2-40B4-BE49-F238E27FC236}">
                <a16:creationId xmlns:a16="http://schemas.microsoft.com/office/drawing/2014/main" id="{EE7D420D-D29F-70A9-A7D6-2C6D8341A7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5144" y="1730449"/>
            <a:ext cx="516155" cy="516155"/>
          </a:xfrm>
          <a:prstGeom prst="rect">
            <a:avLst/>
          </a:prstGeom>
        </p:spPr>
      </p:pic>
      <p:pic>
        <p:nvPicPr>
          <p:cNvPr id="11" name="Grafik 10" descr="Männliches Profil mit einfarbiger Füllung">
            <a:extLst>
              <a:ext uri="{FF2B5EF4-FFF2-40B4-BE49-F238E27FC236}">
                <a16:creationId xmlns:a16="http://schemas.microsoft.com/office/drawing/2014/main" id="{EFD9FA19-8221-BDB0-4A83-C3E84F6F3E1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0399" y="1894030"/>
            <a:ext cx="516155" cy="516155"/>
          </a:xfrm>
          <a:prstGeom prst="rect">
            <a:avLst/>
          </a:prstGeom>
        </p:spPr>
      </p:pic>
      <p:pic>
        <p:nvPicPr>
          <p:cNvPr id="15" name="Grafik 14" descr="Volumen Silhouette">
            <a:extLst>
              <a:ext uri="{FF2B5EF4-FFF2-40B4-BE49-F238E27FC236}">
                <a16:creationId xmlns:a16="http://schemas.microsoft.com/office/drawing/2014/main" id="{F09F5302-A933-CFFA-9BFB-7E3E73A0D33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17433" y="1230774"/>
            <a:ext cx="469232" cy="469232"/>
          </a:xfrm>
          <a:prstGeom prst="rect">
            <a:avLst/>
          </a:prstGeom>
        </p:spPr>
      </p:pic>
      <p:sp>
        <p:nvSpPr>
          <p:cNvPr id="7" name="Foliennummernplatzhalter 6">
            <a:extLst>
              <a:ext uri="{FF2B5EF4-FFF2-40B4-BE49-F238E27FC236}">
                <a16:creationId xmlns:a16="http://schemas.microsoft.com/office/drawing/2014/main" id="{B2126DB4-4831-4A78-5042-01A7F3605DFB}"/>
              </a:ext>
            </a:extLst>
          </p:cNvPr>
          <p:cNvSpPr>
            <a:spLocks noGrp="1"/>
          </p:cNvSpPr>
          <p:nvPr>
            <p:ph type="sldNum" sz="quarter" idx="20"/>
          </p:nvPr>
        </p:nvSpPr>
        <p:spPr/>
        <p:txBody>
          <a:bodyPr/>
          <a:lstStyle/>
          <a:p>
            <a:fld id="{F4B5F3EB-31C7-4555-828E-971415072856}" type="slidenum">
              <a:rPr lang="de-DE" smtClean="0"/>
              <a:pPr/>
              <a:t>24</a:t>
            </a:fld>
            <a:endParaRPr lang="de-DE"/>
          </a:p>
        </p:txBody>
      </p:sp>
      <p:sp>
        <p:nvSpPr>
          <p:cNvPr id="12" name="Textfeld 11">
            <a:extLst>
              <a:ext uri="{FF2B5EF4-FFF2-40B4-BE49-F238E27FC236}">
                <a16:creationId xmlns:a16="http://schemas.microsoft.com/office/drawing/2014/main" id="{6AAF3564-F709-AE2B-97B3-D68CDBBC12BD}"/>
              </a:ext>
            </a:extLst>
          </p:cNvPr>
          <p:cNvSpPr txBox="1"/>
          <p:nvPr/>
        </p:nvSpPr>
        <p:spPr>
          <a:xfrm>
            <a:off x="1330385" y="1732849"/>
            <a:ext cx="1865350" cy="6453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chor="ctr">
            <a:noAutofit/>
          </a:bodyPr>
          <a:lstStyle/>
          <a:p>
            <a:pPr algn="l"/>
            <a:r>
              <a:rPr lang="de-DE" sz="1200">
                <a:solidFill>
                  <a:schemeClr val="bg1"/>
                </a:solidFill>
              </a:rPr>
              <a:t>Kunde ruft die Hotline </a:t>
            </a:r>
          </a:p>
          <a:p>
            <a:pPr algn="l"/>
            <a:r>
              <a:rPr lang="de-DE" sz="1200">
                <a:solidFill>
                  <a:schemeClr val="bg1"/>
                </a:solidFill>
              </a:rPr>
              <a:t>&lt;AIRCO Hotline&gt; an</a:t>
            </a:r>
          </a:p>
        </p:txBody>
      </p:sp>
      <p:sp>
        <p:nvSpPr>
          <p:cNvPr id="4" name="Textfeld 3">
            <a:extLst>
              <a:ext uri="{FF2B5EF4-FFF2-40B4-BE49-F238E27FC236}">
                <a16:creationId xmlns:a16="http://schemas.microsoft.com/office/drawing/2014/main" id="{CA8ADEC8-A65F-2D61-C1E5-9877064C60B4}"/>
              </a:ext>
            </a:extLst>
          </p:cNvPr>
          <p:cNvSpPr txBox="1"/>
          <p:nvPr/>
        </p:nvSpPr>
        <p:spPr>
          <a:xfrm>
            <a:off x="3862562" y="1730449"/>
            <a:ext cx="2451454" cy="6453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Begrüßung</a:t>
            </a:r>
            <a:endParaRPr lang="de-DE" sz="1200" baseline="30000">
              <a:solidFill>
                <a:schemeClr val="bg1"/>
              </a:solidFill>
            </a:endParaRPr>
          </a:p>
        </p:txBody>
      </p:sp>
      <p:cxnSp>
        <p:nvCxnSpPr>
          <p:cNvPr id="10" name="Gerade Verbindung mit Pfeil 9">
            <a:extLst>
              <a:ext uri="{FF2B5EF4-FFF2-40B4-BE49-F238E27FC236}">
                <a16:creationId xmlns:a16="http://schemas.microsoft.com/office/drawing/2014/main" id="{1BEC80E2-883D-7007-ECB2-A2A33D698C2F}"/>
              </a:ext>
            </a:extLst>
          </p:cNvPr>
          <p:cNvCxnSpPr>
            <a:cxnSpLocks/>
            <a:stCxn id="12" idx="3"/>
            <a:endCxn id="4" idx="1"/>
          </p:cNvCxnSpPr>
          <p:nvPr/>
        </p:nvCxnSpPr>
        <p:spPr>
          <a:xfrm flipV="1">
            <a:off x="3195735" y="2053099"/>
            <a:ext cx="666827" cy="2400"/>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pic>
        <p:nvPicPr>
          <p:cNvPr id="36" name="Grafik 35" descr="Roboter mit einfarbiger Füllung">
            <a:extLst>
              <a:ext uri="{FF2B5EF4-FFF2-40B4-BE49-F238E27FC236}">
                <a16:creationId xmlns:a16="http://schemas.microsoft.com/office/drawing/2014/main" id="{1BDB4354-51FC-9998-181A-397458D1BF3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86665" y="1230773"/>
            <a:ext cx="460057" cy="460057"/>
          </a:xfrm>
          <a:prstGeom prst="rect">
            <a:avLst/>
          </a:prstGeom>
        </p:spPr>
      </p:pic>
      <p:sp>
        <p:nvSpPr>
          <p:cNvPr id="49" name="Textfeld 48">
            <a:extLst>
              <a:ext uri="{FF2B5EF4-FFF2-40B4-BE49-F238E27FC236}">
                <a16:creationId xmlns:a16="http://schemas.microsoft.com/office/drawing/2014/main" id="{C36596AC-2A91-8481-FE31-89F95368C30E}"/>
              </a:ext>
            </a:extLst>
          </p:cNvPr>
          <p:cNvSpPr txBox="1"/>
          <p:nvPr/>
        </p:nvSpPr>
        <p:spPr>
          <a:xfrm>
            <a:off x="7018525" y="1724357"/>
            <a:ext cx="2909052" cy="6453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Kundendaten</a:t>
            </a:r>
            <a:r>
              <a:rPr lang="de-DE" sz="1200">
                <a:solidFill>
                  <a:schemeClr val="bg1"/>
                </a:solidFill>
              </a:rPr>
              <a:t> erfassen: Firmenname, Ansprechpartner, Telefon</a:t>
            </a:r>
            <a:r>
              <a:rPr lang="de-DE" sz="1200" baseline="30000">
                <a:solidFill>
                  <a:schemeClr val="bg1"/>
                </a:solidFill>
              </a:rPr>
              <a:t>1</a:t>
            </a:r>
          </a:p>
        </p:txBody>
      </p:sp>
      <p:cxnSp>
        <p:nvCxnSpPr>
          <p:cNvPr id="50" name="Gerade Verbindung mit Pfeil 49">
            <a:extLst>
              <a:ext uri="{FF2B5EF4-FFF2-40B4-BE49-F238E27FC236}">
                <a16:creationId xmlns:a16="http://schemas.microsoft.com/office/drawing/2014/main" id="{912B7611-DA57-E2BB-0913-23F13572B6E3}"/>
              </a:ext>
            </a:extLst>
          </p:cNvPr>
          <p:cNvCxnSpPr>
            <a:cxnSpLocks/>
            <a:stCxn id="4" idx="3"/>
            <a:endCxn id="49" idx="1"/>
          </p:cNvCxnSpPr>
          <p:nvPr/>
        </p:nvCxnSpPr>
        <p:spPr>
          <a:xfrm flipV="1">
            <a:off x="6314016" y="2047007"/>
            <a:ext cx="704509" cy="6092"/>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8" name="Gerade Verbindung mit Pfeil 7">
            <a:extLst>
              <a:ext uri="{FF2B5EF4-FFF2-40B4-BE49-F238E27FC236}">
                <a16:creationId xmlns:a16="http://schemas.microsoft.com/office/drawing/2014/main" id="{3AEF8D62-5276-99B9-76C3-518F9CCC702F}"/>
              </a:ext>
            </a:extLst>
          </p:cNvPr>
          <p:cNvCxnSpPr>
            <a:cxnSpLocks/>
            <a:stCxn id="49" idx="2"/>
            <a:endCxn id="18" idx="0"/>
          </p:cNvCxnSpPr>
          <p:nvPr/>
        </p:nvCxnSpPr>
        <p:spPr>
          <a:xfrm>
            <a:off x="8473051" y="2369657"/>
            <a:ext cx="0" cy="335646"/>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18" name="Textfeld 17">
            <a:extLst>
              <a:ext uri="{FF2B5EF4-FFF2-40B4-BE49-F238E27FC236}">
                <a16:creationId xmlns:a16="http://schemas.microsoft.com/office/drawing/2014/main" id="{06EF1C05-2FF0-EA86-970C-F04A010A4808}"/>
              </a:ext>
            </a:extLst>
          </p:cNvPr>
          <p:cNvSpPr txBox="1"/>
          <p:nvPr/>
        </p:nvSpPr>
        <p:spPr>
          <a:xfrm>
            <a:off x="7018525" y="2705303"/>
            <a:ext cx="290905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Hauptkategorie</a:t>
            </a:r>
            <a:r>
              <a:rPr lang="de-DE" sz="1200">
                <a:solidFill>
                  <a:schemeClr val="bg1"/>
                </a:solidFill>
              </a:rPr>
              <a:t> auswählen</a:t>
            </a:r>
            <a:endParaRPr lang="de-DE" sz="1200" baseline="30000">
              <a:solidFill>
                <a:schemeClr val="bg1"/>
              </a:solidFill>
            </a:endParaRPr>
          </a:p>
        </p:txBody>
      </p:sp>
      <p:sp>
        <p:nvSpPr>
          <p:cNvPr id="25" name="Textfeld 24">
            <a:extLst>
              <a:ext uri="{FF2B5EF4-FFF2-40B4-BE49-F238E27FC236}">
                <a16:creationId xmlns:a16="http://schemas.microsoft.com/office/drawing/2014/main" id="{60739665-794D-E115-09C7-637AFF18D37C}"/>
              </a:ext>
            </a:extLst>
          </p:cNvPr>
          <p:cNvSpPr txBox="1"/>
          <p:nvPr/>
        </p:nvSpPr>
        <p:spPr>
          <a:xfrm>
            <a:off x="5741666" y="3530128"/>
            <a:ext cx="101963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Störung</a:t>
            </a:r>
            <a:endParaRPr lang="de-DE" sz="1200" baseline="30000">
              <a:solidFill>
                <a:schemeClr val="bg1"/>
              </a:solidFill>
            </a:endParaRPr>
          </a:p>
        </p:txBody>
      </p:sp>
      <p:sp>
        <p:nvSpPr>
          <p:cNvPr id="26" name="Textfeld 25">
            <a:extLst>
              <a:ext uri="{FF2B5EF4-FFF2-40B4-BE49-F238E27FC236}">
                <a16:creationId xmlns:a16="http://schemas.microsoft.com/office/drawing/2014/main" id="{20A1AE28-9722-96A7-A5F9-2CCEA771E95D}"/>
              </a:ext>
            </a:extLst>
          </p:cNvPr>
          <p:cNvSpPr txBox="1"/>
          <p:nvPr/>
        </p:nvSpPr>
        <p:spPr>
          <a:xfrm>
            <a:off x="6879278" y="3530127"/>
            <a:ext cx="101963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b="1">
                <a:solidFill>
                  <a:schemeClr val="bg1"/>
                </a:solidFill>
              </a:defRPr>
            </a:lvl1pPr>
          </a:lstStyle>
          <a:p>
            <a:r>
              <a:rPr lang="de-DE"/>
              <a:t>Wartung</a:t>
            </a:r>
          </a:p>
        </p:txBody>
      </p:sp>
      <p:sp>
        <p:nvSpPr>
          <p:cNvPr id="27" name="Textfeld 26">
            <a:extLst>
              <a:ext uri="{FF2B5EF4-FFF2-40B4-BE49-F238E27FC236}">
                <a16:creationId xmlns:a16="http://schemas.microsoft.com/office/drawing/2014/main" id="{A7ED1BE0-403C-6A0F-C699-569CD2290575}"/>
              </a:ext>
            </a:extLst>
          </p:cNvPr>
          <p:cNvSpPr txBox="1"/>
          <p:nvPr/>
        </p:nvSpPr>
        <p:spPr>
          <a:xfrm>
            <a:off x="8016890" y="3530127"/>
            <a:ext cx="101963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b="1">
                <a:solidFill>
                  <a:schemeClr val="bg1"/>
                </a:solidFill>
              </a:defRPr>
            </a:lvl1pPr>
          </a:lstStyle>
          <a:p>
            <a:r>
              <a:rPr lang="de-DE"/>
              <a:t>Ersatzteile</a:t>
            </a:r>
          </a:p>
        </p:txBody>
      </p:sp>
      <p:sp>
        <p:nvSpPr>
          <p:cNvPr id="31" name="Textfeld 30">
            <a:extLst>
              <a:ext uri="{FF2B5EF4-FFF2-40B4-BE49-F238E27FC236}">
                <a16:creationId xmlns:a16="http://schemas.microsoft.com/office/drawing/2014/main" id="{A8440F5B-FE7C-6A8D-F77E-338407CB4EF9}"/>
              </a:ext>
            </a:extLst>
          </p:cNvPr>
          <p:cNvSpPr txBox="1"/>
          <p:nvPr/>
        </p:nvSpPr>
        <p:spPr>
          <a:xfrm>
            <a:off x="9154502" y="3530126"/>
            <a:ext cx="101963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b="1">
                <a:solidFill>
                  <a:schemeClr val="bg1"/>
                </a:solidFill>
              </a:defRPr>
            </a:lvl1pPr>
          </a:lstStyle>
          <a:p>
            <a:r>
              <a:rPr lang="de-DE"/>
              <a:t>Angebot</a:t>
            </a:r>
          </a:p>
        </p:txBody>
      </p:sp>
      <p:sp>
        <p:nvSpPr>
          <p:cNvPr id="37" name="Textfeld 36">
            <a:extLst>
              <a:ext uri="{FF2B5EF4-FFF2-40B4-BE49-F238E27FC236}">
                <a16:creationId xmlns:a16="http://schemas.microsoft.com/office/drawing/2014/main" id="{5830C6C6-F3EE-BA67-2C9A-13BF353D4FFC}"/>
              </a:ext>
            </a:extLst>
          </p:cNvPr>
          <p:cNvSpPr txBox="1"/>
          <p:nvPr/>
        </p:nvSpPr>
        <p:spPr>
          <a:xfrm>
            <a:off x="3862562" y="2678182"/>
            <a:ext cx="1678612" cy="6368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b="1">
                <a:solidFill>
                  <a:schemeClr val="bg1"/>
                </a:solidFill>
              </a:defRPr>
            </a:lvl1pPr>
          </a:lstStyle>
          <a:p>
            <a:r>
              <a:rPr lang="de-DE"/>
              <a:t>Fallback-Thema</a:t>
            </a:r>
            <a:r>
              <a:rPr lang="de-DE" b="0"/>
              <a:t>, falls Agent nicht verstanden hat</a:t>
            </a:r>
            <a:r>
              <a:rPr lang="de-DE"/>
              <a:t> </a:t>
            </a:r>
          </a:p>
        </p:txBody>
      </p:sp>
      <p:sp>
        <p:nvSpPr>
          <p:cNvPr id="38" name="Textfeld 37">
            <a:extLst>
              <a:ext uri="{FF2B5EF4-FFF2-40B4-BE49-F238E27FC236}">
                <a16:creationId xmlns:a16="http://schemas.microsoft.com/office/drawing/2014/main" id="{48C96705-6297-B81B-AD2F-C3DAE9E6F43B}"/>
              </a:ext>
            </a:extLst>
          </p:cNvPr>
          <p:cNvSpPr txBox="1"/>
          <p:nvPr/>
        </p:nvSpPr>
        <p:spPr>
          <a:xfrm>
            <a:off x="10292114" y="3530126"/>
            <a:ext cx="101963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b="1">
                <a:solidFill>
                  <a:schemeClr val="bg1"/>
                </a:solidFill>
              </a:defRPr>
            </a:lvl1pPr>
          </a:lstStyle>
          <a:p>
            <a:r>
              <a:rPr lang="de-DE"/>
              <a:t>Rückruf</a:t>
            </a:r>
          </a:p>
        </p:txBody>
      </p:sp>
      <p:cxnSp>
        <p:nvCxnSpPr>
          <p:cNvPr id="40" name="Verbinder: gewinkelt 39">
            <a:extLst>
              <a:ext uri="{FF2B5EF4-FFF2-40B4-BE49-F238E27FC236}">
                <a16:creationId xmlns:a16="http://schemas.microsoft.com/office/drawing/2014/main" id="{0819A5E8-2FF1-2D74-6F1E-2D054311EA05}"/>
              </a:ext>
            </a:extLst>
          </p:cNvPr>
          <p:cNvCxnSpPr>
            <a:cxnSpLocks/>
            <a:stCxn id="18" idx="2"/>
            <a:endCxn id="25" idx="0"/>
          </p:cNvCxnSpPr>
          <p:nvPr/>
        </p:nvCxnSpPr>
        <p:spPr>
          <a:xfrm rot="5400000">
            <a:off x="7137394" y="2194471"/>
            <a:ext cx="449746" cy="2221569"/>
          </a:xfrm>
          <a:prstGeom prst="bentConnector3">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Verbinder: gewinkelt 41">
            <a:extLst>
              <a:ext uri="{FF2B5EF4-FFF2-40B4-BE49-F238E27FC236}">
                <a16:creationId xmlns:a16="http://schemas.microsoft.com/office/drawing/2014/main" id="{B062B08B-FD0E-197E-B777-7F4C62442303}"/>
              </a:ext>
            </a:extLst>
          </p:cNvPr>
          <p:cNvCxnSpPr>
            <a:cxnSpLocks/>
            <a:stCxn id="18" idx="2"/>
            <a:endCxn id="31" idx="0"/>
          </p:cNvCxnSpPr>
          <p:nvPr/>
        </p:nvCxnSpPr>
        <p:spPr>
          <a:xfrm rot="16200000" flipH="1">
            <a:off x="8843812" y="2709620"/>
            <a:ext cx="449744" cy="1191267"/>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Verbinder: gewinkelt 42">
            <a:extLst>
              <a:ext uri="{FF2B5EF4-FFF2-40B4-BE49-F238E27FC236}">
                <a16:creationId xmlns:a16="http://schemas.microsoft.com/office/drawing/2014/main" id="{A46A8234-A695-F571-4C1C-4F42798F6F12}"/>
              </a:ext>
            </a:extLst>
          </p:cNvPr>
          <p:cNvCxnSpPr>
            <a:cxnSpLocks/>
            <a:stCxn id="18" idx="2"/>
            <a:endCxn id="27" idx="0"/>
          </p:cNvCxnSpPr>
          <p:nvPr/>
        </p:nvCxnSpPr>
        <p:spPr>
          <a:xfrm rot="16200000" flipH="1">
            <a:off x="8275006" y="3278426"/>
            <a:ext cx="449745" cy="53655"/>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Verbinder: gewinkelt 46">
            <a:extLst>
              <a:ext uri="{FF2B5EF4-FFF2-40B4-BE49-F238E27FC236}">
                <a16:creationId xmlns:a16="http://schemas.microsoft.com/office/drawing/2014/main" id="{8505F714-5BE5-6232-F184-00B8A857A16B}"/>
              </a:ext>
            </a:extLst>
          </p:cNvPr>
          <p:cNvCxnSpPr>
            <a:cxnSpLocks/>
            <a:stCxn id="18" idx="2"/>
            <a:endCxn id="38" idx="0"/>
          </p:cNvCxnSpPr>
          <p:nvPr/>
        </p:nvCxnSpPr>
        <p:spPr>
          <a:xfrm rot="16200000" flipH="1">
            <a:off x="9412618" y="2140814"/>
            <a:ext cx="449744" cy="2328879"/>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8" name="Verbinder: gewinkelt 47">
            <a:extLst>
              <a:ext uri="{FF2B5EF4-FFF2-40B4-BE49-F238E27FC236}">
                <a16:creationId xmlns:a16="http://schemas.microsoft.com/office/drawing/2014/main" id="{DB6FCFB3-4526-64E9-6F89-17C901C2BDFF}"/>
              </a:ext>
            </a:extLst>
          </p:cNvPr>
          <p:cNvCxnSpPr>
            <a:cxnSpLocks/>
            <a:stCxn id="18" idx="2"/>
            <a:endCxn id="26" idx="0"/>
          </p:cNvCxnSpPr>
          <p:nvPr/>
        </p:nvCxnSpPr>
        <p:spPr>
          <a:xfrm rot="5400000">
            <a:off x="7706201" y="2763276"/>
            <a:ext cx="449745" cy="1083957"/>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feld 64">
            <a:extLst>
              <a:ext uri="{FF2B5EF4-FFF2-40B4-BE49-F238E27FC236}">
                <a16:creationId xmlns:a16="http://schemas.microsoft.com/office/drawing/2014/main" id="{773FE361-6CC1-6AB0-760F-76BE9017738A}"/>
              </a:ext>
            </a:extLst>
          </p:cNvPr>
          <p:cNvSpPr txBox="1"/>
          <p:nvPr/>
        </p:nvSpPr>
        <p:spPr>
          <a:xfrm>
            <a:off x="6879278" y="4209614"/>
            <a:ext cx="4432468"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Datenerfassung</a:t>
            </a:r>
            <a:r>
              <a:rPr lang="de-DE" sz="1200">
                <a:solidFill>
                  <a:schemeClr val="bg1"/>
                </a:solidFill>
              </a:rPr>
              <a:t> (abhängig von Kategorie)</a:t>
            </a:r>
            <a:endParaRPr lang="de-DE" sz="1200" baseline="30000">
              <a:solidFill>
                <a:schemeClr val="bg1"/>
              </a:solidFill>
            </a:endParaRPr>
          </a:p>
        </p:txBody>
      </p:sp>
      <p:cxnSp>
        <p:nvCxnSpPr>
          <p:cNvPr id="71" name="Verbinder: gewinkelt 70">
            <a:extLst>
              <a:ext uri="{FF2B5EF4-FFF2-40B4-BE49-F238E27FC236}">
                <a16:creationId xmlns:a16="http://schemas.microsoft.com/office/drawing/2014/main" id="{14D9DE6F-6668-B405-6FC4-961856876212}"/>
              </a:ext>
            </a:extLst>
          </p:cNvPr>
          <p:cNvCxnSpPr>
            <a:cxnSpLocks/>
            <a:stCxn id="25" idx="2"/>
            <a:endCxn id="65" idx="0"/>
          </p:cNvCxnSpPr>
          <p:nvPr/>
        </p:nvCxnSpPr>
        <p:spPr>
          <a:xfrm rot="16200000" flipH="1">
            <a:off x="7521294" y="2635395"/>
            <a:ext cx="304407" cy="2844030"/>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Verbinder: gewinkelt 73">
            <a:extLst>
              <a:ext uri="{FF2B5EF4-FFF2-40B4-BE49-F238E27FC236}">
                <a16:creationId xmlns:a16="http://schemas.microsoft.com/office/drawing/2014/main" id="{EAF0CCB2-A587-649F-6704-5F9A269D9F68}"/>
              </a:ext>
            </a:extLst>
          </p:cNvPr>
          <p:cNvCxnSpPr>
            <a:cxnSpLocks/>
            <a:stCxn id="26" idx="2"/>
            <a:endCxn id="65" idx="0"/>
          </p:cNvCxnSpPr>
          <p:nvPr/>
        </p:nvCxnSpPr>
        <p:spPr>
          <a:xfrm rot="16200000" flipH="1">
            <a:off x="8090099" y="3204201"/>
            <a:ext cx="304408" cy="1706418"/>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Verbinder: gewinkelt 76">
            <a:extLst>
              <a:ext uri="{FF2B5EF4-FFF2-40B4-BE49-F238E27FC236}">
                <a16:creationId xmlns:a16="http://schemas.microsoft.com/office/drawing/2014/main" id="{EEF77665-83B7-D860-7479-6A705660A923}"/>
              </a:ext>
            </a:extLst>
          </p:cNvPr>
          <p:cNvCxnSpPr>
            <a:cxnSpLocks/>
            <a:stCxn id="27" idx="2"/>
            <a:endCxn id="65" idx="0"/>
          </p:cNvCxnSpPr>
          <p:nvPr/>
        </p:nvCxnSpPr>
        <p:spPr>
          <a:xfrm rot="16200000" flipH="1">
            <a:off x="8658905" y="3773007"/>
            <a:ext cx="304408" cy="568806"/>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Verbinder: gewinkelt 79">
            <a:extLst>
              <a:ext uri="{FF2B5EF4-FFF2-40B4-BE49-F238E27FC236}">
                <a16:creationId xmlns:a16="http://schemas.microsoft.com/office/drawing/2014/main" id="{F2357910-99F1-460B-9254-E1C52485180D}"/>
              </a:ext>
            </a:extLst>
          </p:cNvPr>
          <p:cNvCxnSpPr>
            <a:cxnSpLocks/>
            <a:stCxn id="31" idx="2"/>
            <a:endCxn id="65" idx="0"/>
          </p:cNvCxnSpPr>
          <p:nvPr/>
        </p:nvCxnSpPr>
        <p:spPr>
          <a:xfrm rot="5400000">
            <a:off x="9227711" y="3773006"/>
            <a:ext cx="304409" cy="568806"/>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Verbinder: gewinkelt 82">
            <a:extLst>
              <a:ext uri="{FF2B5EF4-FFF2-40B4-BE49-F238E27FC236}">
                <a16:creationId xmlns:a16="http://schemas.microsoft.com/office/drawing/2014/main" id="{BF6F9D3B-F4A3-9CC1-7022-798162EAF15D}"/>
              </a:ext>
            </a:extLst>
          </p:cNvPr>
          <p:cNvCxnSpPr>
            <a:cxnSpLocks/>
            <a:stCxn id="38" idx="2"/>
            <a:endCxn id="65" idx="0"/>
          </p:cNvCxnSpPr>
          <p:nvPr/>
        </p:nvCxnSpPr>
        <p:spPr>
          <a:xfrm rot="5400000">
            <a:off x="9796517" y="3204200"/>
            <a:ext cx="304409" cy="1706418"/>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Gerade Verbindung mit Pfeil 86">
            <a:extLst>
              <a:ext uri="{FF2B5EF4-FFF2-40B4-BE49-F238E27FC236}">
                <a16:creationId xmlns:a16="http://schemas.microsoft.com/office/drawing/2014/main" id="{5C5151CA-9DFE-32B2-D1DC-54F796EDC4BC}"/>
              </a:ext>
            </a:extLst>
          </p:cNvPr>
          <p:cNvCxnSpPr>
            <a:stCxn id="18" idx="1"/>
            <a:endCxn id="37" idx="3"/>
          </p:cNvCxnSpPr>
          <p:nvPr/>
        </p:nvCxnSpPr>
        <p:spPr>
          <a:xfrm flipH="1">
            <a:off x="5541174" y="2892843"/>
            <a:ext cx="1477351" cy="103743"/>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0" name="Gerade Verbindung mit Pfeil 89">
            <a:extLst>
              <a:ext uri="{FF2B5EF4-FFF2-40B4-BE49-F238E27FC236}">
                <a16:creationId xmlns:a16="http://schemas.microsoft.com/office/drawing/2014/main" id="{EDCADEF4-47FA-A505-281D-AFC0B9C9BC33}"/>
              </a:ext>
            </a:extLst>
          </p:cNvPr>
          <p:cNvCxnSpPr>
            <a:cxnSpLocks/>
          </p:cNvCxnSpPr>
          <p:nvPr/>
        </p:nvCxnSpPr>
        <p:spPr>
          <a:xfrm flipH="1" flipV="1">
            <a:off x="5541174" y="3148985"/>
            <a:ext cx="656652" cy="272953"/>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3" name="Gerade Verbindung mit Pfeil 92">
            <a:extLst>
              <a:ext uri="{FF2B5EF4-FFF2-40B4-BE49-F238E27FC236}">
                <a16:creationId xmlns:a16="http://schemas.microsoft.com/office/drawing/2014/main" id="{8EDCB13F-F819-81BB-9B04-CC56995C187D}"/>
              </a:ext>
            </a:extLst>
          </p:cNvPr>
          <p:cNvCxnSpPr>
            <a:cxnSpLocks/>
          </p:cNvCxnSpPr>
          <p:nvPr/>
        </p:nvCxnSpPr>
        <p:spPr>
          <a:xfrm flipH="1">
            <a:off x="5541173" y="2310899"/>
            <a:ext cx="1492767" cy="491446"/>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96" name="Textfeld 95">
            <a:extLst>
              <a:ext uri="{FF2B5EF4-FFF2-40B4-BE49-F238E27FC236}">
                <a16:creationId xmlns:a16="http://schemas.microsoft.com/office/drawing/2014/main" id="{C8891A45-2DCF-6C3B-0544-FA0D5D101B77}"/>
              </a:ext>
            </a:extLst>
          </p:cNvPr>
          <p:cNvSpPr txBox="1"/>
          <p:nvPr/>
        </p:nvSpPr>
        <p:spPr>
          <a:xfrm>
            <a:off x="3700397" y="5392826"/>
            <a:ext cx="8071740" cy="1137822"/>
          </a:xfrm>
          <a:prstGeom prst="roundRect">
            <a:avLst>
              <a:gd name="adj" fmla="val 19175"/>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r>
              <a:rPr lang="de-DE" sz="1200" b="1">
                <a:solidFill>
                  <a:schemeClr val="bg1"/>
                </a:solidFill>
              </a:rPr>
              <a:t>Power Automate</a:t>
            </a:r>
          </a:p>
        </p:txBody>
      </p:sp>
      <p:sp>
        <p:nvSpPr>
          <p:cNvPr id="102" name="Textfeld 101">
            <a:extLst>
              <a:ext uri="{FF2B5EF4-FFF2-40B4-BE49-F238E27FC236}">
                <a16:creationId xmlns:a16="http://schemas.microsoft.com/office/drawing/2014/main" id="{B9C4610B-E237-05BD-55E0-1175F8C2ABF2}"/>
              </a:ext>
            </a:extLst>
          </p:cNvPr>
          <p:cNvSpPr txBox="1"/>
          <p:nvPr/>
        </p:nvSpPr>
        <p:spPr>
          <a:xfrm>
            <a:off x="6582256" y="5955299"/>
            <a:ext cx="1435488"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Ticket </a:t>
            </a:r>
            <a:r>
              <a:rPr lang="de-DE" sz="1200">
                <a:solidFill>
                  <a:schemeClr val="bg1"/>
                </a:solidFill>
              </a:rPr>
              <a:t>erstellen</a:t>
            </a:r>
            <a:endParaRPr lang="de-DE" sz="1200" baseline="30000">
              <a:solidFill>
                <a:schemeClr val="bg1"/>
              </a:solidFill>
            </a:endParaRPr>
          </a:p>
        </p:txBody>
      </p:sp>
      <p:sp>
        <p:nvSpPr>
          <p:cNvPr id="110" name="Textfeld 109">
            <a:extLst>
              <a:ext uri="{FF2B5EF4-FFF2-40B4-BE49-F238E27FC236}">
                <a16:creationId xmlns:a16="http://schemas.microsoft.com/office/drawing/2014/main" id="{280FA53B-A70B-4F69-19C9-0AFE270635CF}"/>
              </a:ext>
            </a:extLst>
          </p:cNvPr>
          <p:cNvSpPr txBox="1"/>
          <p:nvPr/>
        </p:nvSpPr>
        <p:spPr>
          <a:xfrm>
            <a:off x="3862562" y="4212652"/>
            <a:ext cx="219300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Eskalation </a:t>
            </a:r>
            <a:r>
              <a:rPr lang="de-DE" sz="1200">
                <a:solidFill>
                  <a:schemeClr val="bg1"/>
                </a:solidFill>
              </a:rPr>
              <a:t>(sofortige Weiterleitung an Menschen)</a:t>
            </a:r>
            <a:endParaRPr lang="de-DE" sz="1200" baseline="30000">
              <a:solidFill>
                <a:schemeClr val="bg1"/>
              </a:solidFill>
            </a:endParaRPr>
          </a:p>
        </p:txBody>
      </p:sp>
      <p:cxnSp>
        <p:nvCxnSpPr>
          <p:cNvPr id="111" name="Verbinder: gewinkelt 110">
            <a:extLst>
              <a:ext uri="{FF2B5EF4-FFF2-40B4-BE49-F238E27FC236}">
                <a16:creationId xmlns:a16="http://schemas.microsoft.com/office/drawing/2014/main" id="{4D5C8161-D4D3-7807-6E5B-3B0415E3A178}"/>
              </a:ext>
            </a:extLst>
          </p:cNvPr>
          <p:cNvCxnSpPr>
            <a:cxnSpLocks/>
          </p:cNvCxnSpPr>
          <p:nvPr/>
        </p:nvCxnSpPr>
        <p:spPr>
          <a:xfrm rot="5400000">
            <a:off x="5373311" y="3524872"/>
            <a:ext cx="307445" cy="1068115"/>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5" name="Textfeld 114">
            <a:extLst>
              <a:ext uri="{FF2B5EF4-FFF2-40B4-BE49-F238E27FC236}">
                <a16:creationId xmlns:a16="http://schemas.microsoft.com/office/drawing/2014/main" id="{937A0A92-D17C-572D-2E20-39DAB54648A2}"/>
              </a:ext>
            </a:extLst>
          </p:cNvPr>
          <p:cNvSpPr txBox="1"/>
          <p:nvPr/>
        </p:nvSpPr>
        <p:spPr>
          <a:xfrm>
            <a:off x="383113" y="3520544"/>
            <a:ext cx="2889997" cy="1361609"/>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r>
              <a:rPr lang="de-DE" sz="1200" b="1">
                <a:solidFill>
                  <a:schemeClr val="bg1"/>
                </a:solidFill>
              </a:rPr>
              <a:t>MS Teams – AIRCO (Constantin, …)</a:t>
            </a:r>
          </a:p>
        </p:txBody>
      </p:sp>
      <p:sp>
        <p:nvSpPr>
          <p:cNvPr id="117" name="Textfeld 116">
            <a:extLst>
              <a:ext uri="{FF2B5EF4-FFF2-40B4-BE49-F238E27FC236}">
                <a16:creationId xmlns:a16="http://schemas.microsoft.com/office/drawing/2014/main" id="{A8928DAD-9B45-6CD7-2F2A-1500A3835273}"/>
              </a:ext>
            </a:extLst>
          </p:cNvPr>
          <p:cNvSpPr txBox="1"/>
          <p:nvPr/>
        </p:nvSpPr>
        <p:spPr>
          <a:xfrm>
            <a:off x="1259304" y="4077541"/>
            <a:ext cx="1865350" cy="6453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a:solidFill>
                  <a:schemeClr val="bg1"/>
                </a:solidFill>
              </a:defRPr>
            </a:lvl1pPr>
          </a:lstStyle>
          <a:p>
            <a:r>
              <a:rPr lang="de-DE"/>
              <a:t>Manuelle Aufgaben (Rückruf / E-Mail beantworten)</a:t>
            </a:r>
          </a:p>
        </p:txBody>
      </p:sp>
      <p:sp>
        <p:nvSpPr>
          <p:cNvPr id="131" name="Textfeld 130">
            <a:extLst>
              <a:ext uri="{FF2B5EF4-FFF2-40B4-BE49-F238E27FC236}">
                <a16:creationId xmlns:a16="http://schemas.microsoft.com/office/drawing/2014/main" id="{0485C9A4-06CA-A057-8356-03A929F2A816}"/>
              </a:ext>
            </a:extLst>
          </p:cNvPr>
          <p:cNvSpPr txBox="1"/>
          <p:nvPr/>
        </p:nvSpPr>
        <p:spPr>
          <a:xfrm>
            <a:off x="6967206" y="4923215"/>
            <a:ext cx="290905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Zusammenfassung &amp; Bestätigung</a:t>
            </a:r>
            <a:endParaRPr lang="de-DE" sz="1200" baseline="30000">
              <a:solidFill>
                <a:schemeClr val="bg1"/>
              </a:solidFill>
            </a:endParaRPr>
          </a:p>
        </p:txBody>
      </p:sp>
      <p:cxnSp>
        <p:nvCxnSpPr>
          <p:cNvPr id="137" name="Verbinder: gewinkelt 136">
            <a:extLst>
              <a:ext uri="{FF2B5EF4-FFF2-40B4-BE49-F238E27FC236}">
                <a16:creationId xmlns:a16="http://schemas.microsoft.com/office/drawing/2014/main" id="{DF7F6F11-AF0D-8ED8-93E0-AFA74FAD276F}"/>
              </a:ext>
            </a:extLst>
          </p:cNvPr>
          <p:cNvCxnSpPr>
            <a:cxnSpLocks/>
            <a:stCxn id="65" idx="2"/>
            <a:endCxn id="131" idx="0"/>
          </p:cNvCxnSpPr>
          <p:nvPr/>
        </p:nvCxnSpPr>
        <p:spPr>
          <a:xfrm rot="5400000">
            <a:off x="8589361" y="4417064"/>
            <a:ext cx="338522" cy="673780"/>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0" name="Verbinder: gewinkelt 139">
            <a:extLst>
              <a:ext uri="{FF2B5EF4-FFF2-40B4-BE49-F238E27FC236}">
                <a16:creationId xmlns:a16="http://schemas.microsoft.com/office/drawing/2014/main" id="{539FDCC9-15E4-9D7E-5D84-6C8ADC34148A}"/>
              </a:ext>
            </a:extLst>
          </p:cNvPr>
          <p:cNvCxnSpPr>
            <a:cxnSpLocks/>
            <a:stCxn id="110" idx="2"/>
            <a:endCxn id="131" idx="0"/>
          </p:cNvCxnSpPr>
          <p:nvPr/>
        </p:nvCxnSpPr>
        <p:spPr>
          <a:xfrm rot="16200000" flipH="1">
            <a:off x="6522655" y="3024138"/>
            <a:ext cx="335484" cy="3462669"/>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3" name="Verbinder: gewinkelt 142">
            <a:extLst>
              <a:ext uri="{FF2B5EF4-FFF2-40B4-BE49-F238E27FC236}">
                <a16:creationId xmlns:a16="http://schemas.microsoft.com/office/drawing/2014/main" id="{6A6494C8-34FE-325A-BD77-E31F99DCB19E}"/>
              </a:ext>
            </a:extLst>
          </p:cNvPr>
          <p:cNvCxnSpPr>
            <a:cxnSpLocks/>
            <a:stCxn id="131" idx="2"/>
            <a:endCxn id="148" idx="3"/>
          </p:cNvCxnSpPr>
          <p:nvPr/>
        </p:nvCxnSpPr>
        <p:spPr>
          <a:xfrm rot="5400000">
            <a:off x="7742438" y="4996562"/>
            <a:ext cx="377563" cy="981026"/>
          </a:xfrm>
          <a:prstGeom prst="bentConnector2">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8" name="Textfeld 147">
            <a:extLst>
              <a:ext uri="{FF2B5EF4-FFF2-40B4-BE49-F238E27FC236}">
                <a16:creationId xmlns:a16="http://schemas.microsoft.com/office/drawing/2014/main" id="{C37B0CD0-5C2D-452E-DA49-24796B796646}"/>
              </a:ext>
            </a:extLst>
          </p:cNvPr>
          <p:cNvSpPr txBox="1"/>
          <p:nvPr/>
        </p:nvSpPr>
        <p:spPr>
          <a:xfrm>
            <a:off x="5056094" y="5488317"/>
            <a:ext cx="238461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a:solidFill>
                  <a:schemeClr val="bg1"/>
                </a:solidFill>
              </a:rPr>
              <a:t>E-Mail </a:t>
            </a:r>
            <a:r>
              <a:rPr lang="de-DE" sz="1200">
                <a:solidFill>
                  <a:schemeClr val="bg1"/>
                </a:solidFill>
              </a:rPr>
              <a:t>verfassen &amp; versenden an richtige Person</a:t>
            </a:r>
            <a:endParaRPr lang="de-DE" sz="1200" baseline="30000">
              <a:solidFill>
                <a:schemeClr val="bg1"/>
              </a:solidFill>
            </a:endParaRPr>
          </a:p>
        </p:txBody>
      </p:sp>
      <p:cxnSp>
        <p:nvCxnSpPr>
          <p:cNvPr id="149" name="Gerade Verbindung mit Pfeil 148">
            <a:extLst>
              <a:ext uri="{FF2B5EF4-FFF2-40B4-BE49-F238E27FC236}">
                <a16:creationId xmlns:a16="http://schemas.microsoft.com/office/drawing/2014/main" id="{0D4DD485-AD13-108A-2262-2F9BF7785B19}"/>
              </a:ext>
            </a:extLst>
          </p:cNvPr>
          <p:cNvCxnSpPr>
            <a:cxnSpLocks/>
            <a:stCxn id="110" idx="1"/>
            <a:endCxn id="117" idx="3"/>
          </p:cNvCxnSpPr>
          <p:nvPr/>
        </p:nvCxnSpPr>
        <p:spPr>
          <a:xfrm flipH="1" flipV="1">
            <a:off x="3124654" y="4400191"/>
            <a:ext cx="737908" cy="1"/>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2" name="Verbinder: gewinkelt 161">
            <a:extLst>
              <a:ext uri="{FF2B5EF4-FFF2-40B4-BE49-F238E27FC236}">
                <a16:creationId xmlns:a16="http://schemas.microsoft.com/office/drawing/2014/main" id="{F18238F0-93E3-ECBF-D740-2E23F2EEF701}"/>
              </a:ext>
            </a:extLst>
          </p:cNvPr>
          <p:cNvCxnSpPr>
            <a:cxnSpLocks/>
            <a:stCxn id="148" idx="0"/>
            <a:endCxn id="117" idx="2"/>
          </p:cNvCxnSpPr>
          <p:nvPr/>
        </p:nvCxnSpPr>
        <p:spPr>
          <a:xfrm rot="16200000" flipV="1">
            <a:off x="3837452" y="3077368"/>
            <a:ext cx="765476" cy="4056421"/>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8" name="Textfeld 167">
            <a:extLst>
              <a:ext uri="{FF2B5EF4-FFF2-40B4-BE49-F238E27FC236}">
                <a16:creationId xmlns:a16="http://schemas.microsoft.com/office/drawing/2014/main" id="{B8EAD57D-07A8-BFB2-8402-20870CB93013}"/>
              </a:ext>
            </a:extLst>
          </p:cNvPr>
          <p:cNvSpPr txBox="1"/>
          <p:nvPr/>
        </p:nvSpPr>
        <p:spPr>
          <a:xfrm>
            <a:off x="10018870" y="4879921"/>
            <a:ext cx="1669672" cy="461665"/>
          </a:xfrm>
          <a:prstGeom prst="rect">
            <a:avLst/>
          </a:prstGeom>
          <a:noFill/>
        </p:spPr>
        <p:txBody>
          <a:bodyPr wrap="square">
            <a:spAutoFit/>
          </a:bodyPr>
          <a:lstStyle/>
          <a:p>
            <a:r>
              <a:rPr lang="de-DE" sz="1200">
                <a:solidFill>
                  <a:schemeClr val="bg1"/>
                </a:solidFill>
              </a:rPr>
              <a:t>Anrufer bestätigt / korrigiert</a:t>
            </a:r>
          </a:p>
        </p:txBody>
      </p:sp>
      <p:sp>
        <p:nvSpPr>
          <p:cNvPr id="169" name="Pfeil: 180-Grad 168">
            <a:extLst>
              <a:ext uri="{FF2B5EF4-FFF2-40B4-BE49-F238E27FC236}">
                <a16:creationId xmlns:a16="http://schemas.microsoft.com/office/drawing/2014/main" id="{DC15AFB0-ACC7-1683-BDF6-6802D42EBA80}"/>
              </a:ext>
            </a:extLst>
          </p:cNvPr>
          <p:cNvSpPr/>
          <p:nvPr/>
        </p:nvSpPr>
        <p:spPr>
          <a:xfrm rot="16200000" flipV="1">
            <a:off x="10555887" y="3797546"/>
            <a:ext cx="2373615"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170" name="Pfeil: 180-Grad 169">
            <a:extLst>
              <a:ext uri="{FF2B5EF4-FFF2-40B4-BE49-F238E27FC236}">
                <a16:creationId xmlns:a16="http://schemas.microsoft.com/office/drawing/2014/main" id="{701CF0D4-1A8D-74E6-7C09-8717516E3663}"/>
              </a:ext>
            </a:extLst>
          </p:cNvPr>
          <p:cNvSpPr/>
          <p:nvPr/>
        </p:nvSpPr>
        <p:spPr>
          <a:xfrm rot="16200000" flipV="1">
            <a:off x="10981180" y="4222839"/>
            <a:ext cx="1523025"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172" name="Pfeil: 180-Grad 171">
            <a:extLst>
              <a:ext uri="{FF2B5EF4-FFF2-40B4-BE49-F238E27FC236}">
                <a16:creationId xmlns:a16="http://schemas.microsoft.com/office/drawing/2014/main" id="{ACC4A23E-BC42-917B-45FB-77248B049BA3}"/>
              </a:ext>
            </a:extLst>
          </p:cNvPr>
          <p:cNvSpPr/>
          <p:nvPr/>
        </p:nvSpPr>
        <p:spPr>
          <a:xfrm rot="16200000" flipV="1">
            <a:off x="11300751" y="4542411"/>
            <a:ext cx="883876"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178" name="Textfeld 177">
            <a:extLst>
              <a:ext uri="{FF2B5EF4-FFF2-40B4-BE49-F238E27FC236}">
                <a16:creationId xmlns:a16="http://schemas.microsoft.com/office/drawing/2014/main" id="{ACC91D03-22E6-6F41-65F5-1D95AFE63ADB}"/>
              </a:ext>
            </a:extLst>
          </p:cNvPr>
          <p:cNvSpPr txBox="1"/>
          <p:nvPr/>
        </p:nvSpPr>
        <p:spPr>
          <a:xfrm>
            <a:off x="412154" y="5392825"/>
            <a:ext cx="2860956" cy="1137823"/>
          </a:xfrm>
          <a:prstGeom prst="roundRect">
            <a:avLst>
              <a:gd name="adj" fmla="val 19175"/>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r>
              <a:rPr lang="de-DE" sz="1200" b="1" err="1">
                <a:solidFill>
                  <a:schemeClr val="bg1"/>
                </a:solidFill>
              </a:rPr>
              <a:t>Odoo</a:t>
            </a:r>
            <a:r>
              <a:rPr lang="de-DE" sz="1200" b="1">
                <a:solidFill>
                  <a:schemeClr val="bg1"/>
                </a:solidFill>
              </a:rPr>
              <a:t> - AIRCO (Constantin, …)</a:t>
            </a:r>
          </a:p>
        </p:txBody>
      </p:sp>
      <p:sp>
        <p:nvSpPr>
          <p:cNvPr id="181" name="Textfeld 180">
            <a:extLst>
              <a:ext uri="{FF2B5EF4-FFF2-40B4-BE49-F238E27FC236}">
                <a16:creationId xmlns:a16="http://schemas.microsoft.com/office/drawing/2014/main" id="{8186C499-487D-497E-AE96-CEA9A6ACF9A5}"/>
              </a:ext>
            </a:extLst>
          </p:cNvPr>
          <p:cNvSpPr txBox="1"/>
          <p:nvPr/>
        </p:nvSpPr>
        <p:spPr>
          <a:xfrm>
            <a:off x="1259304" y="5961736"/>
            <a:ext cx="1865350" cy="37508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a:solidFill>
                  <a:schemeClr val="bg1"/>
                </a:solidFill>
              </a:defRPr>
            </a:lvl1pPr>
          </a:lstStyle>
          <a:p>
            <a:r>
              <a:rPr lang="de-DE"/>
              <a:t>Anlage Ticket &amp; Zuordnung</a:t>
            </a:r>
          </a:p>
        </p:txBody>
      </p:sp>
      <p:cxnSp>
        <p:nvCxnSpPr>
          <p:cNvPr id="193" name="Verbinder: gewinkelt 192">
            <a:extLst>
              <a:ext uri="{FF2B5EF4-FFF2-40B4-BE49-F238E27FC236}">
                <a16:creationId xmlns:a16="http://schemas.microsoft.com/office/drawing/2014/main" id="{367D3E75-03A2-EB19-D9E1-5D4C8A665CBF}"/>
              </a:ext>
            </a:extLst>
          </p:cNvPr>
          <p:cNvCxnSpPr>
            <a:cxnSpLocks/>
            <a:stCxn id="131" idx="2"/>
            <a:endCxn id="102" idx="3"/>
          </p:cNvCxnSpPr>
          <p:nvPr/>
        </p:nvCxnSpPr>
        <p:spPr>
          <a:xfrm rot="5400000">
            <a:off x="7797466" y="5518572"/>
            <a:ext cx="844545" cy="403988"/>
          </a:xfrm>
          <a:prstGeom prst="bentConnector2">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9" name="Gerade Verbindung mit Pfeil 198">
            <a:extLst>
              <a:ext uri="{FF2B5EF4-FFF2-40B4-BE49-F238E27FC236}">
                <a16:creationId xmlns:a16="http://schemas.microsoft.com/office/drawing/2014/main" id="{3C53FD25-4C5D-93DE-A00E-08059F3F3DC9}"/>
              </a:ext>
            </a:extLst>
          </p:cNvPr>
          <p:cNvCxnSpPr>
            <a:cxnSpLocks/>
            <a:stCxn id="102" idx="1"/>
            <a:endCxn id="181" idx="3"/>
          </p:cNvCxnSpPr>
          <p:nvPr/>
        </p:nvCxnSpPr>
        <p:spPr>
          <a:xfrm flipH="1">
            <a:off x="3124654" y="6142839"/>
            <a:ext cx="3457602" cy="6437"/>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211" name="Textfeld 210">
            <a:extLst>
              <a:ext uri="{FF2B5EF4-FFF2-40B4-BE49-F238E27FC236}">
                <a16:creationId xmlns:a16="http://schemas.microsoft.com/office/drawing/2014/main" id="{9664AF52-5CB9-58AE-A33B-6CA0DC58671C}"/>
              </a:ext>
            </a:extLst>
          </p:cNvPr>
          <p:cNvSpPr txBox="1"/>
          <p:nvPr/>
        </p:nvSpPr>
        <p:spPr>
          <a:xfrm>
            <a:off x="8944164" y="2365559"/>
            <a:ext cx="290905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Produktionsstillstand?</a:t>
            </a:r>
            <a:endParaRPr lang="de-DE" sz="1200" baseline="30000">
              <a:solidFill>
                <a:schemeClr val="bg1"/>
              </a:solidFill>
            </a:endParaRPr>
          </a:p>
        </p:txBody>
      </p:sp>
    </p:spTree>
    <p:extLst>
      <p:ext uri="{BB962C8B-B14F-4D97-AF65-F5344CB8AC3E}">
        <p14:creationId xmlns:p14="http://schemas.microsoft.com/office/powerpoint/2010/main" val="858767615"/>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E83F46-F0BD-1254-D83C-DABD9EF92EA5}"/>
              </a:ext>
            </a:extLst>
          </p:cNvPr>
          <p:cNvSpPr>
            <a:spLocks noGrp="1"/>
          </p:cNvSpPr>
          <p:nvPr>
            <p:ph type="title"/>
          </p:nvPr>
        </p:nvSpPr>
        <p:spPr/>
        <p:txBody>
          <a:bodyPr/>
          <a:lstStyle/>
          <a:p>
            <a:r>
              <a:rPr lang="de-DE"/>
              <a:t>Synonymen</a:t>
            </a:r>
          </a:p>
        </p:txBody>
      </p:sp>
      <p:sp>
        <p:nvSpPr>
          <p:cNvPr id="3" name="Textplatzhalter 2">
            <a:extLst>
              <a:ext uri="{FF2B5EF4-FFF2-40B4-BE49-F238E27FC236}">
                <a16:creationId xmlns:a16="http://schemas.microsoft.com/office/drawing/2014/main" id="{5114BE2C-CB39-F9B7-7E2D-F63E44A7BB85}"/>
              </a:ext>
            </a:extLst>
          </p:cNvPr>
          <p:cNvSpPr>
            <a:spLocks noGrp="1"/>
          </p:cNvSpPr>
          <p:nvPr>
            <p:ph type="body" sz="quarter" idx="13"/>
          </p:nvPr>
        </p:nvSpPr>
        <p:spPr/>
        <p:txBody>
          <a:bodyPr/>
          <a:lstStyle/>
          <a:p>
            <a:endParaRPr lang="de-DE"/>
          </a:p>
        </p:txBody>
      </p:sp>
      <p:graphicFrame>
        <p:nvGraphicFramePr>
          <p:cNvPr id="8" name="Inhaltsplatzhalter 7">
            <a:extLst>
              <a:ext uri="{FF2B5EF4-FFF2-40B4-BE49-F238E27FC236}">
                <a16:creationId xmlns:a16="http://schemas.microsoft.com/office/drawing/2014/main" id="{36AD2CB8-087C-A76B-7949-B978DC1FEA76}"/>
              </a:ext>
            </a:extLst>
          </p:cNvPr>
          <p:cNvGraphicFramePr>
            <a:graphicFrameLocks noGrp="1"/>
          </p:cNvGraphicFramePr>
          <p:nvPr>
            <p:ph sz="quarter" idx="17"/>
            <p:extLst>
              <p:ext uri="{D42A27DB-BD31-4B8C-83A1-F6EECF244321}">
                <p14:modId xmlns:p14="http://schemas.microsoft.com/office/powerpoint/2010/main" val="1744049051"/>
              </p:ext>
            </p:extLst>
          </p:nvPr>
        </p:nvGraphicFramePr>
        <p:xfrm>
          <a:off x="382588" y="1454150"/>
          <a:ext cx="11434762" cy="2595880"/>
        </p:xfrm>
        <a:graphic>
          <a:graphicData uri="http://schemas.openxmlformats.org/drawingml/2006/table">
            <a:tbl>
              <a:tblPr firstRow="1" bandRow="1">
                <a:tableStyleId>{5C22544A-7EE6-4342-B048-85BDC9FD1C3A}</a:tableStyleId>
              </a:tblPr>
              <a:tblGrid>
                <a:gridCol w="5507086">
                  <a:extLst>
                    <a:ext uri="{9D8B030D-6E8A-4147-A177-3AD203B41FA5}">
                      <a16:colId xmlns:a16="http://schemas.microsoft.com/office/drawing/2014/main" val="2682765455"/>
                    </a:ext>
                  </a:extLst>
                </a:gridCol>
                <a:gridCol w="5927676">
                  <a:extLst>
                    <a:ext uri="{9D8B030D-6E8A-4147-A177-3AD203B41FA5}">
                      <a16:colId xmlns:a16="http://schemas.microsoft.com/office/drawing/2014/main" val="2149943114"/>
                    </a:ext>
                  </a:extLst>
                </a:gridCol>
              </a:tblGrid>
              <a:tr h="370840">
                <a:tc>
                  <a:txBody>
                    <a:bodyPr/>
                    <a:lstStyle/>
                    <a:p>
                      <a:r>
                        <a:rPr lang="de-DE"/>
                        <a:t>Begriff</a:t>
                      </a:r>
                    </a:p>
                  </a:txBody>
                  <a:tcPr/>
                </a:tc>
                <a:tc>
                  <a:txBody>
                    <a:bodyPr/>
                    <a:lstStyle/>
                    <a:p>
                      <a:r>
                        <a:rPr lang="de-DE"/>
                        <a:t>Synonyme</a:t>
                      </a:r>
                    </a:p>
                  </a:txBody>
                  <a:tcPr/>
                </a:tc>
                <a:extLst>
                  <a:ext uri="{0D108BD9-81ED-4DB2-BD59-A6C34878D82A}">
                    <a16:rowId xmlns:a16="http://schemas.microsoft.com/office/drawing/2014/main" val="4083450670"/>
                  </a:ext>
                </a:extLst>
              </a:tr>
              <a:tr h="370840">
                <a:tc>
                  <a:txBody>
                    <a:bodyPr/>
                    <a:lstStyle/>
                    <a:p>
                      <a:r>
                        <a:rPr lang="de-DE"/>
                        <a:t>Kompressor</a:t>
                      </a:r>
                    </a:p>
                  </a:txBody>
                  <a:tcPr/>
                </a:tc>
                <a:tc>
                  <a:txBody>
                    <a:bodyPr/>
                    <a:lstStyle/>
                    <a:p>
                      <a:r>
                        <a:rPr lang="de-DE" dirty="0"/>
                        <a:t>Druckluft</a:t>
                      </a:r>
                    </a:p>
                  </a:txBody>
                  <a:tcPr/>
                </a:tc>
                <a:extLst>
                  <a:ext uri="{0D108BD9-81ED-4DB2-BD59-A6C34878D82A}">
                    <a16:rowId xmlns:a16="http://schemas.microsoft.com/office/drawing/2014/main" val="225848635"/>
                  </a:ext>
                </a:extLst>
              </a:tr>
              <a:tr h="370840">
                <a:tc>
                  <a:txBody>
                    <a:bodyPr/>
                    <a:lstStyle/>
                    <a:p>
                      <a:r>
                        <a:rPr lang="de-DE"/>
                        <a:t>Stickstoffanlage</a:t>
                      </a:r>
                    </a:p>
                  </a:txBody>
                  <a:tcPr/>
                </a:tc>
                <a:tc>
                  <a:txBody>
                    <a:bodyPr/>
                    <a:lstStyle/>
                    <a:p>
                      <a:r>
                        <a:rPr lang="de-DE" dirty="0"/>
                        <a:t>Anlage, Stickstoff</a:t>
                      </a:r>
                    </a:p>
                  </a:txBody>
                  <a:tcPr/>
                </a:tc>
                <a:extLst>
                  <a:ext uri="{0D108BD9-81ED-4DB2-BD59-A6C34878D82A}">
                    <a16:rowId xmlns:a16="http://schemas.microsoft.com/office/drawing/2014/main" val="541344629"/>
                  </a:ext>
                </a:extLst>
              </a:tr>
              <a:tr h="370840">
                <a:tc>
                  <a:txBody>
                    <a:bodyPr/>
                    <a:lstStyle/>
                    <a:p>
                      <a:r>
                        <a:rPr lang="de-DE"/>
                        <a:t>Trockner</a:t>
                      </a:r>
                    </a:p>
                  </a:txBody>
                  <a:tcPr/>
                </a:tc>
                <a:tc>
                  <a:txBody>
                    <a:bodyPr/>
                    <a:lstStyle/>
                    <a:p>
                      <a:endParaRPr lang="de-DE" dirty="0"/>
                    </a:p>
                  </a:txBody>
                  <a:tcPr/>
                </a:tc>
                <a:extLst>
                  <a:ext uri="{0D108BD9-81ED-4DB2-BD59-A6C34878D82A}">
                    <a16:rowId xmlns:a16="http://schemas.microsoft.com/office/drawing/2014/main" val="1969340793"/>
                  </a:ext>
                </a:extLst>
              </a:tr>
              <a:tr h="370840">
                <a:tc>
                  <a:txBody>
                    <a:bodyPr/>
                    <a:lstStyle/>
                    <a:p>
                      <a:r>
                        <a:rPr lang="de-DE"/>
                        <a:t>Sonstiges</a:t>
                      </a:r>
                    </a:p>
                  </a:txBody>
                  <a:tcPr/>
                </a:tc>
                <a:tc>
                  <a:txBody>
                    <a:bodyPr/>
                    <a:lstStyle/>
                    <a:p>
                      <a:r>
                        <a:rPr lang="de-DE" dirty="0"/>
                        <a:t>Andere, ich weiß nicht</a:t>
                      </a:r>
                    </a:p>
                  </a:txBody>
                  <a:tcPr/>
                </a:tc>
                <a:extLst>
                  <a:ext uri="{0D108BD9-81ED-4DB2-BD59-A6C34878D82A}">
                    <a16:rowId xmlns:a16="http://schemas.microsoft.com/office/drawing/2014/main" val="3661322063"/>
                  </a:ext>
                </a:extLst>
              </a:tr>
              <a:tr h="370840">
                <a:tc>
                  <a:txBody>
                    <a:bodyPr/>
                    <a:lstStyle/>
                    <a:p>
                      <a:endParaRPr lang="de-DE"/>
                    </a:p>
                  </a:txBody>
                  <a:tcPr/>
                </a:tc>
                <a:tc>
                  <a:txBody>
                    <a:bodyPr/>
                    <a:lstStyle/>
                    <a:p>
                      <a:endParaRPr lang="de-DE"/>
                    </a:p>
                  </a:txBody>
                  <a:tcPr/>
                </a:tc>
                <a:extLst>
                  <a:ext uri="{0D108BD9-81ED-4DB2-BD59-A6C34878D82A}">
                    <a16:rowId xmlns:a16="http://schemas.microsoft.com/office/drawing/2014/main" val="2932158927"/>
                  </a:ext>
                </a:extLst>
              </a:tr>
              <a:tr h="370840">
                <a:tc>
                  <a:txBody>
                    <a:bodyPr/>
                    <a:lstStyle/>
                    <a:p>
                      <a:endParaRPr lang="de-DE"/>
                    </a:p>
                  </a:txBody>
                  <a:tcPr/>
                </a:tc>
                <a:tc>
                  <a:txBody>
                    <a:bodyPr/>
                    <a:lstStyle/>
                    <a:p>
                      <a:endParaRPr lang="de-DE" dirty="0"/>
                    </a:p>
                  </a:txBody>
                  <a:tcPr/>
                </a:tc>
                <a:extLst>
                  <a:ext uri="{0D108BD9-81ED-4DB2-BD59-A6C34878D82A}">
                    <a16:rowId xmlns:a16="http://schemas.microsoft.com/office/drawing/2014/main" val="3552930874"/>
                  </a:ext>
                </a:extLst>
              </a:tr>
            </a:tbl>
          </a:graphicData>
        </a:graphic>
      </p:graphicFrame>
      <p:sp>
        <p:nvSpPr>
          <p:cNvPr id="5" name="Datumsplatzhalter 4">
            <a:extLst>
              <a:ext uri="{FF2B5EF4-FFF2-40B4-BE49-F238E27FC236}">
                <a16:creationId xmlns:a16="http://schemas.microsoft.com/office/drawing/2014/main" id="{E48F4488-F559-459C-01B3-C75063803D12}"/>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F6D108FC-D59A-291D-793B-20C58840EE60}"/>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83175B0A-32D5-9B37-F5C6-C03CB12B1342}"/>
              </a:ext>
            </a:extLst>
          </p:cNvPr>
          <p:cNvSpPr>
            <a:spLocks noGrp="1"/>
          </p:cNvSpPr>
          <p:nvPr>
            <p:ph type="sldNum" sz="quarter" idx="20"/>
          </p:nvPr>
        </p:nvSpPr>
        <p:spPr/>
        <p:txBody>
          <a:bodyPr/>
          <a:lstStyle/>
          <a:p>
            <a:fld id="{F4B5F3EB-31C7-4555-828E-971415072856}" type="slidenum">
              <a:rPr lang="de-DE" smtClean="0"/>
              <a:pPr/>
              <a:t>25</a:t>
            </a:fld>
            <a:endParaRPr lang="de-DE"/>
          </a:p>
        </p:txBody>
      </p:sp>
    </p:spTree>
    <p:extLst>
      <p:ext uri="{BB962C8B-B14F-4D97-AF65-F5344CB8AC3E}">
        <p14:creationId xmlns:p14="http://schemas.microsoft.com/office/powerpoint/2010/main" val="15259031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4E3CB-7E30-C390-F9AC-A14559725A1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39D6B0F-003C-B539-16B2-CA4672D8C261}"/>
              </a:ext>
            </a:extLst>
          </p:cNvPr>
          <p:cNvSpPr>
            <a:spLocks noGrp="1"/>
          </p:cNvSpPr>
          <p:nvPr>
            <p:ph type="title"/>
          </p:nvPr>
        </p:nvSpPr>
        <p:spPr/>
        <p:txBody>
          <a:bodyPr/>
          <a:lstStyle/>
          <a:p>
            <a:r>
              <a:rPr lang="de-DE"/>
              <a:t>Überblick Systemkomponenten (mit Contact Center)</a:t>
            </a:r>
          </a:p>
        </p:txBody>
      </p:sp>
      <p:sp>
        <p:nvSpPr>
          <p:cNvPr id="3" name="Textplatzhalter 2">
            <a:extLst>
              <a:ext uri="{FF2B5EF4-FFF2-40B4-BE49-F238E27FC236}">
                <a16:creationId xmlns:a16="http://schemas.microsoft.com/office/drawing/2014/main" id="{55AD9D6E-43B0-F592-0A9B-C55FAB23FCBD}"/>
              </a:ext>
            </a:extLst>
          </p:cNvPr>
          <p:cNvSpPr>
            <a:spLocks noGrp="1"/>
          </p:cNvSpPr>
          <p:nvPr>
            <p:ph type="body" sz="quarter" idx="13"/>
          </p:nvPr>
        </p:nvSpPr>
        <p:spPr/>
        <p:txBody>
          <a:bodyPr/>
          <a:lstStyle/>
          <a:p>
            <a:r>
              <a:rPr lang="de-DE"/>
              <a:t>Microsoft Tech-Stack</a:t>
            </a:r>
          </a:p>
        </p:txBody>
      </p:sp>
      <p:sp>
        <p:nvSpPr>
          <p:cNvPr id="4" name="Inhaltsplatzhalter 3">
            <a:extLst>
              <a:ext uri="{FF2B5EF4-FFF2-40B4-BE49-F238E27FC236}">
                <a16:creationId xmlns:a16="http://schemas.microsoft.com/office/drawing/2014/main" id="{63DC4071-C173-1D03-EFD2-BE5DA45D483D}"/>
              </a:ext>
            </a:extLst>
          </p:cNvPr>
          <p:cNvSpPr>
            <a:spLocks noGrp="1"/>
          </p:cNvSpPr>
          <p:nvPr>
            <p:ph sz="quarter" idx="17"/>
          </p:nvPr>
        </p:nvSpPr>
        <p:spPr/>
        <p:txBody>
          <a:bodyPr/>
          <a:lstStyle/>
          <a:p>
            <a:pPr lvl="0"/>
            <a:r>
              <a:rPr lang="de-DE" b="1"/>
              <a:t>Dynamics 365 Contact Center </a:t>
            </a:r>
          </a:p>
          <a:p>
            <a:pPr lvl="1"/>
            <a:r>
              <a:rPr lang="de-DE"/>
              <a:t>Die Lösung ermöglicht die Anbindung Telefonhotline &lt;&gt; KI-Agent</a:t>
            </a:r>
          </a:p>
          <a:p>
            <a:pPr lvl="1"/>
            <a:r>
              <a:rPr lang="de-DE"/>
              <a:t>Kauf einer </a:t>
            </a:r>
            <a:r>
              <a:rPr lang="de-DE" u="sng">
                <a:hlinkClick r:id="rId2"/>
              </a:rPr>
              <a:t>Lizenz</a:t>
            </a:r>
            <a:r>
              <a:rPr lang="de-DE"/>
              <a:t> über die Kanäle Enterprise und Cloud Solution Provider (CSP) möglich</a:t>
            </a:r>
          </a:p>
          <a:p>
            <a:pPr lvl="1"/>
            <a:r>
              <a:rPr lang="de-DE"/>
              <a:t>Kosten: ca. 85-120€/Monat pro User</a:t>
            </a:r>
          </a:p>
          <a:p>
            <a:pPr lvl="0"/>
            <a:r>
              <a:rPr lang="de-DE" b="1"/>
              <a:t>Telefonnummer</a:t>
            </a:r>
          </a:p>
          <a:p>
            <a:pPr lvl="1"/>
            <a:r>
              <a:rPr lang="de-DE"/>
              <a:t>Gleich wie oben</a:t>
            </a:r>
          </a:p>
          <a:p>
            <a:pPr lvl="0"/>
            <a:r>
              <a:rPr lang="de-DE" b="1"/>
              <a:t>Copilot Studio</a:t>
            </a:r>
          </a:p>
          <a:p>
            <a:pPr lvl="1"/>
            <a:r>
              <a:rPr lang="de-DE"/>
              <a:t>Gleich wie oben</a:t>
            </a:r>
          </a:p>
          <a:p>
            <a:r>
              <a:rPr lang="de-DE" b="1"/>
              <a:t>Power Automate</a:t>
            </a:r>
          </a:p>
          <a:p>
            <a:pPr lvl="1"/>
            <a:r>
              <a:rPr lang="de-DE"/>
              <a:t>Gleich wie oben</a:t>
            </a:r>
          </a:p>
          <a:p>
            <a:pPr lvl="1"/>
            <a:endParaRPr lang="de-DE"/>
          </a:p>
          <a:p>
            <a:endParaRPr lang="de-DE"/>
          </a:p>
        </p:txBody>
      </p:sp>
      <p:sp>
        <p:nvSpPr>
          <p:cNvPr id="5" name="Datumsplatzhalter 4">
            <a:extLst>
              <a:ext uri="{FF2B5EF4-FFF2-40B4-BE49-F238E27FC236}">
                <a16:creationId xmlns:a16="http://schemas.microsoft.com/office/drawing/2014/main" id="{74449BD9-87A6-6995-F248-624EBC4E5D1F}"/>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96C98063-15FC-1F58-DEBA-F0369EBC85D8}"/>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1D21B199-A9A7-025C-DEB2-5E756A099A3F}"/>
              </a:ext>
            </a:extLst>
          </p:cNvPr>
          <p:cNvSpPr>
            <a:spLocks noGrp="1"/>
          </p:cNvSpPr>
          <p:nvPr>
            <p:ph type="sldNum" sz="quarter" idx="20"/>
          </p:nvPr>
        </p:nvSpPr>
        <p:spPr/>
        <p:txBody>
          <a:bodyPr/>
          <a:lstStyle/>
          <a:p>
            <a:fld id="{F4B5F3EB-31C7-4555-828E-971415072856}" type="slidenum">
              <a:rPr lang="de-DE" smtClean="0"/>
              <a:pPr/>
              <a:t>26</a:t>
            </a:fld>
            <a:endParaRPr lang="de-DE"/>
          </a:p>
        </p:txBody>
      </p:sp>
      <p:sp>
        <p:nvSpPr>
          <p:cNvPr id="9" name="Flussdiagramm: Lochstreifen 8">
            <a:extLst>
              <a:ext uri="{FF2B5EF4-FFF2-40B4-BE49-F238E27FC236}">
                <a16:creationId xmlns:a16="http://schemas.microsoft.com/office/drawing/2014/main" id="{0FA61027-8BD1-7585-5BDB-37E9ACBFA62F}"/>
              </a:ext>
            </a:extLst>
          </p:cNvPr>
          <p:cNvSpPr/>
          <p:nvPr/>
        </p:nvSpPr>
        <p:spPr>
          <a:xfrm rot="801504">
            <a:off x="8505495" y="2772363"/>
            <a:ext cx="3003331" cy="800100"/>
          </a:xfrm>
          <a:prstGeom prst="flowChartPunchedTap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ctr"/>
            <a:r>
              <a:rPr lang="de-DE" sz="1800" i="1">
                <a:solidFill>
                  <a:schemeClr val="bg1"/>
                </a:solidFill>
              </a:rPr>
              <a:t>ca. 1270 - 1690 € / Jahr </a:t>
            </a:r>
          </a:p>
        </p:txBody>
      </p:sp>
    </p:spTree>
    <p:extLst>
      <p:ext uri="{BB962C8B-B14F-4D97-AF65-F5344CB8AC3E}">
        <p14:creationId xmlns:p14="http://schemas.microsoft.com/office/powerpoint/2010/main" val="36450060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DF62E0F-379E-A779-9E5F-35415C13B6A2}"/>
              </a:ext>
            </a:extLst>
          </p:cNvPr>
          <p:cNvSpPr>
            <a:spLocks noGrp="1"/>
          </p:cNvSpPr>
          <p:nvPr>
            <p:ph type="title"/>
          </p:nvPr>
        </p:nvSpPr>
        <p:spPr/>
        <p:txBody>
          <a:bodyPr/>
          <a:lstStyle/>
          <a:p>
            <a:r>
              <a:rPr lang="de-DE"/>
              <a:t>Notizen</a:t>
            </a:r>
          </a:p>
        </p:txBody>
      </p:sp>
      <p:sp>
        <p:nvSpPr>
          <p:cNvPr id="3" name="Textplatzhalter 2">
            <a:extLst>
              <a:ext uri="{FF2B5EF4-FFF2-40B4-BE49-F238E27FC236}">
                <a16:creationId xmlns:a16="http://schemas.microsoft.com/office/drawing/2014/main" id="{527BAED7-7495-9CC7-0A9B-6C18B402ED47}"/>
              </a:ext>
            </a:extLst>
          </p:cNvPr>
          <p:cNvSpPr>
            <a:spLocks noGrp="1"/>
          </p:cNvSpPr>
          <p:nvPr>
            <p:ph type="body" sz="quarter" idx="13"/>
          </p:nvPr>
        </p:nvSpPr>
        <p:spPr/>
        <p:txBody>
          <a:bodyPr/>
          <a:lstStyle/>
          <a:p>
            <a:endParaRPr lang="de-DE"/>
          </a:p>
        </p:txBody>
      </p:sp>
      <p:sp>
        <p:nvSpPr>
          <p:cNvPr id="4" name="Inhaltsplatzhalter 3">
            <a:extLst>
              <a:ext uri="{FF2B5EF4-FFF2-40B4-BE49-F238E27FC236}">
                <a16:creationId xmlns:a16="http://schemas.microsoft.com/office/drawing/2014/main" id="{2A5B8F87-EAE3-D1F6-E188-35BF4FD1AB23}"/>
              </a:ext>
            </a:extLst>
          </p:cNvPr>
          <p:cNvSpPr>
            <a:spLocks noGrp="1"/>
          </p:cNvSpPr>
          <p:nvPr>
            <p:ph sz="quarter" idx="17"/>
          </p:nvPr>
        </p:nvSpPr>
        <p:spPr/>
        <p:txBody>
          <a:bodyPr/>
          <a:lstStyle/>
          <a:p>
            <a:r>
              <a:rPr lang="de-DE" dirty="0"/>
              <a:t>80% aller Anrufe: Störung + Kritikalität, Dienstleistung bestellen (Wartung), Ersatzteile</a:t>
            </a:r>
          </a:p>
          <a:p>
            <a:endParaRPr lang="de-DE" dirty="0"/>
          </a:p>
        </p:txBody>
      </p:sp>
      <p:sp>
        <p:nvSpPr>
          <p:cNvPr id="5" name="Datumsplatzhalter 4">
            <a:extLst>
              <a:ext uri="{FF2B5EF4-FFF2-40B4-BE49-F238E27FC236}">
                <a16:creationId xmlns:a16="http://schemas.microsoft.com/office/drawing/2014/main" id="{590046AB-D6FD-8EA5-4ECF-45CBA6A15FFF}"/>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64F13FE9-7AF4-504E-6FEA-A12362C0F3C4}"/>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3EC75A6D-7318-668B-F215-63DD3D425281}"/>
              </a:ext>
            </a:extLst>
          </p:cNvPr>
          <p:cNvSpPr>
            <a:spLocks noGrp="1"/>
          </p:cNvSpPr>
          <p:nvPr>
            <p:ph type="sldNum" sz="quarter" idx="20"/>
          </p:nvPr>
        </p:nvSpPr>
        <p:spPr/>
        <p:txBody>
          <a:bodyPr/>
          <a:lstStyle/>
          <a:p>
            <a:fld id="{F4B5F3EB-31C7-4555-828E-971415072856}" type="slidenum">
              <a:rPr lang="de-DE" smtClean="0"/>
              <a:pPr/>
              <a:t>27</a:t>
            </a:fld>
            <a:endParaRPr lang="de-DE"/>
          </a:p>
        </p:txBody>
      </p:sp>
    </p:spTree>
    <p:extLst>
      <p:ext uri="{BB962C8B-B14F-4D97-AF65-F5344CB8AC3E}">
        <p14:creationId xmlns:p14="http://schemas.microsoft.com/office/powerpoint/2010/main" val="3794693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542875-F008-84AF-7D86-DBD512A58D97}"/>
              </a:ext>
            </a:extLst>
          </p:cNvPr>
          <p:cNvSpPr>
            <a:spLocks noGrp="1"/>
          </p:cNvSpPr>
          <p:nvPr>
            <p:ph type="title"/>
          </p:nvPr>
        </p:nvSpPr>
        <p:spPr/>
        <p:txBody>
          <a:bodyPr/>
          <a:lstStyle/>
          <a:p>
            <a:r>
              <a:rPr lang="de-DE"/>
              <a:t>Eskalationslogik</a:t>
            </a:r>
          </a:p>
        </p:txBody>
      </p:sp>
      <p:sp>
        <p:nvSpPr>
          <p:cNvPr id="3" name="Textplatzhalter 2">
            <a:extLst>
              <a:ext uri="{FF2B5EF4-FFF2-40B4-BE49-F238E27FC236}">
                <a16:creationId xmlns:a16="http://schemas.microsoft.com/office/drawing/2014/main" id="{BD904CB2-4A14-484C-6931-7078AD8C7F1C}"/>
              </a:ext>
            </a:extLst>
          </p:cNvPr>
          <p:cNvSpPr>
            <a:spLocks noGrp="1"/>
          </p:cNvSpPr>
          <p:nvPr>
            <p:ph type="body" sz="quarter" idx="13"/>
          </p:nvPr>
        </p:nvSpPr>
        <p:spPr/>
        <p:txBody>
          <a:bodyPr/>
          <a:lstStyle/>
          <a:p>
            <a:endParaRPr lang="de-DE"/>
          </a:p>
        </p:txBody>
      </p:sp>
      <p:sp>
        <p:nvSpPr>
          <p:cNvPr id="4" name="Inhaltsplatzhalter 3">
            <a:extLst>
              <a:ext uri="{FF2B5EF4-FFF2-40B4-BE49-F238E27FC236}">
                <a16:creationId xmlns:a16="http://schemas.microsoft.com/office/drawing/2014/main" id="{7B951C23-6831-6F6A-DCAD-0B5169F92FD6}"/>
              </a:ext>
            </a:extLst>
          </p:cNvPr>
          <p:cNvSpPr>
            <a:spLocks noGrp="1"/>
          </p:cNvSpPr>
          <p:nvPr>
            <p:ph sz="quarter" idx="17"/>
          </p:nvPr>
        </p:nvSpPr>
        <p:spPr/>
        <p:txBody>
          <a:bodyPr/>
          <a:lstStyle/>
          <a:p>
            <a:r>
              <a:rPr lang="de-DE" sz="2000" dirty="0"/>
              <a:t>Produktionsstillstand (Kritisch) </a:t>
            </a:r>
            <a:r>
              <a:rPr lang="de-DE" sz="2000" dirty="0">
                <a:sym typeface="Wingdings" panose="05000000000000000000" pitchFamily="2" charset="2"/>
              </a:rPr>
              <a:t> </a:t>
            </a:r>
            <a:r>
              <a:rPr lang="de-DE" sz="2000" dirty="0"/>
              <a:t>sofortiger Transfer an MA / Agent, Flow läuft parallel</a:t>
            </a:r>
          </a:p>
          <a:p>
            <a:r>
              <a:rPr lang="de-DE" sz="2000" dirty="0"/>
              <a:t>Sicherheitsrelevantes Problem (Brand, Rauch) </a:t>
            </a:r>
            <a:r>
              <a:rPr lang="de-DE" sz="2000" dirty="0">
                <a:sym typeface="Wingdings" panose="05000000000000000000" pitchFamily="2" charset="2"/>
              </a:rPr>
              <a:t> </a:t>
            </a:r>
            <a:r>
              <a:rPr lang="de-DE" sz="2000" dirty="0"/>
              <a:t>sofortiger Transfer to Agent</a:t>
            </a:r>
          </a:p>
          <a:p>
            <a:r>
              <a:rPr lang="de-DE" sz="2000" dirty="0"/>
              <a:t>Unerkannte Eingabe </a:t>
            </a:r>
            <a:r>
              <a:rPr lang="de-DE" sz="2000" dirty="0">
                <a:sym typeface="Wingdings" panose="05000000000000000000" pitchFamily="2" charset="2"/>
              </a:rPr>
              <a:t></a:t>
            </a:r>
            <a:r>
              <a:rPr lang="de-DE" sz="2000" dirty="0"/>
              <a:t> Bot wiederholt Frage einmal </a:t>
            </a:r>
            <a:r>
              <a:rPr lang="de-DE" sz="2000" dirty="0">
                <a:sym typeface="Wingdings" panose="05000000000000000000" pitchFamily="2" charset="2"/>
              </a:rPr>
              <a:t> </a:t>
            </a:r>
            <a:r>
              <a:rPr lang="de-DE" sz="2000" dirty="0"/>
              <a:t>zweites Mal </a:t>
            </a:r>
            <a:r>
              <a:rPr lang="de-DE" sz="2000" dirty="0">
                <a:sym typeface="Wingdings" panose="05000000000000000000" pitchFamily="2" charset="2"/>
              </a:rPr>
              <a:t> </a:t>
            </a:r>
            <a:r>
              <a:rPr lang="de-DE" sz="2000" dirty="0"/>
              <a:t>Eskalation?</a:t>
            </a:r>
          </a:p>
        </p:txBody>
      </p:sp>
      <p:sp>
        <p:nvSpPr>
          <p:cNvPr id="5" name="Datumsplatzhalter 4">
            <a:extLst>
              <a:ext uri="{FF2B5EF4-FFF2-40B4-BE49-F238E27FC236}">
                <a16:creationId xmlns:a16="http://schemas.microsoft.com/office/drawing/2014/main" id="{BDE2D490-8805-0D60-06DF-8D28590ADD3A}"/>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344F1F43-54F3-C3A9-BC31-68D162DB429D}"/>
              </a:ext>
            </a:extLst>
          </p:cNvPr>
          <p:cNvSpPr>
            <a:spLocks noGrp="1"/>
          </p:cNvSpPr>
          <p:nvPr>
            <p:ph type="ftr" sz="quarter" idx="19"/>
          </p:nvPr>
        </p:nvSpPr>
        <p:spPr/>
        <p:txBody>
          <a:bodyPr/>
          <a:lstStyle/>
          <a:p>
            <a:r>
              <a:rPr lang="de-DE"/>
              <a:t>AIRCO  |  mosaiic GmbH  |</a:t>
            </a:r>
          </a:p>
        </p:txBody>
      </p:sp>
      <p:sp>
        <p:nvSpPr>
          <p:cNvPr id="7" name="Foliennummernplatzhalter 6">
            <a:extLst>
              <a:ext uri="{FF2B5EF4-FFF2-40B4-BE49-F238E27FC236}">
                <a16:creationId xmlns:a16="http://schemas.microsoft.com/office/drawing/2014/main" id="{76203711-DEC5-5761-B8DB-6CA835245003}"/>
              </a:ext>
            </a:extLst>
          </p:cNvPr>
          <p:cNvSpPr>
            <a:spLocks noGrp="1"/>
          </p:cNvSpPr>
          <p:nvPr>
            <p:ph type="sldNum" sz="quarter" idx="20"/>
          </p:nvPr>
        </p:nvSpPr>
        <p:spPr/>
        <p:txBody>
          <a:bodyPr/>
          <a:lstStyle/>
          <a:p>
            <a:fld id="{F4B5F3EB-31C7-4555-828E-971415072856}" type="slidenum">
              <a:rPr lang="de-DE" smtClean="0"/>
              <a:pPr/>
              <a:t>28</a:t>
            </a:fld>
            <a:endParaRPr lang="de-DE"/>
          </a:p>
        </p:txBody>
      </p:sp>
    </p:spTree>
    <p:extLst>
      <p:ext uri="{BB962C8B-B14F-4D97-AF65-F5344CB8AC3E}">
        <p14:creationId xmlns:p14="http://schemas.microsoft.com/office/powerpoint/2010/main" val="1392903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CD8E4-A099-FEEC-828F-1C92BE36138D}"/>
            </a:ext>
          </a:extLst>
        </p:cNvPr>
        <p:cNvGrpSpPr/>
        <p:nvPr/>
      </p:nvGrpSpPr>
      <p:grpSpPr>
        <a:xfrm>
          <a:off x="0" y="0"/>
          <a:ext cx="0" cy="0"/>
          <a:chOff x="0" y="0"/>
          <a:chExt cx="0" cy="0"/>
        </a:xfrm>
      </p:grpSpPr>
      <p:sp>
        <p:nvSpPr>
          <p:cNvPr id="46" name="Textfeld 45">
            <a:extLst>
              <a:ext uri="{FF2B5EF4-FFF2-40B4-BE49-F238E27FC236}">
                <a16:creationId xmlns:a16="http://schemas.microsoft.com/office/drawing/2014/main" id="{F76D81E9-D4F0-4438-8356-2B0AC988C6A6}"/>
              </a:ext>
            </a:extLst>
          </p:cNvPr>
          <p:cNvSpPr txBox="1"/>
          <p:nvPr/>
        </p:nvSpPr>
        <p:spPr>
          <a:xfrm>
            <a:off x="3708354" y="1209425"/>
            <a:ext cx="8071740" cy="4131610"/>
          </a:xfrm>
          <a:prstGeom prst="roundRect">
            <a:avLst>
              <a:gd name="adj" fmla="val 5027"/>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r>
              <a:rPr lang="de-DE" sz="1200" b="1">
                <a:solidFill>
                  <a:schemeClr val="bg1"/>
                </a:solidFill>
              </a:rPr>
              <a:t>Copilot Basic-Voice Agent </a:t>
            </a:r>
            <a:r>
              <a:rPr lang="de-DE" sz="1200" b="1">
                <a:solidFill>
                  <a:srgbClr val="FF0000"/>
                </a:solidFill>
              </a:rPr>
              <a:t>Copilot Logo</a:t>
            </a:r>
          </a:p>
        </p:txBody>
      </p:sp>
      <p:sp>
        <p:nvSpPr>
          <p:cNvPr id="45" name="Textfeld 44">
            <a:extLst>
              <a:ext uri="{FF2B5EF4-FFF2-40B4-BE49-F238E27FC236}">
                <a16:creationId xmlns:a16="http://schemas.microsoft.com/office/drawing/2014/main" id="{42A3FBBB-B22C-A620-5E30-B524192A6A27}"/>
              </a:ext>
            </a:extLst>
          </p:cNvPr>
          <p:cNvSpPr txBox="1"/>
          <p:nvPr/>
        </p:nvSpPr>
        <p:spPr>
          <a:xfrm>
            <a:off x="412154" y="1230775"/>
            <a:ext cx="2149743" cy="1361609"/>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r>
              <a:rPr lang="de-DE" sz="1200" b="1">
                <a:solidFill>
                  <a:schemeClr val="bg1"/>
                </a:solidFill>
              </a:rPr>
              <a:t>Kunde ruft Hotline an</a:t>
            </a:r>
          </a:p>
        </p:txBody>
      </p:sp>
      <p:sp>
        <p:nvSpPr>
          <p:cNvPr id="2" name="Titel 1">
            <a:extLst>
              <a:ext uri="{FF2B5EF4-FFF2-40B4-BE49-F238E27FC236}">
                <a16:creationId xmlns:a16="http://schemas.microsoft.com/office/drawing/2014/main" id="{48FF3798-D48A-0C3C-2290-B48BA5F4554E}"/>
              </a:ext>
            </a:extLst>
          </p:cNvPr>
          <p:cNvSpPr>
            <a:spLocks noGrp="1"/>
          </p:cNvSpPr>
          <p:nvPr>
            <p:ph type="title"/>
          </p:nvPr>
        </p:nvSpPr>
        <p:spPr/>
        <p:txBody>
          <a:bodyPr/>
          <a:lstStyle/>
          <a:p>
            <a:r>
              <a:rPr lang="de-DE"/>
              <a:t>Ablauf – Stufe 1</a:t>
            </a:r>
          </a:p>
        </p:txBody>
      </p:sp>
      <p:sp>
        <p:nvSpPr>
          <p:cNvPr id="3" name="Textplatzhalter 2">
            <a:extLst>
              <a:ext uri="{FF2B5EF4-FFF2-40B4-BE49-F238E27FC236}">
                <a16:creationId xmlns:a16="http://schemas.microsoft.com/office/drawing/2014/main" id="{3B63FACF-45BE-02E9-9E60-2DBB41E923E0}"/>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FB147BB8-9BA4-9B54-FE26-4C7E9ABE5E78}"/>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13D15378-07B8-71C7-1448-F933A95E1C07}"/>
              </a:ext>
            </a:extLst>
          </p:cNvPr>
          <p:cNvSpPr>
            <a:spLocks noGrp="1"/>
          </p:cNvSpPr>
          <p:nvPr>
            <p:ph type="ftr" sz="quarter" idx="19"/>
          </p:nvPr>
        </p:nvSpPr>
        <p:spPr/>
        <p:txBody>
          <a:bodyPr/>
          <a:lstStyle/>
          <a:p>
            <a:r>
              <a:rPr lang="de-DE"/>
              <a:t>AIRCO  |  mosaiic GmbH  |</a:t>
            </a:r>
          </a:p>
        </p:txBody>
      </p:sp>
      <p:pic>
        <p:nvPicPr>
          <p:cNvPr id="9" name="Grafik 8" descr="Weibliches Profil mit einfarbiger Füllung">
            <a:extLst>
              <a:ext uri="{FF2B5EF4-FFF2-40B4-BE49-F238E27FC236}">
                <a16:creationId xmlns:a16="http://schemas.microsoft.com/office/drawing/2014/main" id="{59C6CB23-2256-F621-35B3-C5A351A58FE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5144" y="1730449"/>
            <a:ext cx="516155" cy="516155"/>
          </a:xfrm>
          <a:prstGeom prst="rect">
            <a:avLst/>
          </a:prstGeom>
        </p:spPr>
      </p:pic>
      <p:pic>
        <p:nvPicPr>
          <p:cNvPr id="11" name="Grafik 10" descr="Männliches Profil mit einfarbiger Füllung">
            <a:extLst>
              <a:ext uri="{FF2B5EF4-FFF2-40B4-BE49-F238E27FC236}">
                <a16:creationId xmlns:a16="http://schemas.microsoft.com/office/drawing/2014/main" id="{5AF40FD5-A109-0A3E-A496-600841A96C3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10399" y="1894030"/>
            <a:ext cx="516155" cy="516155"/>
          </a:xfrm>
          <a:prstGeom prst="rect">
            <a:avLst/>
          </a:prstGeom>
        </p:spPr>
      </p:pic>
      <p:sp>
        <p:nvSpPr>
          <p:cNvPr id="7" name="Foliennummernplatzhalter 6">
            <a:extLst>
              <a:ext uri="{FF2B5EF4-FFF2-40B4-BE49-F238E27FC236}">
                <a16:creationId xmlns:a16="http://schemas.microsoft.com/office/drawing/2014/main" id="{0EECE531-3B73-AB04-0B3D-DD3F02BF7C40}"/>
              </a:ext>
            </a:extLst>
          </p:cNvPr>
          <p:cNvSpPr>
            <a:spLocks noGrp="1"/>
          </p:cNvSpPr>
          <p:nvPr>
            <p:ph type="sldNum" sz="quarter" idx="20"/>
          </p:nvPr>
        </p:nvSpPr>
        <p:spPr/>
        <p:txBody>
          <a:bodyPr/>
          <a:lstStyle/>
          <a:p>
            <a:fld id="{F4B5F3EB-31C7-4555-828E-971415072856}" type="slidenum">
              <a:rPr lang="de-DE" smtClean="0"/>
              <a:pPr/>
              <a:t>29</a:t>
            </a:fld>
            <a:endParaRPr lang="de-DE"/>
          </a:p>
        </p:txBody>
      </p:sp>
      <p:sp>
        <p:nvSpPr>
          <p:cNvPr id="12" name="Textfeld 11">
            <a:extLst>
              <a:ext uri="{FF2B5EF4-FFF2-40B4-BE49-F238E27FC236}">
                <a16:creationId xmlns:a16="http://schemas.microsoft.com/office/drawing/2014/main" id="{154CE312-440F-0C13-9B8D-23E5B25F27B7}"/>
              </a:ext>
            </a:extLst>
          </p:cNvPr>
          <p:cNvSpPr txBox="1"/>
          <p:nvPr/>
        </p:nvSpPr>
        <p:spPr>
          <a:xfrm>
            <a:off x="1340743" y="1740627"/>
            <a:ext cx="861594" cy="327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chor="ctr">
            <a:noAutofit/>
          </a:bodyPr>
          <a:lstStyle/>
          <a:p>
            <a:pPr algn="l"/>
            <a:r>
              <a:rPr lang="de-DE" sz="1200">
                <a:solidFill>
                  <a:schemeClr val="bg1"/>
                </a:solidFill>
              </a:rPr>
              <a:t>Festnetz</a:t>
            </a:r>
          </a:p>
        </p:txBody>
      </p:sp>
      <p:sp>
        <p:nvSpPr>
          <p:cNvPr id="4" name="Textfeld 3">
            <a:extLst>
              <a:ext uri="{FF2B5EF4-FFF2-40B4-BE49-F238E27FC236}">
                <a16:creationId xmlns:a16="http://schemas.microsoft.com/office/drawing/2014/main" id="{0FC34E15-026B-C65D-AC5C-C7F696CA896F}"/>
              </a:ext>
            </a:extLst>
          </p:cNvPr>
          <p:cNvSpPr txBox="1"/>
          <p:nvPr/>
        </p:nvSpPr>
        <p:spPr>
          <a:xfrm>
            <a:off x="3862562" y="1746457"/>
            <a:ext cx="2451454" cy="3276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a:solidFill>
                  <a:schemeClr val="bg1"/>
                </a:solidFill>
              </a:rPr>
              <a:t>Start der Unterhaltung Begrüßung</a:t>
            </a:r>
            <a:r>
              <a:rPr lang="de-DE" sz="1200" baseline="30000">
                <a:solidFill>
                  <a:schemeClr val="bg1"/>
                </a:solidFill>
              </a:rPr>
              <a:t>3</a:t>
            </a:r>
          </a:p>
        </p:txBody>
      </p:sp>
      <p:cxnSp>
        <p:nvCxnSpPr>
          <p:cNvPr id="10" name="Gerade Verbindung mit Pfeil 9">
            <a:extLst>
              <a:ext uri="{FF2B5EF4-FFF2-40B4-BE49-F238E27FC236}">
                <a16:creationId xmlns:a16="http://schemas.microsoft.com/office/drawing/2014/main" id="{E7CB327F-E36D-4171-E237-1DC75EF51274}"/>
              </a:ext>
            </a:extLst>
          </p:cNvPr>
          <p:cNvCxnSpPr>
            <a:cxnSpLocks/>
            <a:stCxn id="12" idx="3"/>
            <a:endCxn id="21" idx="1"/>
          </p:cNvCxnSpPr>
          <p:nvPr/>
        </p:nvCxnSpPr>
        <p:spPr>
          <a:xfrm>
            <a:off x="2202337" y="1904427"/>
            <a:ext cx="601569" cy="0"/>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49" name="Textfeld 48">
            <a:extLst>
              <a:ext uri="{FF2B5EF4-FFF2-40B4-BE49-F238E27FC236}">
                <a16:creationId xmlns:a16="http://schemas.microsoft.com/office/drawing/2014/main" id="{7A8E347E-B7FC-75F9-744B-C86F0504D51E}"/>
              </a:ext>
            </a:extLst>
          </p:cNvPr>
          <p:cNvSpPr txBox="1"/>
          <p:nvPr/>
        </p:nvSpPr>
        <p:spPr>
          <a:xfrm>
            <a:off x="7018525" y="1747633"/>
            <a:ext cx="4600510" cy="32874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Kundendaten</a:t>
            </a:r>
            <a:r>
              <a:rPr lang="de-DE" sz="1200">
                <a:solidFill>
                  <a:schemeClr val="bg1"/>
                </a:solidFill>
              </a:rPr>
              <a:t>: Firmenname, Ansprechpartner, Telefon</a:t>
            </a:r>
            <a:r>
              <a:rPr lang="de-DE" sz="1200" baseline="30000">
                <a:solidFill>
                  <a:schemeClr val="bg1"/>
                </a:solidFill>
              </a:rPr>
              <a:t>1</a:t>
            </a:r>
          </a:p>
        </p:txBody>
      </p:sp>
      <p:cxnSp>
        <p:nvCxnSpPr>
          <p:cNvPr id="50" name="Gerade Verbindung mit Pfeil 49">
            <a:extLst>
              <a:ext uri="{FF2B5EF4-FFF2-40B4-BE49-F238E27FC236}">
                <a16:creationId xmlns:a16="http://schemas.microsoft.com/office/drawing/2014/main" id="{2B81E785-03DE-A8C1-F047-E9770DFC98D1}"/>
              </a:ext>
            </a:extLst>
          </p:cNvPr>
          <p:cNvCxnSpPr>
            <a:cxnSpLocks/>
            <a:stCxn id="4" idx="3"/>
            <a:endCxn id="49" idx="1"/>
          </p:cNvCxnSpPr>
          <p:nvPr/>
        </p:nvCxnSpPr>
        <p:spPr>
          <a:xfrm>
            <a:off x="6314016" y="1910257"/>
            <a:ext cx="704509" cy="1747"/>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8" name="Gerade Verbindung mit Pfeil 7">
            <a:extLst>
              <a:ext uri="{FF2B5EF4-FFF2-40B4-BE49-F238E27FC236}">
                <a16:creationId xmlns:a16="http://schemas.microsoft.com/office/drawing/2014/main" id="{34068E2E-C719-A440-B956-B2486C23DB1B}"/>
              </a:ext>
            </a:extLst>
          </p:cNvPr>
          <p:cNvCxnSpPr>
            <a:cxnSpLocks/>
            <a:stCxn id="49" idx="2"/>
            <a:endCxn id="16" idx="0"/>
          </p:cNvCxnSpPr>
          <p:nvPr/>
        </p:nvCxnSpPr>
        <p:spPr>
          <a:xfrm>
            <a:off x="9318780" y="2076375"/>
            <a:ext cx="0" cy="196048"/>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18" name="Textfeld 17">
            <a:extLst>
              <a:ext uri="{FF2B5EF4-FFF2-40B4-BE49-F238E27FC236}">
                <a16:creationId xmlns:a16="http://schemas.microsoft.com/office/drawing/2014/main" id="{691DBF1E-9C9E-F802-261D-206751448B36}"/>
              </a:ext>
            </a:extLst>
          </p:cNvPr>
          <p:cNvSpPr txBox="1"/>
          <p:nvPr/>
        </p:nvSpPr>
        <p:spPr>
          <a:xfrm>
            <a:off x="7036110" y="3330726"/>
            <a:ext cx="4565340" cy="3244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a:solidFill>
                  <a:schemeClr val="bg1"/>
                </a:solidFill>
              </a:rPr>
              <a:t>Produktionsstillstand – Prio-Filter</a:t>
            </a:r>
            <a:endParaRPr lang="de-DE" sz="1200" baseline="30000">
              <a:solidFill>
                <a:schemeClr val="bg1"/>
              </a:solidFill>
            </a:endParaRPr>
          </a:p>
        </p:txBody>
      </p:sp>
      <p:sp>
        <p:nvSpPr>
          <p:cNvPr id="37" name="Textfeld 36">
            <a:extLst>
              <a:ext uri="{FF2B5EF4-FFF2-40B4-BE49-F238E27FC236}">
                <a16:creationId xmlns:a16="http://schemas.microsoft.com/office/drawing/2014/main" id="{C282CCE5-EF33-FAFE-F7EF-93BEE0CA621C}"/>
              </a:ext>
            </a:extLst>
          </p:cNvPr>
          <p:cNvSpPr txBox="1"/>
          <p:nvPr/>
        </p:nvSpPr>
        <p:spPr>
          <a:xfrm>
            <a:off x="3862562" y="2678182"/>
            <a:ext cx="1678612" cy="6368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b="1">
                <a:solidFill>
                  <a:schemeClr val="bg1"/>
                </a:solidFill>
              </a:defRPr>
            </a:lvl1pPr>
          </a:lstStyle>
          <a:p>
            <a:r>
              <a:rPr lang="de-DE"/>
              <a:t>Fallback-Thema</a:t>
            </a:r>
            <a:r>
              <a:rPr lang="de-DE" b="0"/>
              <a:t>, falls Agent nicht verstanden hat</a:t>
            </a:r>
            <a:r>
              <a:rPr lang="de-DE"/>
              <a:t> </a:t>
            </a:r>
          </a:p>
        </p:txBody>
      </p:sp>
      <p:cxnSp>
        <p:nvCxnSpPr>
          <p:cNvPr id="40" name="Verbinder: gewinkelt 39">
            <a:extLst>
              <a:ext uri="{FF2B5EF4-FFF2-40B4-BE49-F238E27FC236}">
                <a16:creationId xmlns:a16="http://schemas.microsoft.com/office/drawing/2014/main" id="{0078DFA9-ADA3-DF95-1D7E-9D32EEA70C9A}"/>
              </a:ext>
            </a:extLst>
          </p:cNvPr>
          <p:cNvCxnSpPr>
            <a:cxnSpLocks/>
            <a:stCxn id="18" idx="2"/>
            <a:endCxn id="110" idx="0"/>
          </p:cNvCxnSpPr>
          <p:nvPr/>
        </p:nvCxnSpPr>
        <p:spPr>
          <a:xfrm rot="5400000">
            <a:off x="7853037" y="2751154"/>
            <a:ext cx="561707" cy="2369780"/>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Textfeld 64">
            <a:extLst>
              <a:ext uri="{FF2B5EF4-FFF2-40B4-BE49-F238E27FC236}">
                <a16:creationId xmlns:a16="http://schemas.microsoft.com/office/drawing/2014/main" id="{37DBE40A-20F0-BBD8-A23A-089067AD097E}"/>
              </a:ext>
            </a:extLst>
          </p:cNvPr>
          <p:cNvSpPr txBox="1"/>
          <p:nvPr/>
        </p:nvSpPr>
        <p:spPr>
          <a:xfrm>
            <a:off x="8973489" y="4216898"/>
            <a:ext cx="197387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err="1">
                <a:solidFill>
                  <a:schemeClr val="bg1"/>
                </a:solidFill>
              </a:rPr>
              <a:t>Anliegenbeschreibung</a:t>
            </a:r>
            <a:endParaRPr lang="de-DE" sz="1200" baseline="30000">
              <a:solidFill>
                <a:schemeClr val="bg1"/>
              </a:solidFill>
            </a:endParaRPr>
          </a:p>
        </p:txBody>
      </p:sp>
      <p:cxnSp>
        <p:nvCxnSpPr>
          <p:cNvPr id="77" name="Verbinder: gewinkelt 76">
            <a:extLst>
              <a:ext uri="{FF2B5EF4-FFF2-40B4-BE49-F238E27FC236}">
                <a16:creationId xmlns:a16="http://schemas.microsoft.com/office/drawing/2014/main" id="{F8800D85-2952-E867-113D-0417C1003830}"/>
              </a:ext>
            </a:extLst>
          </p:cNvPr>
          <p:cNvCxnSpPr>
            <a:cxnSpLocks/>
            <a:stCxn id="18" idx="2"/>
            <a:endCxn id="65" idx="0"/>
          </p:cNvCxnSpPr>
          <p:nvPr/>
        </p:nvCxnSpPr>
        <p:spPr>
          <a:xfrm rot="16200000" flipH="1">
            <a:off x="9358749" y="3615221"/>
            <a:ext cx="561707" cy="641645"/>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Gerade Verbindung mit Pfeil 86">
            <a:extLst>
              <a:ext uri="{FF2B5EF4-FFF2-40B4-BE49-F238E27FC236}">
                <a16:creationId xmlns:a16="http://schemas.microsoft.com/office/drawing/2014/main" id="{899B17A2-05E6-E5E6-F4AF-64E3464620AD}"/>
              </a:ext>
            </a:extLst>
          </p:cNvPr>
          <p:cNvCxnSpPr>
            <a:cxnSpLocks/>
            <a:stCxn id="18" idx="1"/>
            <a:endCxn id="37" idx="3"/>
          </p:cNvCxnSpPr>
          <p:nvPr/>
        </p:nvCxnSpPr>
        <p:spPr>
          <a:xfrm flipH="1" flipV="1">
            <a:off x="5541174" y="2996586"/>
            <a:ext cx="1494936" cy="496373"/>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cxnSp>
        <p:nvCxnSpPr>
          <p:cNvPr id="93" name="Gerade Verbindung mit Pfeil 92">
            <a:extLst>
              <a:ext uri="{FF2B5EF4-FFF2-40B4-BE49-F238E27FC236}">
                <a16:creationId xmlns:a16="http://schemas.microsoft.com/office/drawing/2014/main" id="{BC1691B7-9ED6-CDDF-8230-DF9ED74AE054}"/>
              </a:ext>
            </a:extLst>
          </p:cNvPr>
          <p:cNvCxnSpPr>
            <a:cxnSpLocks/>
          </p:cNvCxnSpPr>
          <p:nvPr/>
        </p:nvCxnSpPr>
        <p:spPr>
          <a:xfrm flipH="1">
            <a:off x="5541173" y="2310899"/>
            <a:ext cx="1492767" cy="491446"/>
          </a:xfrm>
          <a:prstGeom prst="straightConnector1">
            <a:avLst/>
          </a:prstGeom>
          <a:ln>
            <a:prstDash val="sysDot"/>
            <a:tailEnd type="triangle"/>
          </a:ln>
        </p:spPr>
        <p:style>
          <a:lnRef idx="2">
            <a:schemeClr val="accent1"/>
          </a:lnRef>
          <a:fillRef idx="0">
            <a:schemeClr val="accent1"/>
          </a:fillRef>
          <a:effectRef idx="1">
            <a:schemeClr val="accent1"/>
          </a:effectRef>
          <a:fontRef idx="minor">
            <a:schemeClr val="tx1"/>
          </a:fontRef>
        </p:style>
      </p:cxnSp>
      <p:sp>
        <p:nvSpPr>
          <p:cNvPr id="96" name="Textfeld 95">
            <a:extLst>
              <a:ext uri="{FF2B5EF4-FFF2-40B4-BE49-F238E27FC236}">
                <a16:creationId xmlns:a16="http://schemas.microsoft.com/office/drawing/2014/main" id="{3A643D35-0CD6-0BC3-1968-CEED33CFF5CB}"/>
              </a:ext>
            </a:extLst>
          </p:cNvPr>
          <p:cNvSpPr txBox="1"/>
          <p:nvPr/>
        </p:nvSpPr>
        <p:spPr>
          <a:xfrm>
            <a:off x="3700397" y="5392826"/>
            <a:ext cx="8071740" cy="1137822"/>
          </a:xfrm>
          <a:prstGeom prst="roundRect">
            <a:avLst>
              <a:gd name="adj" fmla="val 19175"/>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r>
              <a:rPr lang="de-DE" sz="1200" b="1">
                <a:solidFill>
                  <a:schemeClr val="bg1"/>
                </a:solidFill>
              </a:rPr>
              <a:t>Power Automate </a:t>
            </a:r>
            <a:r>
              <a:rPr lang="de-DE" sz="1200" b="1">
                <a:solidFill>
                  <a:srgbClr val="FF0000"/>
                </a:solidFill>
              </a:rPr>
              <a:t>Logo</a:t>
            </a:r>
          </a:p>
        </p:txBody>
      </p:sp>
      <p:sp>
        <p:nvSpPr>
          <p:cNvPr id="102" name="Textfeld 101">
            <a:extLst>
              <a:ext uri="{FF2B5EF4-FFF2-40B4-BE49-F238E27FC236}">
                <a16:creationId xmlns:a16="http://schemas.microsoft.com/office/drawing/2014/main" id="{731EC135-11BC-EC49-4819-A873CFF44AE6}"/>
              </a:ext>
            </a:extLst>
          </p:cNvPr>
          <p:cNvSpPr txBox="1"/>
          <p:nvPr/>
        </p:nvSpPr>
        <p:spPr>
          <a:xfrm>
            <a:off x="6967206" y="5951232"/>
            <a:ext cx="2927258"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r>
              <a:rPr lang="de-DE" sz="1200" b="1">
                <a:solidFill>
                  <a:schemeClr val="bg1"/>
                </a:solidFill>
              </a:rPr>
              <a:t>Ticket (Email) </a:t>
            </a:r>
            <a:r>
              <a:rPr lang="de-DE" sz="1200">
                <a:solidFill>
                  <a:schemeClr val="bg1"/>
                </a:solidFill>
              </a:rPr>
              <a:t>erstellen und versenden</a:t>
            </a:r>
            <a:endParaRPr lang="de-DE" sz="1200" baseline="30000">
              <a:solidFill>
                <a:schemeClr val="bg1"/>
              </a:solidFill>
            </a:endParaRPr>
          </a:p>
        </p:txBody>
      </p:sp>
      <p:sp>
        <p:nvSpPr>
          <p:cNvPr id="110" name="Textfeld 109">
            <a:extLst>
              <a:ext uri="{FF2B5EF4-FFF2-40B4-BE49-F238E27FC236}">
                <a16:creationId xmlns:a16="http://schemas.microsoft.com/office/drawing/2014/main" id="{B76F4349-E3FC-ADBC-F814-87F3DA2B6CD1}"/>
              </a:ext>
            </a:extLst>
          </p:cNvPr>
          <p:cNvSpPr txBox="1"/>
          <p:nvPr/>
        </p:nvSpPr>
        <p:spPr>
          <a:xfrm>
            <a:off x="5852499" y="4216898"/>
            <a:ext cx="219300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Eskalation </a:t>
            </a:r>
            <a:r>
              <a:rPr lang="de-DE" sz="1200">
                <a:solidFill>
                  <a:schemeClr val="bg1"/>
                </a:solidFill>
              </a:rPr>
              <a:t>(sofortige Weiterleitung an Menschen)</a:t>
            </a:r>
            <a:endParaRPr lang="de-DE" sz="1200" baseline="30000">
              <a:solidFill>
                <a:schemeClr val="bg1"/>
              </a:solidFill>
            </a:endParaRPr>
          </a:p>
        </p:txBody>
      </p:sp>
      <p:sp>
        <p:nvSpPr>
          <p:cNvPr id="115" name="Textfeld 114">
            <a:extLst>
              <a:ext uri="{FF2B5EF4-FFF2-40B4-BE49-F238E27FC236}">
                <a16:creationId xmlns:a16="http://schemas.microsoft.com/office/drawing/2014/main" id="{16201D86-CE49-C6DB-D181-8886AAAD601C}"/>
              </a:ext>
            </a:extLst>
          </p:cNvPr>
          <p:cNvSpPr txBox="1"/>
          <p:nvPr/>
        </p:nvSpPr>
        <p:spPr>
          <a:xfrm>
            <a:off x="383113" y="3520544"/>
            <a:ext cx="2889997" cy="1361609"/>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r>
              <a:rPr lang="de-DE" sz="1200" b="1">
                <a:solidFill>
                  <a:schemeClr val="bg1"/>
                </a:solidFill>
              </a:rPr>
              <a:t>MS Teams</a:t>
            </a:r>
          </a:p>
          <a:p>
            <a:r>
              <a:rPr lang="de-DE" sz="1200" b="1">
                <a:solidFill>
                  <a:srgbClr val="FF0000"/>
                </a:solidFill>
              </a:rPr>
              <a:t>Teams </a:t>
            </a:r>
          </a:p>
          <a:p>
            <a:r>
              <a:rPr lang="de-DE" sz="1200" b="1">
                <a:solidFill>
                  <a:srgbClr val="FF0000"/>
                </a:solidFill>
              </a:rPr>
              <a:t>logo</a:t>
            </a:r>
          </a:p>
          <a:p>
            <a:pPr algn="l"/>
            <a:endParaRPr lang="de-DE" sz="1200" b="1">
              <a:solidFill>
                <a:schemeClr val="bg1"/>
              </a:solidFill>
            </a:endParaRPr>
          </a:p>
        </p:txBody>
      </p:sp>
      <p:sp>
        <p:nvSpPr>
          <p:cNvPr id="117" name="Textfeld 116">
            <a:extLst>
              <a:ext uri="{FF2B5EF4-FFF2-40B4-BE49-F238E27FC236}">
                <a16:creationId xmlns:a16="http://schemas.microsoft.com/office/drawing/2014/main" id="{75F0E7B9-7893-B6E1-BC0E-3B2A47114D2F}"/>
              </a:ext>
            </a:extLst>
          </p:cNvPr>
          <p:cNvSpPr txBox="1"/>
          <p:nvPr/>
        </p:nvSpPr>
        <p:spPr>
          <a:xfrm>
            <a:off x="1259304" y="4077541"/>
            <a:ext cx="1865350" cy="6453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defPPr>
              <a:defRPr lang="en-US"/>
            </a:defPPr>
            <a:lvl1pPr>
              <a:defRPr sz="1200">
                <a:solidFill>
                  <a:schemeClr val="bg1"/>
                </a:solidFill>
              </a:defRPr>
            </a:lvl1pPr>
          </a:lstStyle>
          <a:p>
            <a:r>
              <a:rPr lang="de-DE"/>
              <a:t>Manuelle Aufgaben (Fortsetzung, Rückruf, Ticket beantworten)</a:t>
            </a:r>
          </a:p>
        </p:txBody>
      </p:sp>
      <p:sp>
        <p:nvSpPr>
          <p:cNvPr id="131" name="Textfeld 130">
            <a:extLst>
              <a:ext uri="{FF2B5EF4-FFF2-40B4-BE49-F238E27FC236}">
                <a16:creationId xmlns:a16="http://schemas.microsoft.com/office/drawing/2014/main" id="{11AD71E9-A0C0-3A65-3F10-46F8C31B8F7A}"/>
              </a:ext>
            </a:extLst>
          </p:cNvPr>
          <p:cNvSpPr txBox="1"/>
          <p:nvPr/>
        </p:nvSpPr>
        <p:spPr>
          <a:xfrm>
            <a:off x="6967206" y="4923215"/>
            <a:ext cx="2909052" cy="37507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Zusammenfassung &amp; Bestätigung</a:t>
            </a:r>
            <a:r>
              <a:rPr lang="de-DE" sz="1200" baseline="30000">
                <a:solidFill>
                  <a:schemeClr val="bg1"/>
                </a:solidFill>
              </a:rPr>
              <a:t>2</a:t>
            </a:r>
          </a:p>
        </p:txBody>
      </p:sp>
      <p:cxnSp>
        <p:nvCxnSpPr>
          <p:cNvPr id="137" name="Verbinder: gewinkelt 136">
            <a:extLst>
              <a:ext uri="{FF2B5EF4-FFF2-40B4-BE49-F238E27FC236}">
                <a16:creationId xmlns:a16="http://schemas.microsoft.com/office/drawing/2014/main" id="{2C508F41-7F5F-0A00-77A0-B0EC75F657ED}"/>
              </a:ext>
            </a:extLst>
          </p:cNvPr>
          <p:cNvCxnSpPr>
            <a:cxnSpLocks/>
            <a:stCxn id="65" idx="2"/>
            <a:endCxn id="131" idx="0"/>
          </p:cNvCxnSpPr>
          <p:nvPr/>
        </p:nvCxnSpPr>
        <p:spPr>
          <a:xfrm rot="5400000">
            <a:off x="9025460" y="3988250"/>
            <a:ext cx="331238" cy="1538693"/>
          </a:xfrm>
          <a:prstGeom prst="bentConnector3">
            <a:avLst>
              <a:gd name="adj1" fmla="val 50000"/>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9" name="Gerade Verbindung mit Pfeil 148">
            <a:extLst>
              <a:ext uri="{FF2B5EF4-FFF2-40B4-BE49-F238E27FC236}">
                <a16:creationId xmlns:a16="http://schemas.microsoft.com/office/drawing/2014/main" id="{1E31956B-4F87-0481-7417-BE075648265F}"/>
              </a:ext>
            </a:extLst>
          </p:cNvPr>
          <p:cNvCxnSpPr>
            <a:cxnSpLocks/>
            <a:stCxn id="110" idx="1"/>
            <a:endCxn id="117" idx="3"/>
          </p:cNvCxnSpPr>
          <p:nvPr/>
        </p:nvCxnSpPr>
        <p:spPr>
          <a:xfrm flipH="1" flipV="1">
            <a:off x="3124654" y="4400191"/>
            <a:ext cx="2727845" cy="4247"/>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62" name="Verbinder: gewinkelt 161">
            <a:extLst>
              <a:ext uri="{FF2B5EF4-FFF2-40B4-BE49-F238E27FC236}">
                <a16:creationId xmlns:a16="http://schemas.microsoft.com/office/drawing/2014/main" id="{15DA6487-EB0D-117D-B4B1-7C3EE4917A7C}"/>
              </a:ext>
            </a:extLst>
          </p:cNvPr>
          <p:cNvCxnSpPr>
            <a:cxnSpLocks/>
            <a:stCxn id="102" idx="1"/>
            <a:endCxn id="117" idx="2"/>
          </p:cNvCxnSpPr>
          <p:nvPr/>
        </p:nvCxnSpPr>
        <p:spPr>
          <a:xfrm rot="10800000">
            <a:off x="2191980" y="4722842"/>
            <a:ext cx="4775227" cy="1415931"/>
          </a:xfrm>
          <a:prstGeom prst="bentConnector2">
            <a:avLst/>
          </a:prstGeom>
          <a:ln w="28575">
            <a:solidFill>
              <a:schemeClr val="bg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8" name="Textfeld 167">
            <a:extLst>
              <a:ext uri="{FF2B5EF4-FFF2-40B4-BE49-F238E27FC236}">
                <a16:creationId xmlns:a16="http://schemas.microsoft.com/office/drawing/2014/main" id="{A65CB824-194D-08BF-BDB8-A7A4F5950218}"/>
              </a:ext>
            </a:extLst>
          </p:cNvPr>
          <p:cNvSpPr txBox="1"/>
          <p:nvPr/>
        </p:nvSpPr>
        <p:spPr>
          <a:xfrm>
            <a:off x="10018870" y="4879921"/>
            <a:ext cx="1669672" cy="461665"/>
          </a:xfrm>
          <a:prstGeom prst="rect">
            <a:avLst/>
          </a:prstGeom>
          <a:noFill/>
        </p:spPr>
        <p:txBody>
          <a:bodyPr wrap="square">
            <a:spAutoFit/>
          </a:bodyPr>
          <a:lstStyle/>
          <a:p>
            <a:r>
              <a:rPr lang="de-DE" sz="1200">
                <a:solidFill>
                  <a:schemeClr val="bg1"/>
                </a:solidFill>
              </a:rPr>
              <a:t>Anrufer bestätigt / korrigiert</a:t>
            </a:r>
          </a:p>
        </p:txBody>
      </p:sp>
      <p:sp>
        <p:nvSpPr>
          <p:cNvPr id="169" name="Pfeil: 180-Grad 168">
            <a:extLst>
              <a:ext uri="{FF2B5EF4-FFF2-40B4-BE49-F238E27FC236}">
                <a16:creationId xmlns:a16="http://schemas.microsoft.com/office/drawing/2014/main" id="{FC5BC43D-1021-E6E2-0B84-2A8C8700E289}"/>
              </a:ext>
            </a:extLst>
          </p:cNvPr>
          <p:cNvSpPr/>
          <p:nvPr/>
        </p:nvSpPr>
        <p:spPr>
          <a:xfrm rot="16200000" flipV="1">
            <a:off x="10081191" y="3324565"/>
            <a:ext cx="3316072"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172" name="Pfeil: 180-Grad 171">
            <a:extLst>
              <a:ext uri="{FF2B5EF4-FFF2-40B4-BE49-F238E27FC236}">
                <a16:creationId xmlns:a16="http://schemas.microsoft.com/office/drawing/2014/main" id="{047F31ED-8AC5-7C02-B65D-4EC01BA38D81}"/>
              </a:ext>
            </a:extLst>
          </p:cNvPr>
          <p:cNvSpPr/>
          <p:nvPr/>
        </p:nvSpPr>
        <p:spPr>
          <a:xfrm rot="16200000" flipV="1">
            <a:off x="11297289" y="4542411"/>
            <a:ext cx="883876"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64" name="Textfeld 63">
            <a:extLst>
              <a:ext uri="{FF2B5EF4-FFF2-40B4-BE49-F238E27FC236}">
                <a16:creationId xmlns:a16="http://schemas.microsoft.com/office/drawing/2014/main" id="{6B2B29C8-A4AF-A5DC-7D47-D44770FD5254}"/>
              </a:ext>
            </a:extLst>
          </p:cNvPr>
          <p:cNvSpPr txBox="1"/>
          <p:nvPr/>
        </p:nvSpPr>
        <p:spPr>
          <a:xfrm>
            <a:off x="9475213" y="3714451"/>
            <a:ext cx="1669672" cy="276999"/>
          </a:xfrm>
          <a:prstGeom prst="rect">
            <a:avLst/>
          </a:prstGeom>
          <a:noFill/>
        </p:spPr>
        <p:txBody>
          <a:bodyPr wrap="square">
            <a:spAutoFit/>
          </a:bodyPr>
          <a:lstStyle/>
          <a:p>
            <a:r>
              <a:rPr lang="de-DE" sz="1200">
                <a:solidFill>
                  <a:schemeClr val="bg1"/>
                </a:solidFill>
              </a:rPr>
              <a:t>nein</a:t>
            </a:r>
          </a:p>
        </p:txBody>
      </p:sp>
      <p:sp>
        <p:nvSpPr>
          <p:cNvPr id="66" name="Textfeld 65">
            <a:extLst>
              <a:ext uri="{FF2B5EF4-FFF2-40B4-BE49-F238E27FC236}">
                <a16:creationId xmlns:a16="http://schemas.microsoft.com/office/drawing/2014/main" id="{61CF5DE6-0381-FAC8-8922-610652867FCF}"/>
              </a:ext>
            </a:extLst>
          </p:cNvPr>
          <p:cNvSpPr txBox="1"/>
          <p:nvPr/>
        </p:nvSpPr>
        <p:spPr>
          <a:xfrm>
            <a:off x="6967206" y="3714451"/>
            <a:ext cx="1669672" cy="276999"/>
          </a:xfrm>
          <a:prstGeom prst="rect">
            <a:avLst/>
          </a:prstGeom>
          <a:noFill/>
        </p:spPr>
        <p:txBody>
          <a:bodyPr wrap="square">
            <a:spAutoFit/>
          </a:bodyPr>
          <a:lstStyle/>
          <a:p>
            <a:r>
              <a:rPr lang="de-DE" sz="1200">
                <a:solidFill>
                  <a:schemeClr val="bg1"/>
                </a:solidFill>
              </a:rPr>
              <a:t>ja</a:t>
            </a:r>
          </a:p>
        </p:txBody>
      </p:sp>
      <p:sp>
        <p:nvSpPr>
          <p:cNvPr id="16" name="Textfeld 15">
            <a:extLst>
              <a:ext uri="{FF2B5EF4-FFF2-40B4-BE49-F238E27FC236}">
                <a16:creationId xmlns:a16="http://schemas.microsoft.com/office/drawing/2014/main" id="{F35704A7-64DA-F9A1-D510-44B486840A13}"/>
              </a:ext>
            </a:extLst>
          </p:cNvPr>
          <p:cNvSpPr txBox="1"/>
          <p:nvPr/>
        </p:nvSpPr>
        <p:spPr>
          <a:xfrm>
            <a:off x="7018525" y="2272423"/>
            <a:ext cx="4600510" cy="333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Inbetriebnahme </a:t>
            </a:r>
            <a:r>
              <a:rPr lang="de-DE" sz="1200">
                <a:solidFill>
                  <a:schemeClr val="bg1"/>
                </a:solidFill>
              </a:rPr>
              <a:t>in den letzten 12 M</a:t>
            </a:r>
          </a:p>
        </p:txBody>
      </p:sp>
      <p:sp>
        <p:nvSpPr>
          <p:cNvPr id="28" name="Textfeld 27">
            <a:extLst>
              <a:ext uri="{FF2B5EF4-FFF2-40B4-BE49-F238E27FC236}">
                <a16:creationId xmlns:a16="http://schemas.microsoft.com/office/drawing/2014/main" id="{CB1F9B26-A28B-2226-8826-5FCAE54AFE7E}"/>
              </a:ext>
            </a:extLst>
          </p:cNvPr>
          <p:cNvSpPr txBox="1"/>
          <p:nvPr/>
        </p:nvSpPr>
        <p:spPr>
          <a:xfrm>
            <a:off x="7018525" y="2801575"/>
            <a:ext cx="4600510" cy="33310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wrap="square" lIns="72000" tIns="108000" rIns="72000" bIns="72000" rtlCol="0" anchor="ctr">
            <a:noAutofit/>
          </a:bodyPr>
          <a:lstStyle/>
          <a:p>
            <a:pPr algn="l"/>
            <a:r>
              <a:rPr lang="de-DE" sz="1200" b="1">
                <a:solidFill>
                  <a:schemeClr val="bg1"/>
                </a:solidFill>
              </a:rPr>
              <a:t>Wartungsvertrag </a:t>
            </a:r>
            <a:r>
              <a:rPr lang="de-DE" sz="1200">
                <a:solidFill>
                  <a:schemeClr val="bg1"/>
                </a:solidFill>
              </a:rPr>
              <a:t>mit Garantieverlängerung</a:t>
            </a:r>
          </a:p>
        </p:txBody>
      </p:sp>
      <p:cxnSp>
        <p:nvCxnSpPr>
          <p:cNvPr id="29" name="Gerade Verbindung mit Pfeil 28">
            <a:extLst>
              <a:ext uri="{FF2B5EF4-FFF2-40B4-BE49-F238E27FC236}">
                <a16:creationId xmlns:a16="http://schemas.microsoft.com/office/drawing/2014/main" id="{8942CC63-CD35-8ED1-8CDA-ADF61284F4C6}"/>
              </a:ext>
            </a:extLst>
          </p:cNvPr>
          <p:cNvCxnSpPr>
            <a:cxnSpLocks/>
            <a:stCxn id="16" idx="2"/>
            <a:endCxn id="28" idx="0"/>
          </p:cNvCxnSpPr>
          <p:nvPr/>
        </p:nvCxnSpPr>
        <p:spPr>
          <a:xfrm>
            <a:off x="9318780" y="2605527"/>
            <a:ext cx="0" cy="196048"/>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35" name="Gerade Verbindung mit Pfeil 34">
            <a:extLst>
              <a:ext uri="{FF2B5EF4-FFF2-40B4-BE49-F238E27FC236}">
                <a16:creationId xmlns:a16="http://schemas.microsoft.com/office/drawing/2014/main" id="{76381999-0A82-C638-58F3-95838918E552}"/>
              </a:ext>
            </a:extLst>
          </p:cNvPr>
          <p:cNvCxnSpPr>
            <a:cxnSpLocks/>
            <a:stCxn id="28" idx="2"/>
            <a:endCxn id="18" idx="0"/>
          </p:cNvCxnSpPr>
          <p:nvPr/>
        </p:nvCxnSpPr>
        <p:spPr>
          <a:xfrm>
            <a:off x="9318780" y="3134679"/>
            <a:ext cx="0" cy="196047"/>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pic>
        <p:nvPicPr>
          <p:cNvPr id="17" name="Grafik 16">
            <a:extLst>
              <a:ext uri="{FF2B5EF4-FFF2-40B4-BE49-F238E27FC236}">
                <a16:creationId xmlns:a16="http://schemas.microsoft.com/office/drawing/2014/main" id="{77953A03-BFC5-FB54-101C-5BA85FFB0ED9}"/>
              </a:ext>
            </a:extLst>
          </p:cNvPr>
          <p:cNvPicPr>
            <a:picLocks noChangeAspect="1"/>
          </p:cNvPicPr>
          <p:nvPr/>
        </p:nvPicPr>
        <p:blipFill>
          <a:blip r:embed="rId5">
            <a:extLst>
              <a:ext uri="{28A0092B-C50C-407E-A947-70E740481C1C}">
                <a14:useLocalDpi xmlns:a14="http://schemas.microsoft.com/office/drawing/2010/main" val="0"/>
              </a:ext>
            </a:extLst>
          </a:blip>
          <a:srcRect t="32530" b="39951"/>
          <a:stretch>
            <a:fillRect/>
          </a:stretch>
        </p:blipFill>
        <p:spPr>
          <a:xfrm>
            <a:off x="1398497" y="3626341"/>
            <a:ext cx="1125397" cy="309702"/>
          </a:xfrm>
          <a:prstGeom prst="rect">
            <a:avLst/>
          </a:prstGeom>
        </p:spPr>
      </p:pic>
      <p:sp>
        <p:nvSpPr>
          <p:cNvPr id="21" name="Textfeld 20">
            <a:extLst>
              <a:ext uri="{FF2B5EF4-FFF2-40B4-BE49-F238E27FC236}">
                <a16:creationId xmlns:a16="http://schemas.microsoft.com/office/drawing/2014/main" id="{83821AA3-F405-0A1E-DD56-E475E3C1F16A}"/>
              </a:ext>
            </a:extLst>
          </p:cNvPr>
          <p:cNvSpPr txBox="1"/>
          <p:nvPr/>
        </p:nvSpPr>
        <p:spPr>
          <a:xfrm>
            <a:off x="2803906" y="1220717"/>
            <a:ext cx="750241" cy="1367420"/>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wrap="none" lIns="72000" tIns="108000" rIns="72000" bIns="72000" rtlCol="0">
            <a:noAutofit/>
          </a:bodyPr>
          <a:lstStyle/>
          <a:p>
            <a:pPr algn="l"/>
            <a:r>
              <a:rPr lang="de-DE" sz="1200" b="1">
                <a:solidFill>
                  <a:schemeClr val="bg1"/>
                </a:solidFill>
              </a:rPr>
              <a:t>MS </a:t>
            </a:r>
          </a:p>
          <a:p>
            <a:pPr algn="l"/>
            <a:r>
              <a:rPr lang="de-DE" sz="1200" b="1">
                <a:solidFill>
                  <a:schemeClr val="bg1"/>
                </a:solidFill>
              </a:rPr>
              <a:t>Teams</a:t>
            </a:r>
          </a:p>
          <a:p>
            <a:pPr algn="l"/>
            <a:r>
              <a:rPr lang="de-DE" sz="1200" b="1">
                <a:solidFill>
                  <a:schemeClr val="bg1"/>
                </a:solidFill>
              </a:rPr>
              <a:t>Phone</a:t>
            </a:r>
          </a:p>
          <a:p>
            <a:pPr algn="l"/>
            <a:r>
              <a:rPr lang="de-DE" sz="1200" b="1">
                <a:solidFill>
                  <a:srgbClr val="FF0000"/>
                </a:solidFill>
              </a:rPr>
              <a:t>Teams </a:t>
            </a:r>
          </a:p>
          <a:p>
            <a:pPr algn="l"/>
            <a:r>
              <a:rPr lang="de-DE" sz="1200" b="1">
                <a:solidFill>
                  <a:srgbClr val="FF0000"/>
                </a:solidFill>
              </a:rPr>
              <a:t>logo</a:t>
            </a:r>
          </a:p>
          <a:p>
            <a:pPr algn="l"/>
            <a:endParaRPr lang="de-DE" sz="1200" b="1">
              <a:solidFill>
                <a:schemeClr val="bg1"/>
              </a:solidFill>
            </a:endParaRPr>
          </a:p>
        </p:txBody>
      </p:sp>
      <p:cxnSp>
        <p:nvCxnSpPr>
          <p:cNvPr id="24" name="Gerade Verbindung mit Pfeil 23">
            <a:extLst>
              <a:ext uri="{FF2B5EF4-FFF2-40B4-BE49-F238E27FC236}">
                <a16:creationId xmlns:a16="http://schemas.microsoft.com/office/drawing/2014/main" id="{96982D3E-8AE0-1197-1382-8977B8A979EE}"/>
              </a:ext>
            </a:extLst>
          </p:cNvPr>
          <p:cNvCxnSpPr>
            <a:cxnSpLocks/>
            <a:stCxn id="21" idx="3"/>
            <a:endCxn id="4" idx="1"/>
          </p:cNvCxnSpPr>
          <p:nvPr/>
        </p:nvCxnSpPr>
        <p:spPr>
          <a:xfrm>
            <a:off x="3554147" y="1904427"/>
            <a:ext cx="308415" cy="5830"/>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52" name="Pfeil: 180-Grad 51">
            <a:extLst>
              <a:ext uri="{FF2B5EF4-FFF2-40B4-BE49-F238E27FC236}">
                <a16:creationId xmlns:a16="http://schemas.microsoft.com/office/drawing/2014/main" id="{A66F8613-972F-BE81-9EEB-697012EC9800}"/>
              </a:ext>
            </a:extLst>
          </p:cNvPr>
          <p:cNvSpPr/>
          <p:nvPr/>
        </p:nvSpPr>
        <p:spPr>
          <a:xfrm rot="16200000" flipV="1">
            <a:off x="10357216" y="3600590"/>
            <a:ext cx="2764023"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sp>
        <p:nvSpPr>
          <p:cNvPr id="54" name="Pfeil: 180-Grad 53">
            <a:extLst>
              <a:ext uri="{FF2B5EF4-FFF2-40B4-BE49-F238E27FC236}">
                <a16:creationId xmlns:a16="http://schemas.microsoft.com/office/drawing/2014/main" id="{FB2F359D-7A10-2E8B-72C8-C73B8E6DF345}"/>
              </a:ext>
            </a:extLst>
          </p:cNvPr>
          <p:cNvSpPr/>
          <p:nvPr/>
        </p:nvSpPr>
        <p:spPr>
          <a:xfrm rot="16200000" flipV="1">
            <a:off x="10608462" y="3851836"/>
            <a:ext cx="2261530" cy="383213"/>
          </a:xfrm>
          <a:prstGeom prst="uturnArrow">
            <a:avLst>
              <a:gd name="adj1" fmla="val 7956"/>
              <a:gd name="adj2" fmla="val 12826"/>
              <a:gd name="adj3" fmla="val 31087"/>
              <a:gd name="adj4" fmla="val 43750"/>
              <a:gd name="adj5" fmla="val 9569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t"/>
          <a:lstStyle/>
          <a:p>
            <a:pPr algn="l"/>
            <a:endParaRPr lang="de-DE" sz="1800" err="1">
              <a:solidFill>
                <a:schemeClr val="bg1"/>
              </a:solidFill>
            </a:endParaRPr>
          </a:p>
        </p:txBody>
      </p:sp>
      <p:cxnSp>
        <p:nvCxnSpPr>
          <p:cNvPr id="55" name="Gerade Verbindung mit Pfeil 54">
            <a:extLst>
              <a:ext uri="{FF2B5EF4-FFF2-40B4-BE49-F238E27FC236}">
                <a16:creationId xmlns:a16="http://schemas.microsoft.com/office/drawing/2014/main" id="{0028C29B-0ECD-46AE-2F1A-47DB650F0586}"/>
              </a:ext>
            </a:extLst>
          </p:cNvPr>
          <p:cNvCxnSpPr>
            <a:cxnSpLocks/>
            <a:stCxn id="131" idx="2"/>
            <a:endCxn id="102" idx="0"/>
          </p:cNvCxnSpPr>
          <p:nvPr/>
        </p:nvCxnSpPr>
        <p:spPr>
          <a:xfrm>
            <a:off x="8421732" y="5298294"/>
            <a:ext cx="9103" cy="652938"/>
          </a:xfrm>
          <a:prstGeom prst="straightConnector1">
            <a:avLst/>
          </a:prstGeom>
          <a:ln w="28575" cap="flat" cmpd="sng" algn="ctr">
            <a:solidFill>
              <a:schemeClr val="bg1"/>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14" name="Textfeld 13">
            <a:extLst>
              <a:ext uri="{FF2B5EF4-FFF2-40B4-BE49-F238E27FC236}">
                <a16:creationId xmlns:a16="http://schemas.microsoft.com/office/drawing/2014/main" id="{EBB6B20F-3402-E5D2-D3F3-59F451B74917}"/>
              </a:ext>
            </a:extLst>
          </p:cNvPr>
          <p:cNvSpPr txBox="1"/>
          <p:nvPr/>
        </p:nvSpPr>
        <p:spPr>
          <a:xfrm rot="19941425">
            <a:off x="3867455" y="3283883"/>
            <a:ext cx="1925758" cy="1323439"/>
          </a:xfrm>
          <a:prstGeom prst="rect">
            <a:avLst/>
          </a:prstGeom>
          <a:solidFill>
            <a:schemeClr val="accent2"/>
          </a:solidFill>
        </p:spPr>
        <p:txBody>
          <a:bodyPr wrap="square">
            <a:spAutoFit/>
          </a:bodyPr>
          <a:lstStyle/>
          <a:p>
            <a:pPr>
              <a:buNone/>
            </a:pPr>
            <a:r>
              <a:rPr lang="de-DE" sz="4000" dirty="0">
                <a:solidFill>
                  <a:schemeClr val="bg1"/>
                </a:solidFill>
              </a:rPr>
              <a:t>Alter Stand</a:t>
            </a:r>
          </a:p>
        </p:txBody>
      </p:sp>
    </p:spTree>
    <p:extLst>
      <p:ext uri="{BB962C8B-B14F-4D97-AF65-F5344CB8AC3E}">
        <p14:creationId xmlns:p14="http://schemas.microsoft.com/office/powerpoint/2010/main" val="3461897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E1AED7-04D3-CAF0-3515-93AE020EC679}"/>
              </a:ext>
            </a:extLst>
          </p:cNvPr>
          <p:cNvSpPr>
            <a:spLocks noGrp="1"/>
          </p:cNvSpPr>
          <p:nvPr>
            <p:ph type="title"/>
          </p:nvPr>
        </p:nvSpPr>
        <p:spPr/>
        <p:txBody>
          <a:bodyPr/>
          <a:lstStyle/>
          <a:p>
            <a:r>
              <a:rPr lang="de-DE"/>
              <a:t>Weitere Lösungen: Regelbasierter Voice-Router / IVR</a:t>
            </a:r>
          </a:p>
        </p:txBody>
      </p:sp>
      <p:sp>
        <p:nvSpPr>
          <p:cNvPr id="3" name="Textplatzhalter 2">
            <a:extLst>
              <a:ext uri="{FF2B5EF4-FFF2-40B4-BE49-F238E27FC236}">
                <a16:creationId xmlns:a16="http://schemas.microsoft.com/office/drawing/2014/main" id="{E4D4F7C6-2E3E-F1E7-39BB-B021D3B76E45}"/>
              </a:ext>
            </a:extLst>
          </p:cNvPr>
          <p:cNvSpPr>
            <a:spLocks noGrp="1"/>
          </p:cNvSpPr>
          <p:nvPr>
            <p:ph type="body" sz="quarter" idx="13"/>
          </p:nvPr>
        </p:nvSpPr>
        <p:spPr/>
        <p:txBody>
          <a:bodyPr/>
          <a:lstStyle/>
          <a:p>
            <a:r>
              <a:rPr lang="de-DE"/>
              <a:t> </a:t>
            </a:r>
          </a:p>
        </p:txBody>
      </p:sp>
      <p:sp>
        <p:nvSpPr>
          <p:cNvPr id="4" name="Inhaltsplatzhalter 3">
            <a:extLst>
              <a:ext uri="{FF2B5EF4-FFF2-40B4-BE49-F238E27FC236}">
                <a16:creationId xmlns:a16="http://schemas.microsoft.com/office/drawing/2014/main" id="{CABAA80A-E801-EB90-5345-B406785E30C2}"/>
              </a:ext>
            </a:extLst>
          </p:cNvPr>
          <p:cNvSpPr>
            <a:spLocks noGrp="1"/>
          </p:cNvSpPr>
          <p:nvPr>
            <p:ph sz="quarter" idx="17"/>
          </p:nvPr>
        </p:nvSpPr>
        <p:spPr>
          <a:xfrm>
            <a:off x="378406" y="1128864"/>
            <a:ext cx="11435188" cy="5035847"/>
          </a:xfrm>
        </p:spPr>
        <p:txBody>
          <a:bodyPr/>
          <a:lstStyle/>
          <a:p>
            <a:pPr marL="48594" indent="0">
              <a:buNone/>
            </a:pPr>
            <a:r>
              <a:rPr lang="de-DE" sz="2000" b="1">
                <a:solidFill>
                  <a:schemeClr val="accent2"/>
                </a:solidFill>
              </a:rPr>
              <a:t>Grundprinzip</a:t>
            </a:r>
          </a:p>
          <a:p>
            <a:pPr marL="48594" indent="0">
              <a:buNone/>
            </a:pPr>
            <a:r>
              <a:rPr lang="de-DE" sz="1800"/>
              <a:t>Ein klassisches </a:t>
            </a:r>
            <a:r>
              <a:rPr lang="de-DE" sz="1800" b="1"/>
              <a:t>IVR-System (Interactive Voice Response)</a:t>
            </a:r>
            <a:r>
              <a:rPr lang="de-DE" sz="1800"/>
              <a:t>, das:</a:t>
            </a:r>
          </a:p>
          <a:p>
            <a:r>
              <a:rPr lang="de-DE" sz="1800"/>
              <a:t>Anrufe entgegennimmt</a:t>
            </a:r>
          </a:p>
          <a:p>
            <a:r>
              <a:rPr lang="de-DE" sz="1800"/>
              <a:t>Nutzer durch einen Entscheidungsbaum führt (Tasteneingabe oder einfache Spracheingabe)</a:t>
            </a:r>
          </a:p>
          <a:p>
            <a:r>
              <a:rPr lang="de-DE" sz="1800"/>
              <a:t>Basierend auf Regeln direkt an die richtige Queue oder Person weiterleitet</a:t>
            </a:r>
          </a:p>
          <a:p>
            <a:pPr marL="48594" indent="0">
              <a:buNone/>
            </a:pPr>
            <a:r>
              <a:rPr lang="de-DE" sz="2000" b="1">
                <a:solidFill>
                  <a:schemeClr val="accent2"/>
                </a:solidFill>
              </a:rPr>
              <a:t>Typischer Ablauf</a:t>
            </a:r>
          </a:p>
          <a:p>
            <a:pPr marL="594900" lvl="1" indent="-342900">
              <a:buFont typeface="+mj-lt"/>
              <a:buAutoNum type="arabicPeriod"/>
            </a:pPr>
            <a:r>
              <a:rPr lang="de-DE" sz="1800"/>
              <a:t>Anruf geht ein</a:t>
            </a:r>
          </a:p>
          <a:p>
            <a:pPr marL="594900" lvl="1" indent="-342900">
              <a:buFont typeface="+mj-lt"/>
              <a:buAutoNum type="arabicPeriod"/>
            </a:pPr>
            <a:r>
              <a:rPr lang="de-DE" sz="1800"/>
              <a:t>Begrüßung + Menüoptionen</a:t>
            </a:r>
          </a:p>
          <a:p>
            <a:pPr marL="594900" lvl="1" indent="-342900">
              <a:buFont typeface="+mj-lt"/>
              <a:buAutoNum type="arabicPeriod"/>
            </a:pPr>
            <a:r>
              <a:rPr lang="de-DE" sz="1800"/>
              <a:t>Nutzer trifft Auswahl (z. B. „1 = Notfall, 2 = Ersatzteile, 3 = IT“)</a:t>
            </a:r>
          </a:p>
          <a:p>
            <a:pPr marL="594900" lvl="1" indent="-342900">
              <a:buFont typeface="+mj-lt"/>
              <a:buAutoNum type="arabicPeriod"/>
            </a:pPr>
            <a:r>
              <a:rPr lang="de-DE" sz="1800"/>
              <a:t>Mapping auf Zielgruppe</a:t>
            </a:r>
          </a:p>
          <a:p>
            <a:pPr marL="594900" lvl="1" indent="-342900">
              <a:buFont typeface="+mj-lt"/>
              <a:buAutoNum type="arabicPeriod"/>
            </a:pPr>
            <a:r>
              <a:rPr lang="de-DE" sz="1800"/>
              <a:t>Weiterleitung an zuständige Person/Queue</a:t>
            </a:r>
          </a:p>
        </p:txBody>
      </p:sp>
      <p:sp>
        <p:nvSpPr>
          <p:cNvPr id="5" name="Datumsplatzhalter 4">
            <a:extLst>
              <a:ext uri="{FF2B5EF4-FFF2-40B4-BE49-F238E27FC236}">
                <a16:creationId xmlns:a16="http://schemas.microsoft.com/office/drawing/2014/main" id="{F702195E-A105-658D-1D54-8FD28B37D168}"/>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2F01BA10-2B12-2CB6-2EC5-CF873A7568CF}"/>
              </a:ext>
            </a:extLst>
          </p:cNvPr>
          <p:cNvSpPr>
            <a:spLocks noGrp="1"/>
          </p:cNvSpPr>
          <p:nvPr>
            <p:ph type="ftr" sz="quarter" idx="19"/>
          </p:nvPr>
        </p:nvSpPr>
        <p:spPr/>
        <p:txBody>
          <a:bodyPr/>
          <a:lstStyle/>
          <a:p>
            <a:r>
              <a:rPr lang="de-DE"/>
              <a:t>mosaiic GmbH  |</a:t>
            </a:r>
          </a:p>
        </p:txBody>
      </p:sp>
      <p:sp>
        <p:nvSpPr>
          <p:cNvPr id="7" name="Foliennummernplatzhalter 6">
            <a:extLst>
              <a:ext uri="{FF2B5EF4-FFF2-40B4-BE49-F238E27FC236}">
                <a16:creationId xmlns:a16="http://schemas.microsoft.com/office/drawing/2014/main" id="{C9163ECC-EB13-76D6-60C5-184C642BD387}"/>
              </a:ext>
            </a:extLst>
          </p:cNvPr>
          <p:cNvSpPr>
            <a:spLocks noGrp="1"/>
          </p:cNvSpPr>
          <p:nvPr>
            <p:ph type="sldNum" sz="quarter" idx="20"/>
          </p:nvPr>
        </p:nvSpPr>
        <p:spPr/>
        <p:txBody>
          <a:bodyPr/>
          <a:lstStyle/>
          <a:p>
            <a:fld id="{F4B5F3EB-31C7-4555-828E-971415072856}" type="slidenum">
              <a:rPr lang="de-DE" smtClean="0"/>
              <a:pPr/>
              <a:t>30</a:t>
            </a:fld>
            <a:endParaRPr lang="de-DE"/>
          </a:p>
        </p:txBody>
      </p:sp>
    </p:spTree>
    <p:extLst>
      <p:ext uri="{BB962C8B-B14F-4D97-AF65-F5344CB8AC3E}">
        <p14:creationId xmlns:p14="http://schemas.microsoft.com/office/powerpoint/2010/main" val="2009355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585397-C2C0-BFD5-6FB3-737DED5173C2}"/>
              </a:ext>
            </a:extLst>
          </p:cNvPr>
          <p:cNvSpPr>
            <a:spLocks noGrp="1"/>
          </p:cNvSpPr>
          <p:nvPr>
            <p:ph type="title"/>
          </p:nvPr>
        </p:nvSpPr>
        <p:spPr/>
        <p:txBody>
          <a:bodyPr/>
          <a:lstStyle/>
          <a:p>
            <a:r>
              <a:rPr lang="de-DE"/>
              <a:t>Potenzielle Technologielösungen im Vergleich</a:t>
            </a:r>
          </a:p>
        </p:txBody>
      </p:sp>
      <p:sp>
        <p:nvSpPr>
          <p:cNvPr id="3" name="Textplatzhalter 2">
            <a:extLst>
              <a:ext uri="{FF2B5EF4-FFF2-40B4-BE49-F238E27FC236}">
                <a16:creationId xmlns:a16="http://schemas.microsoft.com/office/drawing/2014/main" id="{EBD4D3A1-3630-CE82-6AB0-9C3109BE3A3B}"/>
              </a:ext>
            </a:extLst>
          </p:cNvPr>
          <p:cNvSpPr>
            <a:spLocks noGrp="1"/>
          </p:cNvSpPr>
          <p:nvPr>
            <p:ph type="body" sz="quarter" idx="13"/>
          </p:nvPr>
        </p:nvSpPr>
        <p:spPr/>
        <p:txBody>
          <a:bodyPr/>
          <a:lstStyle/>
          <a:p>
            <a:endParaRPr lang="de-DE"/>
          </a:p>
        </p:txBody>
      </p:sp>
      <p:graphicFrame>
        <p:nvGraphicFramePr>
          <p:cNvPr id="8" name="Inhaltsplatzhalter 7">
            <a:extLst>
              <a:ext uri="{FF2B5EF4-FFF2-40B4-BE49-F238E27FC236}">
                <a16:creationId xmlns:a16="http://schemas.microsoft.com/office/drawing/2014/main" id="{05A1B359-B840-5DA2-3BE6-56B9483F0EBB}"/>
              </a:ext>
            </a:extLst>
          </p:cNvPr>
          <p:cNvGraphicFramePr>
            <a:graphicFrameLocks noGrp="1"/>
          </p:cNvGraphicFramePr>
          <p:nvPr>
            <p:ph sz="quarter" idx="17"/>
            <p:extLst>
              <p:ext uri="{D42A27DB-BD31-4B8C-83A1-F6EECF244321}">
                <p14:modId xmlns:p14="http://schemas.microsoft.com/office/powerpoint/2010/main" val="1449672120"/>
              </p:ext>
            </p:extLst>
          </p:nvPr>
        </p:nvGraphicFramePr>
        <p:xfrm>
          <a:off x="383113" y="1107220"/>
          <a:ext cx="11434760" cy="5211487"/>
        </p:xfrm>
        <a:graphic>
          <a:graphicData uri="http://schemas.openxmlformats.org/drawingml/2006/table">
            <a:tbl>
              <a:tblPr firstRow="1" bandRow="1">
                <a:tableStyleId>{5C22544A-7EE6-4342-B048-85BDC9FD1C3A}</a:tableStyleId>
              </a:tblPr>
              <a:tblGrid>
                <a:gridCol w="1594050">
                  <a:extLst>
                    <a:ext uri="{9D8B030D-6E8A-4147-A177-3AD203B41FA5}">
                      <a16:colId xmlns:a16="http://schemas.microsoft.com/office/drawing/2014/main" val="4242800081"/>
                    </a:ext>
                  </a:extLst>
                </a:gridCol>
                <a:gridCol w="1824370">
                  <a:extLst>
                    <a:ext uri="{9D8B030D-6E8A-4147-A177-3AD203B41FA5}">
                      <a16:colId xmlns:a16="http://schemas.microsoft.com/office/drawing/2014/main" val="4170788254"/>
                    </a:ext>
                  </a:extLst>
                </a:gridCol>
                <a:gridCol w="2878667">
                  <a:extLst>
                    <a:ext uri="{9D8B030D-6E8A-4147-A177-3AD203B41FA5}">
                      <a16:colId xmlns:a16="http://schemas.microsoft.com/office/drawing/2014/main" val="3041952293"/>
                    </a:ext>
                  </a:extLst>
                </a:gridCol>
                <a:gridCol w="1735667">
                  <a:extLst>
                    <a:ext uri="{9D8B030D-6E8A-4147-A177-3AD203B41FA5}">
                      <a16:colId xmlns:a16="http://schemas.microsoft.com/office/drawing/2014/main" val="3445080692"/>
                    </a:ext>
                  </a:extLst>
                </a:gridCol>
                <a:gridCol w="3402006">
                  <a:extLst>
                    <a:ext uri="{9D8B030D-6E8A-4147-A177-3AD203B41FA5}">
                      <a16:colId xmlns:a16="http://schemas.microsoft.com/office/drawing/2014/main" val="3607803229"/>
                    </a:ext>
                  </a:extLst>
                </a:gridCol>
              </a:tblGrid>
              <a:tr h="531449">
                <a:tc>
                  <a:txBody>
                    <a:bodyPr/>
                    <a:lstStyle/>
                    <a:p>
                      <a:pPr>
                        <a:buNone/>
                      </a:pPr>
                      <a:r>
                        <a:rPr lang="de-DE" sz="1200" b="1" dirty="0"/>
                        <a:t>Anbieter</a:t>
                      </a:r>
                      <a:endParaRPr lang="de-DE" sz="1200" dirty="0"/>
                    </a:p>
                  </a:txBody>
                  <a:tcPr anchor="ctr"/>
                </a:tc>
                <a:tc>
                  <a:txBody>
                    <a:bodyPr/>
                    <a:lstStyle/>
                    <a:p>
                      <a:r>
                        <a:rPr lang="de-DE" sz="1200" dirty="0"/>
                        <a:t>Amazon </a:t>
                      </a:r>
                      <a:br>
                        <a:rPr lang="de-DE" sz="1200" dirty="0"/>
                      </a:br>
                      <a:r>
                        <a:rPr lang="de-DE" sz="1200" dirty="0"/>
                        <a:t>Connect</a:t>
                      </a:r>
                    </a:p>
                  </a:txBody>
                  <a:tcPr anchor="ctr"/>
                </a:tc>
                <a:tc>
                  <a:txBody>
                    <a:bodyPr/>
                    <a:lstStyle/>
                    <a:p>
                      <a:pPr>
                        <a:buNone/>
                      </a:pPr>
                      <a:r>
                        <a:rPr lang="de-DE" sz="1200" err="1"/>
                        <a:t>Sikom</a:t>
                      </a:r>
                      <a:r>
                        <a:rPr lang="de-DE" sz="1200"/>
                        <a:t> </a:t>
                      </a:r>
                      <a:r>
                        <a:rPr lang="de-DE" sz="1200" err="1"/>
                        <a:t>AgentOne</a:t>
                      </a:r>
                      <a:r>
                        <a:rPr lang="de-DE" sz="1200"/>
                        <a:t> </a:t>
                      </a:r>
                      <a:br>
                        <a:rPr lang="de-DE" sz="1200"/>
                      </a:br>
                      <a:r>
                        <a:rPr lang="de-DE" sz="1200"/>
                        <a:t>(DE Lösung)</a:t>
                      </a:r>
                    </a:p>
                  </a:txBody>
                  <a:tcPr marL="75679" marR="75679" marT="37839" marB="37839" anchor="ctr"/>
                </a:tc>
                <a:tc>
                  <a:txBody>
                    <a:bodyPr/>
                    <a:lstStyle/>
                    <a:p>
                      <a:r>
                        <a:rPr lang="de-DE" sz="1200" err="1"/>
                        <a:t>Twilio</a:t>
                      </a:r>
                      <a:endParaRPr lang="de-DE" sz="1200"/>
                    </a:p>
                  </a:txBody>
                  <a:tcPr anchor="ctr"/>
                </a:tc>
                <a:tc>
                  <a:txBody>
                    <a:bodyPr/>
                    <a:lstStyle/>
                    <a:p>
                      <a:r>
                        <a:rPr lang="de-DE" sz="1200"/>
                        <a:t>Microsoft Copilot Studio Voice</a:t>
                      </a:r>
                    </a:p>
                  </a:txBody>
                  <a:tcPr anchor="ctr"/>
                </a:tc>
                <a:extLst>
                  <a:ext uri="{0D108BD9-81ED-4DB2-BD59-A6C34878D82A}">
                    <a16:rowId xmlns:a16="http://schemas.microsoft.com/office/drawing/2014/main" val="3292021495"/>
                  </a:ext>
                </a:extLst>
              </a:tr>
              <a:tr h="370840">
                <a:tc>
                  <a:txBody>
                    <a:bodyPr/>
                    <a:lstStyle/>
                    <a:p>
                      <a:pPr>
                        <a:buNone/>
                      </a:pPr>
                      <a:r>
                        <a:rPr lang="de-DE" sz="1200" b="1"/>
                        <a:t>Implementierung</a:t>
                      </a:r>
                      <a:endParaRPr lang="de-DE" sz="1200"/>
                    </a:p>
                  </a:txBody>
                  <a:tcPr anchor="ctr"/>
                </a:tc>
                <a:tc>
                  <a:txBody>
                    <a:bodyPr/>
                    <a:lstStyle/>
                    <a:p>
                      <a:pPr>
                        <a:buNone/>
                      </a:pPr>
                      <a:r>
                        <a:rPr lang="de-DE" sz="1200"/>
                        <a:t>Visuell (Drag &amp; Drop / Dialog-basiert zum Großenteil)</a:t>
                      </a:r>
                    </a:p>
                  </a:txBody>
                  <a:tcPr anchor="ctr"/>
                </a:tc>
                <a:tc>
                  <a:txBody>
                    <a:bodyPr/>
                    <a:lstStyle/>
                    <a:p>
                      <a:pPr>
                        <a:buNone/>
                      </a:pPr>
                      <a:r>
                        <a:rPr lang="de-DE" sz="1200"/>
                        <a:t>Projektbasiert / konfigurations-getrieben (Setup durch Partner)</a:t>
                      </a:r>
                    </a:p>
                  </a:txBody>
                  <a:tcPr marL="75679" marR="75679" marT="37839" marB="37839" anchor="ctr"/>
                </a:tc>
                <a:tc>
                  <a:txBody>
                    <a:bodyPr/>
                    <a:lstStyle/>
                    <a:p>
                      <a:pPr>
                        <a:buNone/>
                      </a:pPr>
                      <a:r>
                        <a:rPr lang="de-DE" sz="1200"/>
                        <a:t>Technisch (API, Code)</a:t>
                      </a:r>
                    </a:p>
                  </a:txBody>
                  <a:tcPr anchor="ctr"/>
                </a:tc>
                <a:tc>
                  <a:txBody>
                    <a:bodyPr/>
                    <a:lstStyle/>
                    <a:p>
                      <a:pPr>
                        <a:buNone/>
                      </a:pPr>
                      <a:r>
                        <a:rPr lang="de-DE" sz="1200"/>
                        <a:t>Low-Code / Konfigurationsbasiert (Topics, Flows, Agentenlogik)</a:t>
                      </a:r>
                    </a:p>
                  </a:txBody>
                  <a:tcPr marL="74566" marR="74566" marT="37283" marB="37283" anchor="ctr"/>
                </a:tc>
                <a:extLst>
                  <a:ext uri="{0D108BD9-81ED-4DB2-BD59-A6C34878D82A}">
                    <a16:rowId xmlns:a16="http://schemas.microsoft.com/office/drawing/2014/main" val="4176748312"/>
                  </a:ext>
                </a:extLst>
              </a:tr>
              <a:tr h="381497">
                <a:tc>
                  <a:txBody>
                    <a:bodyPr/>
                    <a:lstStyle/>
                    <a:p>
                      <a:pPr>
                        <a:buNone/>
                      </a:pPr>
                      <a:r>
                        <a:rPr lang="de-DE" sz="1200" b="1"/>
                        <a:t>Time-to-Market</a:t>
                      </a:r>
                      <a:endParaRPr lang="de-DE" sz="1200"/>
                    </a:p>
                  </a:txBody>
                  <a:tcPr anchor="ctr"/>
                </a:tc>
                <a:tc>
                  <a:txBody>
                    <a:bodyPr/>
                    <a:lstStyle/>
                    <a:p>
                      <a:pPr>
                        <a:buNone/>
                      </a:pPr>
                      <a:r>
                        <a:rPr lang="de-DE" sz="1200"/>
                        <a:t>Schnell</a:t>
                      </a:r>
                    </a:p>
                  </a:txBody>
                  <a:tcPr anchor="ct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sz="1200"/>
                        <a:t>Mittel (Wochen bis wenige Monate je nach Komplexität)</a:t>
                      </a:r>
                    </a:p>
                  </a:txBody>
                  <a:tcPr marL="75679" marR="75679" marT="37839" marB="37839" anchor="ctr"/>
                </a:tc>
                <a:tc>
                  <a:txBody>
                    <a:bodyPr/>
                    <a:lstStyle/>
                    <a:p>
                      <a:pPr>
                        <a:buNone/>
                      </a:pPr>
                      <a:r>
                        <a:rPr lang="de-DE" sz="1200"/>
                        <a:t>Mittel</a:t>
                      </a:r>
                    </a:p>
                  </a:txBody>
                  <a:tcPr anchor="ctr"/>
                </a:tc>
                <a:tc>
                  <a:txBody>
                    <a:bodyPr/>
                    <a:lstStyle/>
                    <a:p>
                      <a:pPr>
                        <a:buNone/>
                      </a:pPr>
                      <a:r>
                        <a:rPr lang="de-DE" sz="1200"/>
                        <a:t>Schnell bis mittel (Tage bis Wochen abhängig von Integrationen und Wissensbasis)</a:t>
                      </a:r>
                    </a:p>
                  </a:txBody>
                  <a:tcPr marL="74566" marR="74566" marT="37283" marB="37283" anchor="ctr"/>
                </a:tc>
                <a:extLst>
                  <a:ext uri="{0D108BD9-81ED-4DB2-BD59-A6C34878D82A}">
                    <a16:rowId xmlns:a16="http://schemas.microsoft.com/office/drawing/2014/main" val="276999185"/>
                  </a:ext>
                </a:extLst>
              </a:tr>
              <a:tr h="370840">
                <a:tc>
                  <a:txBody>
                    <a:bodyPr/>
                    <a:lstStyle/>
                    <a:p>
                      <a:pPr>
                        <a:buNone/>
                      </a:pPr>
                      <a:r>
                        <a:rPr lang="de-DE" sz="1200" b="1"/>
                        <a:t>Flexibilität</a:t>
                      </a:r>
                      <a:endParaRPr lang="de-DE" sz="1200"/>
                    </a:p>
                  </a:txBody>
                  <a:tcPr anchor="ctr"/>
                </a:tc>
                <a:tc>
                  <a:txBody>
                    <a:bodyPr/>
                    <a:lstStyle/>
                    <a:p>
                      <a:pPr>
                        <a:buNone/>
                      </a:pPr>
                      <a:r>
                        <a:rPr lang="de-DE" sz="1200"/>
                        <a:t>Hoch</a:t>
                      </a:r>
                    </a:p>
                  </a:txBody>
                  <a:tcPr anchor="ctr"/>
                </a:tc>
                <a:tc>
                  <a:txBody>
                    <a:bodyPr/>
                    <a:lstStyle/>
                    <a:p>
                      <a:pPr>
                        <a:buNone/>
                      </a:pPr>
                      <a:r>
                        <a:rPr lang="de-DE" sz="1200"/>
                        <a:t>Mittel bis hoch</a:t>
                      </a:r>
                    </a:p>
                  </a:txBody>
                  <a:tcPr marL="75679" marR="75679" marT="37839" marB="37839" anchor="ctr"/>
                </a:tc>
                <a:tc>
                  <a:txBody>
                    <a:bodyPr/>
                    <a:lstStyle/>
                    <a:p>
                      <a:pPr>
                        <a:buNone/>
                      </a:pPr>
                      <a:r>
                        <a:rPr lang="de-DE" sz="1200"/>
                        <a:t>Sehr hoch</a:t>
                      </a:r>
                    </a:p>
                  </a:txBody>
                  <a:tcPr anchor="ctr"/>
                </a:tc>
                <a:tc>
                  <a:txBody>
                    <a:bodyPr/>
                    <a:lstStyle/>
                    <a:p>
                      <a:pPr>
                        <a:buNone/>
                      </a:pPr>
                      <a:r>
                        <a:rPr lang="de-DE" sz="1200"/>
                        <a:t>Sehr hoch</a:t>
                      </a:r>
                    </a:p>
                  </a:txBody>
                  <a:tcPr marL="74566" marR="74566" marT="37283" marB="37283" anchor="ctr"/>
                </a:tc>
                <a:extLst>
                  <a:ext uri="{0D108BD9-81ED-4DB2-BD59-A6C34878D82A}">
                    <a16:rowId xmlns:a16="http://schemas.microsoft.com/office/drawing/2014/main" val="921760564"/>
                  </a:ext>
                </a:extLst>
              </a:tr>
              <a:tr h="370840">
                <a:tc>
                  <a:txBody>
                    <a:bodyPr/>
                    <a:lstStyle/>
                    <a:p>
                      <a:pPr>
                        <a:buNone/>
                      </a:pPr>
                      <a:r>
                        <a:rPr lang="de-DE" sz="1200" b="1"/>
                        <a:t>Komplexe Logik</a:t>
                      </a:r>
                      <a:endParaRPr lang="de-DE" sz="1200"/>
                    </a:p>
                  </a:txBody>
                  <a:tcPr anchor="ctr"/>
                </a:tc>
                <a:tc>
                  <a:txBody>
                    <a:bodyPr/>
                    <a:lstStyle/>
                    <a:p>
                      <a:pPr>
                        <a:buNone/>
                      </a:pPr>
                      <a:r>
                        <a:rPr lang="de-DE" sz="1200"/>
                        <a:t>Gut</a:t>
                      </a:r>
                    </a:p>
                  </a:txBody>
                  <a:tcPr anchor="ctr"/>
                </a:tc>
                <a:tc>
                  <a:txBody>
                    <a:bodyPr/>
                    <a:lstStyle/>
                    <a:p>
                      <a:pPr>
                        <a:buNone/>
                      </a:pPr>
                      <a:r>
                        <a:rPr lang="de-DE" sz="1200"/>
                        <a:t>Gut bis sehr gut</a:t>
                      </a:r>
                    </a:p>
                  </a:txBody>
                  <a:tcPr marL="75679" marR="75679" marT="37839" marB="37839" anchor="ctr"/>
                </a:tc>
                <a:tc>
                  <a:txBody>
                    <a:bodyPr/>
                    <a:lstStyle/>
                    <a:p>
                      <a:pPr>
                        <a:buNone/>
                      </a:pPr>
                      <a:r>
                        <a:rPr lang="de-DE" sz="1200"/>
                        <a:t>Sehr gut</a:t>
                      </a:r>
                    </a:p>
                  </a:txBody>
                  <a:tcPr anchor="ctr"/>
                </a:tc>
                <a:tc>
                  <a:txBody>
                    <a:bodyPr/>
                    <a:lstStyle/>
                    <a:p>
                      <a:pPr>
                        <a:buNone/>
                      </a:pPr>
                      <a:r>
                        <a:rPr lang="de-DE" sz="1200"/>
                        <a:t>Sehr gut (Dialoglogik, KI-basierte Klassifikation, Aktionen, Integrationen)</a:t>
                      </a:r>
                    </a:p>
                  </a:txBody>
                  <a:tcPr marL="74566" marR="74566" marT="37283" marB="37283" anchor="ctr"/>
                </a:tc>
                <a:extLst>
                  <a:ext uri="{0D108BD9-81ED-4DB2-BD59-A6C34878D82A}">
                    <a16:rowId xmlns:a16="http://schemas.microsoft.com/office/drawing/2014/main" val="514887781"/>
                  </a:ext>
                </a:extLst>
              </a:tr>
              <a:tr h="344687">
                <a:tc>
                  <a:txBody>
                    <a:bodyPr/>
                    <a:lstStyle/>
                    <a:p>
                      <a:pPr>
                        <a:buNone/>
                      </a:pPr>
                      <a:r>
                        <a:rPr lang="de-DE" sz="1200" b="1"/>
                        <a:t>Klassisches Contact-Center-Feature-Set</a:t>
                      </a:r>
                      <a:endParaRPr lang="de-DE" sz="1200"/>
                    </a:p>
                  </a:txBody>
                  <a:tcPr anchor="ctr"/>
                </a:tc>
                <a:tc>
                  <a:txBody>
                    <a:bodyPr/>
                    <a:lstStyle/>
                    <a:p>
                      <a:pPr>
                        <a:buNone/>
                      </a:pPr>
                      <a:r>
                        <a:rPr lang="de-DE" sz="1200"/>
                        <a:t>Out-of-the-box</a:t>
                      </a:r>
                    </a:p>
                  </a:txBody>
                  <a:tcPr anchor="ctr"/>
                </a:tc>
                <a:tc>
                  <a:txBody>
                    <a:bodyPr/>
                    <a:lstStyle/>
                    <a:p>
                      <a:pPr>
                        <a:buNone/>
                      </a:pPr>
                      <a:r>
                        <a:rPr lang="de-DE" sz="1200"/>
                        <a:t>Out-of-the-box</a:t>
                      </a:r>
                    </a:p>
                  </a:txBody>
                  <a:tcPr marL="75679" marR="75679" marT="37839" marB="37839" anchor="ctr"/>
                </a:tc>
                <a:tc>
                  <a:txBody>
                    <a:bodyPr/>
                    <a:lstStyle/>
                    <a:p>
                      <a:pPr>
                        <a:buNone/>
                      </a:pPr>
                      <a:r>
                        <a:rPr lang="de-DE" sz="1200"/>
                        <a:t>Muss gebaut werden</a:t>
                      </a:r>
                    </a:p>
                  </a:txBody>
                  <a:tcPr anchor="ctr"/>
                </a:tc>
                <a:tc>
                  <a:txBody>
                    <a:bodyPr/>
                    <a:lstStyle/>
                    <a:p>
                      <a:pPr>
                        <a:buNone/>
                      </a:pPr>
                      <a:r>
                        <a:rPr lang="de-DE" sz="1200"/>
                        <a:t>Gut über Integration mit Dynamics 365 Contact Center, Teams oder Drittanbieter-SW</a:t>
                      </a:r>
                    </a:p>
                  </a:txBody>
                  <a:tcPr marL="74566" marR="74566" marT="37283" marB="37283" anchor="ctr"/>
                </a:tc>
                <a:extLst>
                  <a:ext uri="{0D108BD9-81ED-4DB2-BD59-A6C34878D82A}">
                    <a16:rowId xmlns:a16="http://schemas.microsoft.com/office/drawing/2014/main" val="611938191"/>
                  </a:ext>
                </a:extLst>
              </a:tr>
              <a:tr h="370840">
                <a:tc>
                  <a:txBody>
                    <a:bodyPr/>
                    <a:lstStyle/>
                    <a:p>
                      <a:pPr>
                        <a:buNone/>
                      </a:pPr>
                      <a:r>
                        <a:rPr lang="de-DE" sz="1200" b="1"/>
                        <a:t>Integration (CRM, Backend)</a:t>
                      </a:r>
                      <a:endParaRPr lang="de-DE" sz="1200"/>
                    </a:p>
                  </a:txBody>
                  <a:tcPr anchor="ctr"/>
                </a:tc>
                <a:tc>
                  <a:txBody>
                    <a:bodyPr/>
                    <a:lstStyle/>
                    <a:p>
                      <a:pPr>
                        <a:buNone/>
                      </a:pPr>
                      <a:r>
                        <a:rPr lang="de-DE" sz="1200"/>
                        <a:t>Gut (AWS-zentriert)</a:t>
                      </a:r>
                    </a:p>
                  </a:txBody>
                  <a:tcPr anchor="ctr"/>
                </a:tc>
                <a:tc>
                  <a:txBody>
                    <a:bodyPr/>
                    <a:lstStyle/>
                    <a:p>
                      <a:pPr>
                        <a:buNone/>
                      </a:pPr>
                      <a:r>
                        <a:rPr lang="de-DE" sz="1200"/>
                        <a:t>Gut, aber meist über definierte Schnittstellen/Projekte</a:t>
                      </a:r>
                    </a:p>
                  </a:txBody>
                  <a:tcPr marL="75679" marR="75679" marT="37839" marB="37839" anchor="ctr"/>
                </a:tc>
                <a:tc>
                  <a:txBody>
                    <a:bodyPr/>
                    <a:lstStyle/>
                    <a:p>
                      <a:pPr>
                        <a:buNone/>
                      </a:pPr>
                      <a:r>
                        <a:rPr lang="de-DE" sz="1200"/>
                        <a:t>Sehr stark (Implementierungsaufwand)</a:t>
                      </a:r>
                    </a:p>
                  </a:txBody>
                  <a:tcPr anchor="ctr"/>
                </a:tc>
                <a:tc>
                  <a:txBody>
                    <a:bodyPr/>
                    <a:lstStyle/>
                    <a:p>
                      <a:pPr>
                        <a:buNone/>
                      </a:pPr>
                      <a:r>
                        <a:rPr lang="de-DE" sz="1200" dirty="0"/>
                        <a:t>Sehr stark (Microsoft 365, Dynamics 365, Power Plattform, Azure, APIs, SharePoint)</a:t>
                      </a:r>
                    </a:p>
                  </a:txBody>
                  <a:tcPr marL="74566" marR="74566" marT="37283" marB="37283" anchor="ctr"/>
                </a:tc>
                <a:extLst>
                  <a:ext uri="{0D108BD9-81ED-4DB2-BD59-A6C34878D82A}">
                    <a16:rowId xmlns:a16="http://schemas.microsoft.com/office/drawing/2014/main" val="3590398105"/>
                  </a:ext>
                </a:extLst>
              </a:tr>
              <a:tr h="370840">
                <a:tc>
                  <a:txBody>
                    <a:bodyPr/>
                    <a:lstStyle/>
                    <a:p>
                      <a:pPr>
                        <a:buNone/>
                      </a:pPr>
                      <a:r>
                        <a:rPr lang="de-DE" sz="1200" b="1"/>
                        <a:t>Betrieb</a:t>
                      </a:r>
                      <a:endParaRPr lang="de-DE" sz="1200"/>
                    </a:p>
                  </a:txBody>
                  <a:tcPr anchor="ctr"/>
                </a:tc>
                <a:tc>
                  <a:txBody>
                    <a:bodyPr/>
                    <a:lstStyle/>
                    <a:p>
                      <a:pPr>
                        <a:buNone/>
                      </a:pPr>
                      <a:r>
                        <a:rPr lang="de-DE" sz="1200"/>
                        <a:t>Managed Service</a:t>
                      </a:r>
                    </a:p>
                  </a:txBody>
                  <a:tcPr anchor="ctr"/>
                </a:tc>
                <a:tc>
                  <a:txBody>
                    <a:bodyPr/>
                    <a:lstStyle/>
                    <a:p>
                      <a:pPr>
                        <a:buNone/>
                      </a:pPr>
                      <a:r>
                        <a:rPr lang="de-DE" sz="1200"/>
                        <a:t>Häufig Managed Service oder Hybrid (On-Prem + Provider-Hosting möglich)</a:t>
                      </a:r>
                    </a:p>
                  </a:txBody>
                  <a:tcPr marL="75679" marR="75679" marT="37839" marB="37839" anchor="ctr"/>
                </a:tc>
                <a:tc>
                  <a:txBody>
                    <a:bodyPr/>
                    <a:lstStyle/>
                    <a:p>
                      <a:pPr>
                        <a:buNone/>
                      </a:pPr>
                      <a:r>
                        <a:rPr lang="de-DE" sz="1200"/>
                        <a:t>Eigenverantwortung</a:t>
                      </a:r>
                    </a:p>
                  </a:txBody>
                  <a:tcPr anchor="ctr"/>
                </a:tc>
                <a:tc>
                  <a:txBody>
                    <a:bodyPr/>
                    <a:lstStyle/>
                    <a:p>
                      <a:pPr>
                        <a:buNone/>
                      </a:pPr>
                      <a:r>
                        <a:rPr lang="de-DE" sz="1200"/>
                        <a:t>Managed Cloud Service (Microsoft SaaS)</a:t>
                      </a:r>
                    </a:p>
                  </a:txBody>
                  <a:tcPr marL="74566" marR="74566" marT="37283" marB="37283" anchor="ctr"/>
                </a:tc>
                <a:extLst>
                  <a:ext uri="{0D108BD9-81ED-4DB2-BD59-A6C34878D82A}">
                    <a16:rowId xmlns:a16="http://schemas.microsoft.com/office/drawing/2014/main" val="3761656218"/>
                  </a:ext>
                </a:extLst>
              </a:tr>
              <a:tr h="370840">
                <a:tc>
                  <a:txBody>
                    <a:bodyPr/>
                    <a:lstStyle/>
                    <a:p>
                      <a:pPr>
                        <a:buNone/>
                      </a:pPr>
                      <a:r>
                        <a:rPr lang="de-DE" sz="1200" b="1"/>
                        <a:t>Kostenstruktur</a:t>
                      </a:r>
                      <a:endParaRPr lang="de-DE" sz="1200"/>
                    </a:p>
                  </a:txBody>
                  <a:tcPr anchor="ctr"/>
                </a:tc>
                <a:tc>
                  <a:txBody>
                    <a:bodyPr/>
                    <a:lstStyle/>
                    <a:p>
                      <a:pPr>
                        <a:buNone/>
                      </a:pPr>
                      <a:r>
                        <a:rPr lang="de-DE" sz="1200"/>
                        <a:t>nutzungsbasiert</a:t>
                      </a:r>
                    </a:p>
                  </a:txBody>
                  <a:tcPr anchor="ctr"/>
                </a:tc>
                <a:tc>
                  <a:txBody>
                    <a:bodyPr/>
                    <a:lstStyle/>
                    <a:p>
                      <a:pPr>
                        <a:buNone/>
                      </a:pPr>
                      <a:r>
                        <a:rPr lang="de-DE" sz="1200"/>
                        <a:t>Lizenz- + Projektkosten (weniger rein nutzungsbasiert, stärker vertraglich)</a:t>
                      </a:r>
                    </a:p>
                  </a:txBody>
                  <a:tcPr marL="75679" marR="75679" marT="37839" marB="37839" anchor="ctr"/>
                </a:tc>
                <a:tc>
                  <a:txBody>
                    <a:bodyPr/>
                    <a:lstStyle/>
                    <a:p>
                      <a:pPr>
                        <a:buNone/>
                      </a:pPr>
                      <a:r>
                        <a:rPr lang="de-DE" sz="1200"/>
                        <a:t>nutzungsbasiert</a:t>
                      </a:r>
                    </a:p>
                  </a:txBody>
                  <a:tcPr anchor="ctr"/>
                </a:tc>
                <a:tc>
                  <a:txBody>
                    <a:bodyPr/>
                    <a:lstStyle/>
                    <a:p>
                      <a:pPr>
                        <a:buNone/>
                      </a:pPr>
                      <a:r>
                        <a:rPr lang="de-DE" sz="1200"/>
                        <a:t>Nutzungsbasiert / Lizenzmodell abhängig von Microsoft-Vertrag und Nutzung</a:t>
                      </a:r>
                    </a:p>
                  </a:txBody>
                  <a:tcPr marL="74566" marR="74566" marT="37283" marB="37283" anchor="ctr"/>
                </a:tc>
                <a:extLst>
                  <a:ext uri="{0D108BD9-81ED-4DB2-BD59-A6C34878D82A}">
                    <a16:rowId xmlns:a16="http://schemas.microsoft.com/office/drawing/2014/main" val="3682744466"/>
                  </a:ext>
                </a:extLst>
              </a:tr>
              <a:tr h="370840">
                <a:tc>
                  <a:txBody>
                    <a:bodyPr/>
                    <a:lstStyle/>
                    <a:p>
                      <a:pPr>
                        <a:buNone/>
                      </a:pPr>
                      <a:r>
                        <a:rPr lang="de-DE" sz="1200" b="1"/>
                        <a:t>Abhängigkeit von IT</a:t>
                      </a:r>
                      <a:endParaRPr lang="de-DE" sz="1200"/>
                    </a:p>
                  </a:txBody>
                  <a:tcPr anchor="ctr"/>
                </a:tc>
                <a:tc>
                  <a:txBody>
                    <a:bodyPr/>
                    <a:lstStyle/>
                    <a:p>
                      <a:pPr>
                        <a:buNone/>
                      </a:pPr>
                      <a:r>
                        <a:rPr lang="de-DE" sz="1200"/>
                        <a:t>Mittel</a:t>
                      </a:r>
                    </a:p>
                  </a:txBody>
                  <a:tcPr anchor="ctr"/>
                </a:tc>
                <a:tc>
                  <a:txBody>
                    <a:bodyPr/>
                    <a:lstStyle/>
                    <a:p>
                      <a:pPr>
                        <a:buNone/>
                      </a:pPr>
                      <a:r>
                        <a:rPr lang="de-DE" sz="1200"/>
                        <a:t>Hoch bis sehr hoch (Konfiguration + Integrationen benötigen Unterstützung)</a:t>
                      </a:r>
                    </a:p>
                  </a:txBody>
                  <a:tcPr marL="75679" marR="75679" marT="37839" marB="37839" anchor="ctr"/>
                </a:tc>
                <a:tc>
                  <a:txBody>
                    <a:bodyPr/>
                    <a:lstStyle/>
                    <a:p>
                      <a:pPr>
                        <a:buNone/>
                      </a:pPr>
                      <a:r>
                        <a:rPr lang="de-DE" sz="1200"/>
                        <a:t>Hoch</a:t>
                      </a:r>
                    </a:p>
                  </a:txBody>
                  <a:tcPr anchor="ctr"/>
                </a:tc>
                <a:tc>
                  <a:txBody>
                    <a:bodyPr/>
                    <a:lstStyle/>
                    <a:p>
                      <a:pPr>
                        <a:buNone/>
                      </a:pPr>
                      <a:r>
                        <a:rPr lang="de-DE" sz="1200"/>
                        <a:t>Mittel (fachliche Konfiguration möglich, komplexe Integrationen benötigen IT-Unterstützung)</a:t>
                      </a:r>
                    </a:p>
                  </a:txBody>
                  <a:tcPr marL="74566" marR="74566" marT="37283" marB="37283" anchor="ctr"/>
                </a:tc>
                <a:extLst>
                  <a:ext uri="{0D108BD9-81ED-4DB2-BD59-A6C34878D82A}">
                    <a16:rowId xmlns:a16="http://schemas.microsoft.com/office/drawing/2014/main" val="3035793378"/>
                  </a:ext>
                </a:extLst>
              </a:tr>
            </a:tbl>
          </a:graphicData>
        </a:graphic>
      </p:graphicFrame>
      <p:sp>
        <p:nvSpPr>
          <p:cNvPr id="5" name="Datumsplatzhalter 4">
            <a:extLst>
              <a:ext uri="{FF2B5EF4-FFF2-40B4-BE49-F238E27FC236}">
                <a16:creationId xmlns:a16="http://schemas.microsoft.com/office/drawing/2014/main" id="{0447292D-7D37-8A2D-7638-691E4AEA1C36}"/>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C577F2A4-4E6E-732C-6F33-E2DE3292E97B}"/>
              </a:ext>
            </a:extLst>
          </p:cNvPr>
          <p:cNvSpPr>
            <a:spLocks noGrp="1"/>
          </p:cNvSpPr>
          <p:nvPr>
            <p:ph type="ftr" sz="quarter" idx="19"/>
          </p:nvPr>
        </p:nvSpPr>
        <p:spPr/>
        <p:txBody>
          <a:bodyPr/>
          <a:lstStyle/>
          <a:p>
            <a:r>
              <a:rPr lang="de-DE"/>
              <a:t>mosaiic GmbH  |</a:t>
            </a:r>
          </a:p>
        </p:txBody>
      </p:sp>
      <p:sp>
        <p:nvSpPr>
          <p:cNvPr id="7" name="Foliennummernplatzhalter 6">
            <a:extLst>
              <a:ext uri="{FF2B5EF4-FFF2-40B4-BE49-F238E27FC236}">
                <a16:creationId xmlns:a16="http://schemas.microsoft.com/office/drawing/2014/main" id="{484F00EB-3A92-DB41-848C-136ACCAD8979}"/>
              </a:ext>
            </a:extLst>
          </p:cNvPr>
          <p:cNvSpPr>
            <a:spLocks noGrp="1"/>
          </p:cNvSpPr>
          <p:nvPr>
            <p:ph type="sldNum" sz="quarter" idx="20"/>
          </p:nvPr>
        </p:nvSpPr>
        <p:spPr/>
        <p:txBody>
          <a:bodyPr/>
          <a:lstStyle/>
          <a:p>
            <a:fld id="{F4B5F3EB-31C7-4555-828E-971415072856}" type="slidenum">
              <a:rPr lang="de-DE" smtClean="0"/>
              <a:pPr/>
              <a:t>31</a:t>
            </a:fld>
            <a:endParaRPr lang="de-DE"/>
          </a:p>
        </p:txBody>
      </p:sp>
      <p:pic>
        <p:nvPicPr>
          <p:cNvPr id="1026" name="Picture 2" descr="Communications APIs with AI and data for SMS, Voice, Email | Twilio">
            <a:extLst>
              <a:ext uri="{FF2B5EF4-FFF2-40B4-BE49-F238E27FC236}">
                <a16:creationId xmlns:a16="http://schemas.microsoft.com/office/drawing/2014/main" id="{04120673-97EE-6A1D-9326-5C3E4263DA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0228" y="1228444"/>
            <a:ext cx="777322" cy="280584"/>
          </a:xfrm>
          <a:prstGeom prst="rect">
            <a:avLst/>
          </a:prstGeom>
          <a:noFill/>
          <a:extLst>
            <a:ext uri="{909E8E84-426E-40DD-AFC4-6F175D3DCCD1}">
              <a14:hiddenFill xmlns:a14="http://schemas.microsoft.com/office/drawing/2010/main">
                <a:solidFill>
                  <a:srgbClr val="FFFFFF"/>
                </a:solidFill>
              </a14:hiddenFill>
            </a:ext>
          </a:extLst>
        </p:spPr>
      </p:pic>
      <p:pic>
        <p:nvPicPr>
          <p:cNvPr id="15" name="Grafik 14">
            <a:extLst>
              <a:ext uri="{FF2B5EF4-FFF2-40B4-BE49-F238E27FC236}">
                <a16:creationId xmlns:a16="http://schemas.microsoft.com/office/drawing/2014/main" id="{13B5EBE3-4480-2750-53B8-51B827C1CD3E}"/>
              </a:ext>
            </a:extLst>
          </p:cNvPr>
          <p:cNvPicPr>
            <a:picLocks noChangeAspect="1"/>
          </p:cNvPicPr>
          <p:nvPr/>
        </p:nvPicPr>
        <p:blipFill>
          <a:blip r:embed="rId3"/>
          <a:stretch>
            <a:fillRect/>
          </a:stretch>
        </p:blipFill>
        <p:spPr>
          <a:xfrm>
            <a:off x="2804804" y="1228444"/>
            <a:ext cx="856007" cy="274015"/>
          </a:xfrm>
          <a:prstGeom prst="rect">
            <a:avLst/>
          </a:prstGeom>
        </p:spPr>
      </p:pic>
      <p:pic>
        <p:nvPicPr>
          <p:cNvPr id="17" name="Grafik 16">
            <a:extLst>
              <a:ext uri="{FF2B5EF4-FFF2-40B4-BE49-F238E27FC236}">
                <a16:creationId xmlns:a16="http://schemas.microsoft.com/office/drawing/2014/main" id="{9BD041C0-9940-75E4-38DC-F27C55019E3D}"/>
              </a:ext>
            </a:extLst>
          </p:cNvPr>
          <p:cNvPicPr>
            <a:picLocks noChangeAspect="1"/>
          </p:cNvPicPr>
          <p:nvPr/>
        </p:nvPicPr>
        <p:blipFill>
          <a:blip r:embed="rId4"/>
          <a:stretch>
            <a:fillRect/>
          </a:stretch>
        </p:blipFill>
        <p:spPr>
          <a:xfrm>
            <a:off x="5476670" y="1220929"/>
            <a:ext cx="915021" cy="279773"/>
          </a:xfrm>
          <a:prstGeom prst="rect">
            <a:avLst/>
          </a:prstGeom>
        </p:spPr>
      </p:pic>
      <p:pic>
        <p:nvPicPr>
          <p:cNvPr id="16" name="Grafik 15">
            <a:extLst>
              <a:ext uri="{FF2B5EF4-FFF2-40B4-BE49-F238E27FC236}">
                <a16:creationId xmlns:a16="http://schemas.microsoft.com/office/drawing/2014/main" id="{FC165E1E-BACA-0EA0-9E10-41FB47FC22A0}"/>
              </a:ext>
            </a:extLst>
          </p:cNvPr>
          <p:cNvPicPr>
            <a:picLocks noChangeAspect="1"/>
          </p:cNvPicPr>
          <p:nvPr/>
        </p:nvPicPr>
        <p:blipFill>
          <a:blip r:embed="rId5"/>
          <a:stretch>
            <a:fillRect/>
          </a:stretch>
        </p:blipFill>
        <p:spPr>
          <a:xfrm>
            <a:off x="11035663" y="1191728"/>
            <a:ext cx="338174" cy="338174"/>
          </a:xfrm>
          <a:prstGeom prst="rect">
            <a:avLst/>
          </a:prstGeom>
        </p:spPr>
      </p:pic>
    </p:spTree>
    <p:extLst>
      <p:ext uri="{BB962C8B-B14F-4D97-AF65-F5344CB8AC3E}">
        <p14:creationId xmlns:p14="http://schemas.microsoft.com/office/powerpoint/2010/main" val="20322067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CCB1A8-007E-E696-CF4C-C359C88A007F}"/>
              </a:ext>
            </a:extLst>
          </p:cNvPr>
          <p:cNvSpPr>
            <a:spLocks noGrp="1"/>
          </p:cNvSpPr>
          <p:nvPr>
            <p:ph type="title"/>
          </p:nvPr>
        </p:nvSpPr>
        <p:spPr/>
        <p:txBody>
          <a:bodyPr/>
          <a:lstStyle/>
          <a:p>
            <a:r>
              <a:rPr lang="de-DE"/>
              <a:t>Potenzielle Lösungen - Bewertung</a:t>
            </a:r>
          </a:p>
        </p:txBody>
      </p:sp>
      <p:sp>
        <p:nvSpPr>
          <p:cNvPr id="3" name="Textplatzhalter 2">
            <a:extLst>
              <a:ext uri="{FF2B5EF4-FFF2-40B4-BE49-F238E27FC236}">
                <a16:creationId xmlns:a16="http://schemas.microsoft.com/office/drawing/2014/main" id="{1B34825D-55BF-E69A-578C-EED062462A5B}"/>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01037D0A-41DA-37D8-AE72-80F57250991D}"/>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94358C8D-03AF-7008-DAA9-9A9B0397DB96}"/>
              </a:ext>
            </a:extLst>
          </p:cNvPr>
          <p:cNvSpPr>
            <a:spLocks noGrp="1"/>
          </p:cNvSpPr>
          <p:nvPr>
            <p:ph type="ftr" sz="quarter" idx="19"/>
          </p:nvPr>
        </p:nvSpPr>
        <p:spPr/>
        <p:txBody>
          <a:bodyPr/>
          <a:lstStyle/>
          <a:p>
            <a:r>
              <a:rPr lang="de-DE"/>
              <a:t>mosaiic GmbH  |</a:t>
            </a:r>
          </a:p>
        </p:txBody>
      </p:sp>
      <p:sp>
        <p:nvSpPr>
          <p:cNvPr id="7" name="Foliennummernplatzhalter 6">
            <a:extLst>
              <a:ext uri="{FF2B5EF4-FFF2-40B4-BE49-F238E27FC236}">
                <a16:creationId xmlns:a16="http://schemas.microsoft.com/office/drawing/2014/main" id="{78341CB9-4FF7-8F03-97A3-F454F194A32F}"/>
              </a:ext>
            </a:extLst>
          </p:cNvPr>
          <p:cNvSpPr>
            <a:spLocks noGrp="1"/>
          </p:cNvSpPr>
          <p:nvPr>
            <p:ph type="sldNum" sz="quarter" idx="20"/>
          </p:nvPr>
        </p:nvSpPr>
        <p:spPr/>
        <p:txBody>
          <a:bodyPr/>
          <a:lstStyle/>
          <a:p>
            <a:fld id="{F4B5F3EB-31C7-4555-828E-971415072856}" type="slidenum">
              <a:rPr lang="de-DE" smtClean="0"/>
              <a:pPr/>
              <a:t>32</a:t>
            </a:fld>
            <a:endParaRPr lang="de-DE"/>
          </a:p>
        </p:txBody>
      </p:sp>
      <p:graphicFrame>
        <p:nvGraphicFramePr>
          <p:cNvPr id="11" name="Inhaltsplatzhalter 7">
            <a:extLst>
              <a:ext uri="{FF2B5EF4-FFF2-40B4-BE49-F238E27FC236}">
                <a16:creationId xmlns:a16="http://schemas.microsoft.com/office/drawing/2014/main" id="{2C8F3BCE-CB6C-C7BA-D061-C0703DE4D414}"/>
              </a:ext>
            </a:extLst>
          </p:cNvPr>
          <p:cNvGraphicFramePr>
            <a:graphicFrameLocks noGrp="1"/>
          </p:cNvGraphicFramePr>
          <p:nvPr>
            <p:ph sz="quarter" idx="17"/>
            <p:extLst>
              <p:ext uri="{D42A27DB-BD31-4B8C-83A1-F6EECF244321}">
                <p14:modId xmlns:p14="http://schemas.microsoft.com/office/powerpoint/2010/main" val="2752458468"/>
              </p:ext>
            </p:extLst>
          </p:nvPr>
        </p:nvGraphicFramePr>
        <p:xfrm>
          <a:off x="383113" y="1052963"/>
          <a:ext cx="11434760" cy="5697809"/>
        </p:xfrm>
        <a:graphic>
          <a:graphicData uri="http://schemas.openxmlformats.org/drawingml/2006/table">
            <a:tbl>
              <a:tblPr firstRow="1" bandRow="1">
                <a:tableStyleId>{5C22544A-7EE6-4342-B048-85BDC9FD1C3A}</a:tableStyleId>
              </a:tblPr>
              <a:tblGrid>
                <a:gridCol w="493187">
                  <a:extLst>
                    <a:ext uri="{9D8B030D-6E8A-4147-A177-3AD203B41FA5}">
                      <a16:colId xmlns:a16="http://schemas.microsoft.com/office/drawing/2014/main" val="4242800081"/>
                    </a:ext>
                  </a:extLst>
                </a:gridCol>
                <a:gridCol w="3143250">
                  <a:extLst>
                    <a:ext uri="{9D8B030D-6E8A-4147-A177-3AD203B41FA5}">
                      <a16:colId xmlns:a16="http://schemas.microsoft.com/office/drawing/2014/main" val="4170788254"/>
                    </a:ext>
                  </a:extLst>
                </a:gridCol>
                <a:gridCol w="1917700">
                  <a:extLst>
                    <a:ext uri="{9D8B030D-6E8A-4147-A177-3AD203B41FA5}">
                      <a16:colId xmlns:a16="http://schemas.microsoft.com/office/drawing/2014/main" val="3041952293"/>
                    </a:ext>
                  </a:extLst>
                </a:gridCol>
                <a:gridCol w="2381250">
                  <a:extLst>
                    <a:ext uri="{9D8B030D-6E8A-4147-A177-3AD203B41FA5}">
                      <a16:colId xmlns:a16="http://schemas.microsoft.com/office/drawing/2014/main" val="679678248"/>
                    </a:ext>
                  </a:extLst>
                </a:gridCol>
                <a:gridCol w="3499373">
                  <a:extLst>
                    <a:ext uri="{9D8B030D-6E8A-4147-A177-3AD203B41FA5}">
                      <a16:colId xmlns:a16="http://schemas.microsoft.com/office/drawing/2014/main" val="3607803229"/>
                    </a:ext>
                  </a:extLst>
                </a:gridCol>
              </a:tblGrid>
              <a:tr h="531449">
                <a:tc>
                  <a:txBody>
                    <a:bodyPr/>
                    <a:lstStyle/>
                    <a:p>
                      <a:pPr>
                        <a:buNone/>
                      </a:pPr>
                      <a:endParaRPr lang="de-DE" sz="1200"/>
                    </a:p>
                  </a:txBody>
                  <a:tcPr anchor="ctr"/>
                </a:tc>
                <a:tc>
                  <a:txBody>
                    <a:bodyPr/>
                    <a:lstStyle/>
                    <a:p>
                      <a:pPr>
                        <a:buNone/>
                      </a:pPr>
                      <a:r>
                        <a:rPr lang="de-DE" sz="1200"/>
                        <a:t>Amazon Connect</a:t>
                      </a:r>
                    </a:p>
                  </a:txBody>
                  <a:tcPr anchor="ctr"/>
                </a:tc>
                <a:tc>
                  <a:txBody>
                    <a:bodyPr/>
                    <a:lstStyle/>
                    <a:p>
                      <a:pPr>
                        <a:buNone/>
                      </a:pPr>
                      <a:r>
                        <a:rPr lang="de-DE" sz="1200" err="1"/>
                        <a:t>Sikom</a:t>
                      </a:r>
                      <a:endParaRPr lang="de-DE" sz="1200"/>
                    </a:p>
                  </a:txBody>
                  <a:tcPr anchor="ctr"/>
                </a:tc>
                <a:tc>
                  <a:txBody>
                    <a:bodyPr/>
                    <a:lstStyle/>
                    <a:p>
                      <a:pPr>
                        <a:buNone/>
                      </a:pPr>
                      <a:r>
                        <a:rPr lang="de-DE" sz="1200" err="1"/>
                        <a:t>Twilio</a:t>
                      </a:r>
                      <a:endParaRPr lang="de-DE" sz="1200"/>
                    </a:p>
                  </a:txBody>
                  <a:tcPr anchor="ctr"/>
                </a:tc>
                <a:tc>
                  <a:txBody>
                    <a:bodyPr/>
                    <a:lstStyle/>
                    <a:p>
                      <a:r>
                        <a:rPr lang="de-DE" sz="1200"/>
                        <a:t>Microsoft Copilot Studio Voice</a:t>
                      </a:r>
                    </a:p>
                  </a:txBody>
                  <a:tcPr anchor="ctr"/>
                </a:tc>
                <a:extLst>
                  <a:ext uri="{0D108BD9-81ED-4DB2-BD59-A6C34878D82A}">
                    <a16:rowId xmlns:a16="http://schemas.microsoft.com/office/drawing/2014/main" val="3292021495"/>
                  </a:ext>
                </a:extLst>
              </a:tr>
              <a:tr h="0">
                <a:tc>
                  <a:txBody>
                    <a:bodyPr/>
                    <a:lstStyle/>
                    <a:p>
                      <a:pPr>
                        <a:buNone/>
                      </a:pPr>
                      <a:r>
                        <a:rPr lang="de-DE" sz="1200" b="1"/>
                        <a:t>Stärken</a:t>
                      </a:r>
                      <a:endParaRPr lang="de-DE" sz="1200"/>
                    </a:p>
                  </a:txBody>
                  <a:tcPr vert="vert270" anchor="ctr"/>
                </a:tc>
                <a:tc>
                  <a:txBody>
                    <a:bodyPr/>
                    <a:lstStyle/>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Cloud‑native </a:t>
                      </a:r>
                      <a:r>
                        <a:rPr lang="de-DE" sz="1200" kern="1200" err="1">
                          <a:solidFill>
                            <a:schemeClr val="dk1"/>
                          </a:solidFill>
                          <a:latin typeface="+mn-lt"/>
                          <a:ea typeface="+mn-ea"/>
                          <a:cs typeface="+mn-cs"/>
                        </a:rPr>
                        <a:t>CCaaS</a:t>
                      </a:r>
                      <a:r>
                        <a:rPr lang="de-DE" sz="1200" kern="1200">
                          <a:solidFill>
                            <a:schemeClr val="dk1"/>
                          </a:solidFill>
                          <a:latin typeface="+mn-lt"/>
                          <a:ea typeface="+mn-ea"/>
                          <a:cs typeface="+mn-cs"/>
                        </a:rPr>
                        <a:t> mit schneller Betriebsbereitschaft („Day‑1‑go‑live“)</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Hochverfügbarkeit ohne Infrastrukturmanagement</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Gute Standardfunktionen für einfache bis mittlere Contact‑Center‑Use‑Cases und KI-Erweiterungen</a:t>
                      </a:r>
                    </a:p>
                  </a:txBody>
                  <a:tcPr anchor="ctr"/>
                </a:tc>
                <a:tc>
                  <a:txBody>
                    <a:bodyPr/>
                    <a:lstStyle/>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Out-of-the-Box DSGVO-konforme Architektur</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Gute Steuerbarkeit komplexer </a:t>
                      </a:r>
                      <a:r>
                        <a:rPr lang="de-DE" sz="1200" kern="1200" err="1">
                          <a:solidFill>
                            <a:schemeClr val="dk1"/>
                          </a:solidFill>
                          <a:latin typeface="+mn-lt"/>
                          <a:ea typeface="+mn-ea"/>
                          <a:cs typeface="+mn-cs"/>
                        </a:rPr>
                        <a:t>Callflows</a:t>
                      </a:r>
                      <a:r>
                        <a:rPr lang="de-DE" sz="1200" kern="1200">
                          <a:solidFill>
                            <a:schemeClr val="dk1"/>
                          </a:solidFill>
                          <a:latin typeface="+mn-lt"/>
                          <a:ea typeface="+mn-ea"/>
                          <a:cs typeface="+mn-cs"/>
                        </a:rPr>
                        <a:t> ohne KI-Abhängigkeit</a:t>
                      </a:r>
                    </a:p>
                  </a:txBody>
                  <a:tcPr marL="75679" marR="75679" marT="37839" marB="37839" anchor="ctr"/>
                </a:tc>
                <a:tc>
                  <a:txBody>
                    <a:bodyPr/>
                    <a:lstStyle/>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Sehr hohe Flexibilität durch API‑</a:t>
                      </a:r>
                      <a:r>
                        <a:rPr lang="de-DE" sz="1200" kern="1200" err="1">
                          <a:solidFill>
                            <a:schemeClr val="dk1"/>
                          </a:solidFill>
                          <a:latin typeface="+mn-lt"/>
                          <a:ea typeface="+mn-ea"/>
                          <a:cs typeface="+mn-cs"/>
                        </a:rPr>
                        <a:t>first</a:t>
                      </a:r>
                      <a:r>
                        <a:rPr lang="de-DE" sz="1200" kern="1200">
                          <a:solidFill>
                            <a:schemeClr val="dk1"/>
                          </a:solidFill>
                          <a:latin typeface="+mn-lt"/>
                          <a:ea typeface="+mn-ea"/>
                          <a:cs typeface="+mn-cs"/>
                        </a:rPr>
                        <a:t>‑Ansatz</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Feinste Steuerung von </a:t>
                      </a:r>
                      <a:r>
                        <a:rPr lang="de-DE" sz="1200" kern="1200" err="1">
                          <a:solidFill>
                            <a:schemeClr val="dk1"/>
                          </a:solidFill>
                          <a:latin typeface="+mn-lt"/>
                          <a:ea typeface="+mn-ea"/>
                          <a:cs typeface="+mn-cs"/>
                        </a:rPr>
                        <a:t>Callflows</a:t>
                      </a:r>
                      <a:r>
                        <a:rPr lang="de-DE" sz="1200" kern="1200">
                          <a:solidFill>
                            <a:schemeClr val="dk1"/>
                          </a:solidFill>
                          <a:latin typeface="+mn-lt"/>
                          <a:ea typeface="+mn-ea"/>
                          <a:cs typeface="+mn-cs"/>
                        </a:rPr>
                        <a:t>, Events und Integrationen möglich</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Ideal für hochindividuelle Kommunikationslogik</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Breite </a:t>
                      </a:r>
                      <a:r>
                        <a:rPr lang="de-DE" sz="1200" kern="1200" err="1">
                          <a:solidFill>
                            <a:schemeClr val="dk1"/>
                          </a:solidFill>
                          <a:latin typeface="+mn-lt"/>
                          <a:ea typeface="+mn-ea"/>
                          <a:cs typeface="+mn-cs"/>
                        </a:rPr>
                        <a:t>Multichannel</a:t>
                      </a:r>
                      <a:r>
                        <a:rPr lang="de-DE" sz="1200" kern="1200">
                          <a:solidFill>
                            <a:schemeClr val="dk1"/>
                          </a:solidFill>
                          <a:latin typeface="+mn-lt"/>
                          <a:ea typeface="+mn-ea"/>
                          <a:cs typeface="+mn-cs"/>
                        </a:rPr>
                        <a:t>‑</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Unterstützung (Voice, SMS, WhatsApp, E‑Mail etc.)</a:t>
                      </a:r>
                    </a:p>
                  </a:txBody>
                  <a:tcPr anchor="ctr"/>
                </a:tc>
                <a:tc>
                  <a:txBody>
                    <a:bodyPr/>
                    <a:lstStyle/>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KI-basierter Voice-Agent mit natürlicher Sprachverarbeitung statt starrer IVR-Menüs</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Hoher Automatisierungsgrad durch </a:t>
                      </a:r>
                      <a:r>
                        <a:rPr lang="de-DE" sz="1200" kern="1200" err="1">
                          <a:solidFill>
                            <a:schemeClr val="dk1"/>
                          </a:solidFill>
                          <a:latin typeface="+mn-lt"/>
                          <a:ea typeface="+mn-ea"/>
                          <a:cs typeface="+mn-cs"/>
                        </a:rPr>
                        <a:t>Intent</a:t>
                      </a:r>
                      <a:r>
                        <a:rPr lang="de-DE" sz="1200" kern="1200">
                          <a:solidFill>
                            <a:schemeClr val="dk1"/>
                          </a:solidFill>
                          <a:latin typeface="+mn-lt"/>
                          <a:ea typeface="+mn-ea"/>
                          <a:cs typeface="+mn-cs"/>
                        </a:rPr>
                        <a:t>-Erkennung, Wissenszugriff und autonome Bearbeitung von Standardanfragen</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Schnelle Umsetzung von Use Cases über Low-Code-Konfiguration</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Sehr gute Integration in MS Ökosystem</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Kombination aus Self-Service und gezielter Übergabe an Mitarbeiter möglich</a:t>
                      </a:r>
                    </a:p>
                  </a:txBody>
                  <a:tcPr anchor="ctr"/>
                </a:tc>
                <a:extLst>
                  <a:ext uri="{0D108BD9-81ED-4DB2-BD59-A6C34878D82A}">
                    <a16:rowId xmlns:a16="http://schemas.microsoft.com/office/drawing/2014/main" val="1912934452"/>
                  </a:ext>
                </a:extLst>
              </a:tr>
              <a:tr h="370840">
                <a:tc>
                  <a:txBody>
                    <a:bodyPr/>
                    <a:lstStyle/>
                    <a:p>
                      <a:pPr>
                        <a:buNone/>
                      </a:pPr>
                      <a:r>
                        <a:rPr lang="de-DE" sz="1200" b="1"/>
                        <a:t>Schwächen</a:t>
                      </a:r>
                      <a:endParaRPr lang="de-DE" sz="1200"/>
                    </a:p>
                  </a:txBody>
                  <a:tcPr vert="vert270" anchor="ctr">
                    <a:lnB w="12700" cmpd="sng">
                      <a:noFill/>
                    </a:lnB>
                  </a:tcPr>
                </a:tc>
                <a:tc>
                  <a:txBody>
                    <a:bodyPr/>
                    <a:lstStyle/>
                    <a:p>
                      <a:pPr marL="177800" indent="-177800" algn="l" defTabSz="914377" rtl="0" eaLnBrk="1" latinLnBrk="0" hangingPunct="1">
                        <a:buFont typeface="Arial" panose="020B0604020202020204" pitchFamily="34" charset="0"/>
                        <a:buChar char="•"/>
                      </a:pPr>
                      <a:r>
                        <a:rPr lang="de-DE" sz="1200" kern="1200" err="1">
                          <a:solidFill>
                            <a:schemeClr val="dk1"/>
                          </a:solidFill>
                          <a:latin typeface="+mn-lt"/>
                          <a:ea typeface="+mn-ea"/>
                          <a:cs typeface="+mn-cs"/>
                        </a:rPr>
                        <a:t>Callflows</a:t>
                      </a:r>
                      <a:r>
                        <a:rPr lang="de-DE" sz="1200" kern="1200">
                          <a:solidFill>
                            <a:schemeClr val="dk1"/>
                          </a:solidFill>
                          <a:latin typeface="+mn-lt"/>
                          <a:ea typeface="+mn-ea"/>
                          <a:cs typeface="+mn-cs"/>
                        </a:rPr>
                        <a:t> primär visuell und zustandsbasiert, limitierte Detailsteuerung bei komplexer Fachlogik</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Geringere Transparenz und Nachvollziehbarkeit bei sehr individuellen Routing‑ oder Eskalationsregeln</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Stark AWS‑zentrisch </a:t>
                      </a:r>
                      <a:r>
                        <a:rPr lang="de-DE" sz="1200" kern="1200">
                          <a:solidFill>
                            <a:schemeClr val="dk1"/>
                          </a:solidFill>
                          <a:latin typeface="+mn-lt"/>
                          <a:ea typeface="+mn-ea"/>
                          <a:cs typeface="+mn-cs"/>
                          <a:sym typeface="Wingdings" panose="05000000000000000000" pitchFamily="2" charset="2"/>
                        </a:rPr>
                        <a:t></a:t>
                      </a:r>
                      <a:r>
                        <a:rPr lang="de-DE" sz="1200" kern="1200">
                          <a:solidFill>
                            <a:schemeClr val="dk1"/>
                          </a:solidFill>
                          <a:latin typeface="+mn-lt"/>
                          <a:ea typeface="+mn-ea"/>
                          <a:cs typeface="+mn-cs"/>
                        </a:rPr>
                        <a:t> Vendor‑Lock‑in‑Risiko</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Erweiterungen komplexer Logik meist nur über Code realisierbar</a:t>
                      </a:r>
                    </a:p>
                  </a:txBody>
                  <a:tcPr anchor="ctr">
                    <a:lnB w="12700" cmpd="sng">
                      <a:noFill/>
                    </a:lnB>
                  </a:tcPr>
                </a:tc>
                <a:tc>
                  <a:txBody>
                    <a:bodyPr/>
                    <a:lstStyle/>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Geringere Modernität im UI/UX im Vergleich zu Cloud-SaaS, wie </a:t>
                      </a:r>
                      <a:r>
                        <a:rPr lang="de-DE" sz="1200" kern="1200" err="1">
                          <a:solidFill>
                            <a:schemeClr val="dk1"/>
                          </a:solidFill>
                          <a:latin typeface="+mn-lt"/>
                          <a:ea typeface="+mn-ea"/>
                          <a:cs typeface="+mn-cs"/>
                        </a:rPr>
                        <a:t>Twilio</a:t>
                      </a:r>
                      <a:endParaRPr lang="de-DE" sz="1200" kern="1200">
                        <a:solidFill>
                          <a:schemeClr val="dk1"/>
                        </a:solidFill>
                        <a:latin typeface="+mn-lt"/>
                        <a:ea typeface="+mn-ea"/>
                        <a:cs typeface="+mn-cs"/>
                      </a:endParaRP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Höherer Implementierungs- und Projektaufwand</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Weniger „</a:t>
                      </a:r>
                      <a:r>
                        <a:rPr lang="de-DE" sz="1200" kern="1200" err="1">
                          <a:solidFill>
                            <a:schemeClr val="dk1"/>
                          </a:solidFill>
                          <a:latin typeface="+mn-lt"/>
                          <a:ea typeface="+mn-ea"/>
                          <a:cs typeface="+mn-cs"/>
                        </a:rPr>
                        <a:t>self</a:t>
                      </a:r>
                      <a:r>
                        <a:rPr lang="de-DE" sz="1200" kern="1200">
                          <a:solidFill>
                            <a:schemeClr val="dk1"/>
                          </a:solidFill>
                          <a:latin typeface="+mn-lt"/>
                          <a:ea typeface="+mn-ea"/>
                          <a:cs typeface="+mn-cs"/>
                        </a:rPr>
                        <a:t>-service“ / weniger schnell konfigurierbar als SaaS-first Systeme</a:t>
                      </a:r>
                    </a:p>
                  </a:txBody>
                  <a:tcPr marL="75679" marR="75679" marT="37839" marB="37839" anchor="ctr">
                    <a:lnB w="12700" cmpd="sng">
                      <a:noFill/>
                    </a:lnB>
                  </a:tcPr>
                </a:tc>
                <a:tc>
                  <a:txBody>
                    <a:bodyPr/>
                    <a:lstStyle/>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Kein klassisches Out‑of‑the‑Box‑Contact‑Center </a:t>
                      </a:r>
                      <a:r>
                        <a:rPr lang="de-DE" sz="1200" kern="1200">
                          <a:solidFill>
                            <a:schemeClr val="dk1"/>
                          </a:solidFill>
                          <a:latin typeface="+mn-lt"/>
                          <a:ea typeface="+mn-ea"/>
                          <a:cs typeface="+mn-cs"/>
                          <a:sym typeface="Wingdings" panose="05000000000000000000" pitchFamily="2" charset="2"/>
                        </a:rPr>
                        <a:t></a:t>
                      </a:r>
                      <a:r>
                        <a:rPr lang="de-DE" sz="1200" kern="1200">
                          <a:solidFill>
                            <a:schemeClr val="dk1"/>
                          </a:solidFill>
                          <a:latin typeface="+mn-lt"/>
                          <a:ea typeface="+mn-ea"/>
                          <a:cs typeface="+mn-cs"/>
                        </a:rPr>
                        <a:t> vieles muss selbst gebaut werden</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Hoher Design‑, </a:t>
                      </a:r>
                      <a:r>
                        <a:rPr lang="de-DE" sz="1200" kern="1200" err="1">
                          <a:solidFill>
                            <a:schemeClr val="dk1"/>
                          </a:solidFill>
                          <a:latin typeface="+mn-lt"/>
                          <a:ea typeface="+mn-ea"/>
                          <a:cs typeface="+mn-cs"/>
                        </a:rPr>
                        <a:t>Entwicklungs</a:t>
                      </a:r>
                      <a:r>
                        <a:rPr lang="de-DE" sz="1200" kern="1200">
                          <a:solidFill>
                            <a:schemeClr val="dk1"/>
                          </a:solidFill>
                          <a:latin typeface="+mn-lt"/>
                          <a:ea typeface="+mn-ea"/>
                          <a:cs typeface="+mn-cs"/>
                        </a:rPr>
                        <a:t>‑ und Testaufwand</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Technisches Know‑how erforderlich (Dev‑lastig)</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Governance, Compliance, DSGVO müssen aktiv konzipiert werden</a:t>
                      </a:r>
                    </a:p>
                  </a:txBody>
                  <a:tcPr anchor="ctr">
                    <a:lnB w="12700" cmpd="sng">
                      <a:noFill/>
                    </a:lnB>
                  </a:tcPr>
                </a:tc>
                <a:tc>
                  <a:txBody>
                    <a:bodyPr/>
                    <a:lstStyle/>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Weniger geeignet als reines klassisches Contact-Center-System ohne zusätzliche Plattformintegration</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Abhängigkeit vom Microsoft-Ökosystem und vorhandenen Lizenzen</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Erfolgsfaktor ist die Qualität der Wissensbasis und Prozessmodellierung</a:t>
                      </a:r>
                    </a:p>
                    <a:p>
                      <a:pPr marL="177800" indent="-177800" algn="l" defTabSz="914377" rtl="0" eaLnBrk="1" latinLnBrk="0" hangingPunct="1">
                        <a:buFont typeface="Arial" panose="020B0604020202020204" pitchFamily="34" charset="0"/>
                        <a:buChar char="•"/>
                      </a:pPr>
                      <a:r>
                        <a:rPr lang="de-DE" sz="1200" kern="1200">
                          <a:solidFill>
                            <a:schemeClr val="dk1"/>
                          </a:solidFill>
                          <a:latin typeface="+mn-lt"/>
                          <a:ea typeface="+mn-ea"/>
                          <a:cs typeface="+mn-cs"/>
                        </a:rPr>
                        <a:t>Komplexe Backend-Integrationen benötigen weiterhin technische Umsetzung</a:t>
                      </a:r>
                    </a:p>
                  </a:txBody>
                  <a:tcPr anchor="ctr">
                    <a:lnB w="12700" cmpd="sng">
                      <a:noFill/>
                    </a:lnB>
                  </a:tcPr>
                </a:tc>
                <a:extLst>
                  <a:ext uri="{0D108BD9-81ED-4DB2-BD59-A6C34878D82A}">
                    <a16:rowId xmlns:a16="http://schemas.microsoft.com/office/drawing/2014/main" val="4176748312"/>
                  </a:ext>
                </a:extLst>
              </a:tr>
              <a:tr h="0">
                <a:tc>
                  <a:txBody>
                    <a:bodyPr/>
                    <a:lstStyle/>
                    <a:p>
                      <a:pPr>
                        <a:buNone/>
                      </a:pPr>
                      <a:endParaRPr lang="de-DE" sz="300"/>
                    </a:p>
                  </a:txBody>
                  <a:tcPr vert="vert27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indent="0">
                        <a:buFont typeface="Arial" panose="020B0604020202020204" pitchFamily="34" charset="0"/>
                        <a:buNone/>
                      </a:pPr>
                      <a:endParaRPr lang="de-DE" sz="30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buNone/>
                      </a:pPr>
                      <a:endParaRPr lang="de-DE" sz="300"/>
                    </a:p>
                  </a:txBody>
                  <a:tcPr marL="75679" marR="75679" marT="37839" marB="37839"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indent="0">
                        <a:buFont typeface="Arial" panose="020B0604020202020204" pitchFamily="34" charset="0"/>
                        <a:buNone/>
                      </a:pPr>
                      <a:endParaRPr lang="de-DE" sz="30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endParaRPr lang="de-DE" sz="300"/>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20525240"/>
                  </a:ext>
                </a:extLst>
              </a:tr>
              <a:tr h="381497">
                <a:tc>
                  <a:txBody>
                    <a:bodyPr/>
                    <a:lstStyle/>
                    <a:p>
                      <a:pPr>
                        <a:buNone/>
                      </a:pPr>
                      <a:r>
                        <a:rPr lang="de-DE" sz="1200" b="1"/>
                        <a:t>Empfehlung</a:t>
                      </a:r>
                    </a:p>
                  </a:txBody>
                  <a:tcPr vert="vert270" anchor="ctr">
                    <a:lnT w="12700" cmpd="sng">
                      <a:noFill/>
                    </a:lnT>
                    <a:solidFill>
                      <a:schemeClr val="accent2"/>
                    </a:solidFill>
                  </a:tcPr>
                </a:tc>
                <a:tc>
                  <a:txBody>
                    <a:bodyPr/>
                    <a:lstStyle/>
                    <a:p>
                      <a:pPr>
                        <a:buNone/>
                      </a:pPr>
                      <a:r>
                        <a:rPr lang="de-DE" sz="1200"/>
                        <a:t>Wenn schnelle, pragmatische Umsetzung und Skalierung im Vordergrund stehen</a:t>
                      </a:r>
                    </a:p>
                  </a:txBody>
                  <a:tcPr anchor="ctr">
                    <a:lnT w="12700" cmpd="sng">
                      <a:noFill/>
                    </a:lnT>
                    <a:solidFill>
                      <a:schemeClr val="accent2"/>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de-DE" sz="1200"/>
                        <a:t>Wenn stabile, regelbasierte Enterprise-Telefonie mit voller Kontrolle erforderlich</a:t>
                      </a:r>
                    </a:p>
                  </a:txBody>
                  <a:tcPr marL="75679" marR="75679" marT="37839" marB="37839" anchor="ctr">
                    <a:lnT w="12700" cmpd="sng">
                      <a:noFill/>
                    </a:lnT>
                    <a:solidFill>
                      <a:schemeClr val="accent2"/>
                    </a:solidFill>
                  </a:tcPr>
                </a:tc>
                <a:tc>
                  <a:txBody>
                    <a:bodyPr/>
                    <a:lstStyle/>
                    <a:p>
                      <a:pPr>
                        <a:buNone/>
                      </a:pPr>
                      <a:r>
                        <a:rPr lang="de-DE" sz="1200"/>
                        <a:t>Wenn hochindividuelle Logik, komplexe Integrationen oder Omnichannel‑Szenarien geschäftskritisch sind</a:t>
                      </a:r>
                    </a:p>
                  </a:txBody>
                  <a:tcPr anchor="ctr">
                    <a:lnT w="12700" cmpd="sng">
                      <a:noFill/>
                    </a:lnT>
                    <a:solidFill>
                      <a:schemeClr val="accent2"/>
                    </a:solidFill>
                  </a:tcPr>
                </a:tc>
                <a:tc>
                  <a:txBody>
                    <a:bodyPr/>
                    <a:lstStyle/>
                    <a:p>
                      <a:r>
                        <a:rPr lang="de-DE" sz="1200"/>
                        <a:t>Wenn hohe Automatisierung von Standardanfragen und KI-gestützter Self-Service im Vordergrund stehen. Besonders geeignet bei Microsoft-365</a:t>
                      </a:r>
                    </a:p>
                  </a:txBody>
                  <a:tcPr anchor="ctr">
                    <a:lnT w="12700" cmpd="sng">
                      <a:noFill/>
                    </a:lnT>
                    <a:solidFill>
                      <a:schemeClr val="accent2"/>
                    </a:solidFill>
                  </a:tcPr>
                </a:tc>
                <a:extLst>
                  <a:ext uri="{0D108BD9-81ED-4DB2-BD59-A6C34878D82A}">
                    <a16:rowId xmlns:a16="http://schemas.microsoft.com/office/drawing/2014/main" val="276999185"/>
                  </a:ext>
                </a:extLst>
              </a:tr>
            </a:tbl>
          </a:graphicData>
        </a:graphic>
      </p:graphicFrame>
      <p:pic>
        <p:nvPicPr>
          <p:cNvPr id="14" name="Picture 2" descr="Communications APIs with AI and data for SMS, Voice, Email | Twilio">
            <a:extLst>
              <a:ext uri="{FF2B5EF4-FFF2-40B4-BE49-F238E27FC236}">
                <a16:creationId xmlns:a16="http://schemas.microsoft.com/office/drawing/2014/main" id="{3547FCD1-76B6-2171-CE67-BE64D8C21B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4978" y="1206519"/>
            <a:ext cx="777322" cy="280584"/>
          </a:xfrm>
          <a:prstGeom prst="rect">
            <a:avLst/>
          </a:prstGeom>
          <a:noFill/>
          <a:extLst>
            <a:ext uri="{909E8E84-426E-40DD-AFC4-6F175D3DCCD1}">
              <a14:hiddenFill xmlns:a14="http://schemas.microsoft.com/office/drawing/2010/main">
                <a:solidFill>
                  <a:srgbClr val="FFFFFF"/>
                </a:solidFill>
              </a14:hiddenFill>
            </a:ext>
          </a:extLst>
        </p:spPr>
      </p:pic>
      <p:pic>
        <p:nvPicPr>
          <p:cNvPr id="15" name="Grafik 14">
            <a:extLst>
              <a:ext uri="{FF2B5EF4-FFF2-40B4-BE49-F238E27FC236}">
                <a16:creationId xmlns:a16="http://schemas.microsoft.com/office/drawing/2014/main" id="{50139015-C22E-1209-6001-24D7685E7B99}"/>
              </a:ext>
            </a:extLst>
          </p:cNvPr>
          <p:cNvPicPr>
            <a:picLocks noChangeAspect="1"/>
          </p:cNvPicPr>
          <p:nvPr/>
        </p:nvPicPr>
        <p:blipFill>
          <a:blip r:embed="rId3"/>
          <a:stretch>
            <a:fillRect/>
          </a:stretch>
        </p:blipFill>
        <p:spPr>
          <a:xfrm>
            <a:off x="2709554" y="1206519"/>
            <a:ext cx="856007" cy="274015"/>
          </a:xfrm>
          <a:prstGeom prst="rect">
            <a:avLst/>
          </a:prstGeom>
        </p:spPr>
      </p:pic>
      <p:pic>
        <p:nvPicPr>
          <p:cNvPr id="16" name="Grafik 15">
            <a:extLst>
              <a:ext uri="{FF2B5EF4-FFF2-40B4-BE49-F238E27FC236}">
                <a16:creationId xmlns:a16="http://schemas.microsoft.com/office/drawing/2014/main" id="{0E8EF942-D10D-191C-3135-EB6618AB3742}"/>
              </a:ext>
            </a:extLst>
          </p:cNvPr>
          <p:cNvPicPr>
            <a:picLocks noChangeAspect="1"/>
          </p:cNvPicPr>
          <p:nvPr/>
        </p:nvPicPr>
        <p:blipFill>
          <a:blip r:embed="rId4"/>
          <a:stretch>
            <a:fillRect/>
          </a:stretch>
        </p:blipFill>
        <p:spPr>
          <a:xfrm>
            <a:off x="4745109" y="1199004"/>
            <a:ext cx="915021" cy="279773"/>
          </a:xfrm>
          <a:prstGeom prst="rect">
            <a:avLst/>
          </a:prstGeom>
        </p:spPr>
      </p:pic>
      <p:pic>
        <p:nvPicPr>
          <p:cNvPr id="17" name="Grafik 16">
            <a:extLst>
              <a:ext uri="{FF2B5EF4-FFF2-40B4-BE49-F238E27FC236}">
                <a16:creationId xmlns:a16="http://schemas.microsoft.com/office/drawing/2014/main" id="{48554B33-CE78-50BF-FA57-F3C5C9D21A74}"/>
              </a:ext>
            </a:extLst>
          </p:cNvPr>
          <p:cNvPicPr>
            <a:picLocks noChangeAspect="1"/>
          </p:cNvPicPr>
          <p:nvPr/>
        </p:nvPicPr>
        <p:blipFill>
          <a:blip r:embed="rId5"/>
          <a:stretch>
            <a:fillRect/>
          </a:stretch>
        </p:blipFill>
        <p:spPr>
          <a:xfrm>
            <a:off x="10940413" y="1169803"/>
            <a:ext cx="338174" cy="338174"/>
          </a:xfrm>
          <a:prstGeom prst="rect">
            <a:avLst/>
          </a:prstGeom>
        </p:spPr>
      </p:pic>
    </p:spTree>
    <p:extLst>
      <p:ext uri="{BB962C8B-B14F-4D97-AF65-F5344CB8AC3E}">
        <p14:creationId xmlns:p14="http://schemas.microsoft.com/office/powerpoint/2010/main" val="12065761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C77F234-2C08-BEF2-F738-A43B97BA5FB9}"/>
              </a:ext>
            </a:extLst>
          </p:cNvPr>
          <p:cNvSpPr>
            <a:spLocks noGrp="1"/>
          </p:cNvSpPr>
          <p:nvPr>
            <p:ph type="title"/>
          </p:nvPr>
        </p:nvSpPr>
        <p:spPr/>
        <p:txBody>
          <a:bodyPr/>
          <a:lstStyle/>
          <a:p>
            <a:r>
              <a:rPr lang="de-DE"/>
              <a:t>Grobe Kostenabschätzung </a:t>
            </a:r>
          </a:p>
        </p:txBody>
      </p:sp>
      <p:sp>
        <p:nvSpPr>
          <p:cNvPr id="3" name="Textplatzhalter 2">
            <a:extLst>
              <a:ext uri="{FF2B5EF4-FFF2-40B4-BE49-F238E27FC236}">
                <a16:creationId xmlns:a16="http://schemas.microsoft.com/office/drawing/2014/main" id="{9DD0FED7-65BD-397A-2949-D9905E11F9EC}"/>
              </a:ext>
            </a:extLst>
          </p:cNvPr>
          <p:cNvSpPr>
            <a:spLocks noGrp="1"/>
          </p:cNvSpPr>
          <p:nvPr>
            <p:ph type="body" sz="quarter" idx="13"/>
          </p:nvPr>
        </p:nvSpPr>
        <p:spPr/>
        <p:txBody>
          <a:bodyPr/>
          <a:lstStyle/>
          <a:p>
            <a:endParaRPr lang="de-DE"/>
          </a:p>
        </p:txBody>
      </p:sp>
      <p:sp>
        <p:nvSpPr>
          <p:cNvPr id="5" name="Datumsplatzhalter 4">
            <a:extLst>
              <a:ext uri="{FF2B5EF4-FFF2-40B4-BE49-F238E27FC236}">
                <a16:creationId xmlns:a16="http://schemas.microsoft.com/office/drawing/2014/main" id="{31936B77-F4B7-F9DC-45DE-18874446C4BD}"/>
              </a:ext>
            </a:extLst>
          </p:cNvPr>
          <p:cNvSpPr>
            <a:spLocks noGrp="1"/>
          </p:cNvSpPr>
          <p:nvPr>
            <p:ph type="dt" sz="half" idx="18"/>
          </p:nvPr>
        </p:nvSpPr>
        <p:spPr/>
        <p:txBody>
          <a:bodyPr/>
          <a:lstStyle/>
          <a:p>
            <a:fld id="{0DF8EF91-ADB1-42BB-B108-FA767B092C54}" type="datetime1">
              <a:rPr lang="de-DE" smtClean="0"/>
              <a:t>18.08.2026</a:t>
            </a:fld>
            <a:endParaRPr lang="de-DE"/>
          </a:p>
        </p:txBody>
      </p:sp>
      <p:sp>
        <p:nvSpPr>
          <p:cNvPr id="6" name="Fußzeilenplatzhalter 5">
            <a:extLst>
              <a:ext uri="{FF2B5EF4-FFF2-40B4-BE49-F238E27FC236}">
                <a16:creationId xmlns:a16="http://schemas.microsoft.com/office/drawing/2014/main" id="{62C9A44D-3034-94C9-66C5-A7BF058F29CB}"/>
              </a:ext>
            </a:extLst>
          </p:cNvPr>
          <p:cNvSpPr>
            <a:spLocks noGrp="1"/>
          </p:cNvSpPr>
          <p:nvPr>
            <p:ph type="ftr" sz="quarter" idx="19"/>
          </p:nvPr>
        </p:nvSpPr>
        <p:spPr/>
        <p:txBody>
          <a:bodyPr/>
          <a:lstStyle/>
          <a:p>
            <a:r>
              <a:rPr lang="de-DE"/>
              <a:t>mosaiic GmbH  |</a:t>
            </a:r>
          </a:p>
        </p:txBody>
      </p:sp>
      <p:sp>
        <p:nvSpPr>
          <p:cNvPr id="7" name="Foliennummernplatzhalter 6">
            <a:extLst>
              <a:ext uri="{FF2B5EF4-FFF2-40B4-BE49-F238E27FC236}">
                <a16:creationId xmlns:a16="http://schemas.microsoft.com/office/drawing/2014/main" id="{E6A17C99-FB9E-F90B-5995-40415D2F247A}"/>
              </a:ext>
            </a:extLst>
          </p:cNvPr>
          <p:cNvSpPr>
            <a:spLocks noGrp="1"/>
          </p:cNvSpPr>
          <p:nvPr>
            <p:ph type="sldNum" sz="quarter" idx="20"/>
          </p:nvPr>
        </p:nvSpPr>
        <p:spPr/>
        <p:txBody>
          <a:bodyPr/>
          <a:lstStyle/>
          <a:p>
            <a:fld id="{F4B5F3EB-31C7-4555-828E-971415072856}" type="slidenum">
              <a:rPr lang="de-DE" smtClean="0"/>
              <a:pPr/>
              <a:t>33</a:t>
            </a:fld>
            <a:endParaRPr lang="de-DE"/>
          </a:p>
        </p:txBody>
      </p:sp>
      <p:graphicFrame>
        <p:nvGraphicFramePr>
          <p:cNvPr id="8" name="Inhaltsplatzhalter 7">
            <a:extLst>
              <a:ext uri="{FF2B5EF4-FFF2-40B4-BE49-F238E27FC236}">
                <a16:creationId xmlns:a16="http://schemas.microsoft.com/office/drawing/2014/main" id="{5384CAD3-E2E8-CDCC-A28E-4E5DC48B08AD}"/>
              </a:ext>
            </a:extLst>
          </p:cNvPr>
          <p:cNvGraphicFramePr>
            <a:graphicFrameLocks/>
          </p:cNvGraphicFramePr>
          <p:nvPr>
            <p:extLst>
              <p:ext uri="{D42A27DB-BD31-4B8C-83A1-F6EECF244321}">
                <p14:modId xmlns:p14="http://schemas.microsoft.com/office/powerpoint/2010/main" val="2244165804"/>
              </p:ext>
            </p:extLst>
          </p:nvPr>
        </p:nvGraphicFramePr>
        <p:xfrm>
          <a:off x="383113" y="1488220"/>
          <a:ext cx="11434760" cy="1942897"/>
        </p:xfrm>
        <a:graphic>
          <a:graphicData uri="http://schemas.openxmlformats.org/drawingml/2006/table">
            <a:tbl>
              <a:tblPr firstRow="1" bandRow="1">
                <a:tableStyleId>{5C22544A-7EE6-4342-B048-85BDC9FD1C3A}</a:tableStyleId>
              </a:tblPr>
              <a:tblGrid>
                <a:gridCol w="2286952">
                  <a:extLst>
                    <a:ext uri="{9D8B030D-6E8A-4147-A177-3AD203B41FA5}">
                      <a16:colId xmlns:a16="http://schemas.microsoft.com/office/drawing/2014/main" val="4242800081"/>
                    </a:ext>
                  </a:extLst>
                </a:gridCol>
                <a:gridCol w="2286952">
                  <a:extLst>
                    <a:ext uri="{9D8B030D-6E8A-4147-A177-3AD203B41FA5}">
                      <a16:colId xmlns:a16="http://schemas.microsoft.com/office/drawing/2014/main" val="4170788254"/>
                    </a:ext>
                  </a:extLst>
                </a:gridCol>
                <a:gridCol w="2286952">
                  <a:extLst>
                    <a:ext uri="{9D8B030D-6E8A-4147-A177-3AD203B41FA5}">
                      <a16:colId xmlns:a16="http://schemas.microsoft.com/office/drawing/2014/main" val="3041952293"/>
                    </a:ext>
                  </a:extLst>
                </a:gridCol>
                <a:gridCol w="2286952">
                  <a:extLst>
                    <a:ext uri="{9D8B030D-6E8A-4147-A177-3AD203B41FA5}">
                      <a16:colId xmlns:a16="http://schemas.microsoft.com/office/drawing/2014/main" val="3269772"/>
                    </a:ext>
                  </a:extLst>
                </a:gridCol>
                <a:gridCol w="2286952">
                  <a:extLst>
                    <a:ext uri="{9D8B030D-6E8A-4147-A177-3AD203B41FA5}">
                      <a16:colId xmlns:a16="http://schemas.microsoft.com/office/drawing/2014/main" val="3607803229"/>
                    </a:ext>
                  </a:extLst>
                </a:gridCol>
              </a:tblGrid>
              <a:tr h="689830">
                <a:tc>
                  <a:txBody>
                    <a:bodyPr/>
                    <a:lstStyle/>
                    <a:p>
                      <a:pPr>
                        <a:buNone/>
                      </a:pPr>
                      <a:r>
                        <a:rPr lang="de-DE" sz="1800"/>
                        <a:t>Kosten</a:t>
                      </a:r>
                    </a:p>
                  </a:txBody>
                  <a:tcPr anchor="ctr"/>
                </a:tc>
                <a:tc>
                  <a:txBody>
                    <a:bodyPr/>
                    <a:lstStyle/>
                    <a:p>
                      <a:pPr>
                        <a:buNone/>
                      </a:pPr>
                      <a:r>
                        <a:rPr lang="de-DE" sz="1800"/>
                        <a:t>Amazon Connect</a:t>
                      </a:r>
                    </a:p>
                  </a:txBody>
                  <a:tcPr anchor="ctr"/>
                </a:tc>
                <a:tc>
                  <a:txBody>
                    <a:bodyPr/>
                    <a:lstStyle/>
                    <a:p>
                      <a:pPr>
                        <a:buNone/>
                      </a:pPr>
                      <a:r>
                        <a:rPr lang="de-DE" sz="1800" err="1"/>
                        <a:t>Sikom</a:t>
                      </a:r>
                      <a:endParaRPr lang="de-DE" sz="1800"/>
                    </a:p>
                  </a:txBody>
                  <a:tcPr anchor="ctr"/>
                </a:tc>
                <a:tc>
                  <a:txBody>
                    <a:bodyPr/>
                    <a:lstStyle/>
                    <a:p>
                      <a:pPr>
                        <a:buNone/>
                      </a:pPr>
                      <a:r>
                        <a:rPr lang="de-DE" sz="1800" err="1"/>
                        <a:t>Twilio</a:t>
                      </a:r>
                      <a:endParaRPr lang="de-DE" sz="1800"/>
                    </a:p>
                  </a:txBody>
                  <a:tcPr anchor="ctr"/>
                </a:tc>
                <a:tc>
                  <a:txBody>
                    <a:bodyPr/>
                    <a:lstStyle/>
                    <a:p>
                      <a:r>
                        <a:rPr lang="de-DE"/>
                        <a:t>MS Copilot Studio Voice Agent</a:t>
                      </a:r>
                    </a:p>
                  </a:txBody>
                  <a:tcPr anchor="ctr"/>
                </a:tc>
                <a:extLst>
                  <a:ext uri="{0D108BD9-81ED-4DB2-BD59-A6C34878D82A}">
                    <a16:rowId xmlns:a16="http://schemas.microsoft.com/office/drawing/2014/main" val="3292021495"/>
                  </a:ext>
                </a:extLst>
              </a:tr>
              <a:tr h="601134">
                <a:tc>
                  <a:txBody>
                    <a:bodyPr/>
                    <a:lstStyle/>
                    <a:p>
                      <a:pPr>
                        <a:buNone/>
                      </a:pPr>
                      <a:r>
                        <a:rPr lang="de-DE" sz="1800" b="1"/>
                        <a:t>Monatlich</a:t>
                      </a:r>
                      <a:endParaRPr lang="de-DE" sz="1800"/>
                    </a:p>
                  </a:txBody>
                  <a:tcPr anchor="ctr"/>
                </a:tc>
                <a:tc>
                  <a:txBody>
                    <a:bodyPr/>
                    <a:lstStyle/>
                    <a:p>
                      <a:pPr marL="0" indent="0">
                        <a:buFont typeface="Arial" panose="020B0604020202020204" pitchFamily="34" charset="0"/>
                        <a:buNone/>
                      </a:pPr>
                      <a:r>
                        <a:rPr lang="de-DE" sz="1800"/>
                        <a:t>200 €</a:t>
                      </a:r>
                    </a:p>
                  </a:txBody>
                  <a:tcPr anchor="ctr"/>
                </a:tc>
                <a:tc>
                  <a:txBody>
                    <a:bodyPr/>
                    <a:lstStyle/>
                    <a:p>
                      <a:pPr marL="0" indent="0" algn="l" defTabSz="914377" rtl="0" eaLnBrk="1" latinLnBrk="0" hangingPunct="1">
                        <a:buFont typeface="Arial" panose="020B0604020202020204" pitchFamily="34" charset="0"/>
                        <a:buNone/>
                      </a:pPr>
                      <a:r>
                        <a:rPr lang="de-DE" sz="1800" kern="1200">
                          <a:solidFill>
                            <a:schemeClr val="dk1"/>
                          </a:solidFill>
                          <a:latin typeface="+mn-lt"/>
                          <a:ea typeface="+mn-ea"/>
                          <a:cs typeface="+mn-cs"/>
                        </a:rPr>
                        <a:t>1.500 €</a:t>
                      </a:r>
                    </a:p>
                  </a:txBody>
                  <a:tcPr marL="75679" marR="75679" marT="37839" marB="37839" anchor="ctr"/>
                </a:tc>
                <a:tc>
                  <a:txBody>
                    <a:bodyPr/>
                    <a:lstStyle/>
                    <a:p>
                      <a:pPr marL="0" indent="0">
                        <a:buFont typeface="Arial" panose="020B0604020202020204" pitchFamily="34" charset="0"/>
                        <a:buNone/>
                      </a:pPr>
                      <a:r>
                        <a:rPr lang="de-DE" sz="1800"/>
                        <a:t>250 €</a:t>
                      </a:r>
                    </a:p>
                  </a:txBody>
                  <a:tcPr anchor="ctr"/>
                </a:tc>
                <a:tc>
                  <a:txBody>
                    <a:bodyPr/>
                    <a:lstStyle/>
                    <a:p>
                      <a:pPr algn="ctr"/>
                      <a:r>
                        <a:rPr lang="de-DE"/>
                        <a:t>40 €</a:t>
                      </a:r>
                    </a:p>
                  </a:txBody>
                  <a:tcPr anchor="ctr"/>
                </a:tc>
                <a:extLst>
                  <a:ext uri="{0D108BD9-81ED-4DB2-BD59-A6C34878D82A}">
                    <a16:rowId xmlns:a16="http://schemas.microsoft.com/office/drawing/2014/main" val="1912934452"/>
                  </a:ext>
                </a:extLst>
              </a:tr>
              <a:tr h="651933">
                <a:tc>
                  <a:txBody>
                    <a:bodyPr/>
                    <a:lstStyle/>
                    <a:p>
                      <a:pPr>
                        <a:buNone/>
                      </a:pPr>
                      <a:r>
                        <a:rPr lang="de-DE" sz="1800" b="1" strike="noStrike"/>
                        <a:t>Einmaliges Setup</a:t>
                      </a:r>
                      <a:endParaRPr lang="de-DE" sz="1800" strike="noStrike"/>
                    </a:p>
                  </a:txBody>
                  <a:tcPr anchor="ctr">
                    <a:lnB w="12700" cmpd="sng">
                      <a:noFill/>
                    </a:lnB>
                  </a:tcPr>
                </a:tc>
                <a:tc>
                  <a:txBody>
                    <a:body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800" strike="noStrike" kern="1200">
                          <a:solidFill>
                            <a:schemeClr val="dk1"/>
                          </a:solidFill>
                          <a:latin typeface="+mn-lt"/>
                          <a:ea typeface="+mn-ea"/>
                          <a:cs typeface="+mn-cs"/>
                        </a:rPr>
                        <a:t>10.000€</a:t>
                      </a:r>
                    </a:p>
                  </a:txBody>
                  <a:tcPr anchor="ctr">
                    <a:lnB w="12700" cmpd="sng">
                      <a:noFill/>
                    </a:lnB>
                  </a:tcPr>
                </a:tc>
                <a:tc>
                  <a:txBody>
                    <a:bodyPr/>
                    <a:lstStyle/>
                    <a:p>
                      <a:pPr marL="0" indent="0" algn="l" defTabSz="914377" rtl="0" eaLnBrk="1" latinLnBrk="0" hangingPunct="1">
                        <a:buFont typeface="Arial" panose="020B0604020202020204" pitchFamily="34" charset="0"/>
                        <a:buNone/>
                      </a:pPr>
                      <a:r>
                        <a:rPr lang="de-DE" sz="1800" strike="noStrike" kern="1200">
                          <a:solidFill>
                            <a:schemeClr val="dk1"/>
                          </a:solidFill>
                          <a:latin typeface="+mn-lt"/>
                          <a:ea typeface="+mn-ea"/>
                          <a:cs typeface="+mn-cs"/>
                        </a:rPr>
                        <a:t>5.000 – 15.000 €</a:t>
                      </a:r>
                    </a:p>
                  </a:txBody>
                  <a:tcPr marL="75679" marR="75679" marT="37839" marB="37839" anchor="ctr">
                    <a:lnB w="12700" cmpd="sng">
                      <a:noFill/>
                    </a:lnB>
                  </a:tcPr>
                </a:tc>
                <a:tc>
                  <a:txBody>
                    <a:bodyPr/>
                    <a:lstStyle/>
                    <a:p>
                      <a:pPr marL="0" marR="0" lvl="0" indent="0" algn="l" defTabSz="914377" rtl="0" eaLnBrk="1" fontAlgn="auto" latinLnBrk="0" hangingPunct="1">
                        <a:lnSpc>
                          <a:spcPct val="100000"/>
                        </a:lnSpc>
                        <a:spcBef>
                          <a:spcPts val="0"/>
                        </a:spcBef>
                        <a:spcAft>
                          <a:spcPts val="0"/>
                        </a:spcAft>
                        <a:buClrTx/>
                        <a:buSzTx/>
                        <a:buFont typeface="Arial" panose="020B0604020202020204" pitchFamily="34" charset="0"/>
                        <a:buNone/>
                        <a:tabLst/>
                        <a:defRPr/>
                      </a:pPr>
                      <a:r>
                        <a:rPr lang="de-DE" sz="1800" strike="noStrike" kern="1200">
                          <a:solidFill>
                            <a:schemeClr val="dk1"/>
                          </a:solidFill>
                          <a:latin typeface="+mn-lt"/>
                          <a:ea typeface="+mn-ea"/>
                          <a:cs typeface="+mn-cs"/>
                        </a:rPr>
                        <a:t>15.000 €</a:t>
                      </a:r>
                    </a:p>
                  </a:txBody>
                  <a:tcPr anchor="ctr">
                    <a:lnB w="12700" cmpd="sng">
                      <a:noFill/>
                    </a:lnB>
                  </a:tcPr>
                </a:tc>
                <a:tc>
                  <a:txBody>
                    <a:bodyPr/>
                    <a:lstStyle/>
                    <a:p>
                      <a:pPr algn="ctr"/>
                      <a:r>
                        <a:rPr lang="de-DE" sz="1800" strike="noStrike" kern="1200">
                          <a:solidFill>
                            <a:schemeClr val="dk1"/>
                          </a:solidFill>
                          <a:latin typeface="+mn-lt"/>
                          <a:ea typeface="+mn-ea"/>
                          <a:cs typeface="+mn-cs"/>
                        </a:rPr>
                        <a:t>7.500 €</a:t>
                      </a:r>
                    </a:p>
                  </a:txBody>
                  <a:tcPr anchor="ctr">
                    <a:lnB w="12700" cmpd="sng">
                      <a:noFill/>
                    </a:lnB>
                  </a:tcPr>
                </a:tc>
                <a:extLst>
                  <a:ext uri="{0D108BD9-81ED-4DB2-BD59-A6C34878D82A}">
                    <a16:rowId xmlns:a16="http://schemas.microsoft.com/office/drawing/2014/main" val="4176748312"/>
                  </a:ext>
                </a:extLst>
              </a:tr>
            </a:tbl>
          </a:graphicData>
        </a:graphic>
      </p:graphicFrame>
    </p:spTree>
    <p:extLst>
      <p:ext uri="{BB962C8B-B14F-4D97-AF65-F5344CB8AC3E}">
        <p14:creationId xmlns:p14="http://schemas.microsoft.com/office/powerpoint/2010/main" val="8559533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Lightmode - Fußzeile unten">
  <a:themeElements>
    <a:clrScheme name="Styleguide 2025 Master">
      <a:dk1>
        <a:sysClr val="windowText" lastClr="000000"/>
      </a:dk1>
      <a:lt1>
        <a:sysClr val="window" lastClr="FFFFFF"/>
      </a:lt1>
      <a:dk2>
        <a:srgbClr val="0B2147"/>
      </a:dk2>
      <a:lt2>
        <a:srgbClr val="808080"/>
      </a:lt2>
      <a:accent1>
        <a:srgbClr val="17428F"/>
      </a:accent1>
      <a:accent2>
        <a:srgbClr val="F39719"/>
      </a:accent2>
      <a:accent3>
        <a:srgbClr val="6E7A96"/>
      </a:accent3>
      <a:accent4>
        <a:srgbClr val="FFD22A"/>
      </a:accent4>
      <a:accent5>
        <a:srgbClr val="C31E51"/>
      </a:accent5>
      <a:accent6>
        <a:srgbClr val="E5FFA8"/>
      </a:accent6>
      <a:hlink>
        <a:srgbClr val="1B798F"/>
      </a:hlink>
      <a:folHlink>
        <a:srgbClr val="D53015"/>
      </a:folHlink>
    </a:clrScheme>
    <a:fontScheme name="Avenir Next / New Style">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lIns="72000" rIns="72000" rtlCol="0" anchor="t"/>
      <a:lstStyle>
        <a:defPPr algn="l">
          <a:defRPr sz="1800"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wrap="square" lIns="72000" tIns="36000" rIns="72000" bIns="36000" rtlCol="0" anchor="t" anchorCtr="0">
        <a:noAutofit/>
      </a:bodyPr>
      <a:lstStyle>
        <a:defPPr algn="l">
          <a:defRPr sz="1400" dirty="0" err="1" smtClean="0">
            <a:solidFill>
              <a:schemeClr val="tx1"/>
            </a:solidFill>
          </a:defRPr>
        </a:defPPr>
      </a:lstStyle>
    </a:txDef>
  </a:objectDefaults>
  <a:extraClrSchemeLst/>
  <a:extLst>
    <a:ext uri="{05A4C25C-085E-4340-85A3-A5531E510DB2}">
      <thm15:themeFamily xmlns:thm15="http://schemas.microsoft.com/office/thememl/2012/main" name="Unternehmenspräsentation_Version_1.0_20251120.potx" id="{09F8ED1F-4B2F-4BEC-9E99-CC90B4EEBE3E}" vid="{A6711480-13A4-4A22-89A6-D06D4D9C170D}"/>
    </a:ext>
  </a:extLst>
</a:theme>
</file>

<file path=ppt/theme/theme2.xml><?xml version="1.0" encoding="utf-8"?>
<a:theme xmlns:a="http://schemas.openxmlformats.org/drawingml/2006/main" name="Lightmode - Fußzeile oben (ohne Logo)">
  <a:themeElements>
    <a:clrScheme name="Styleguide 2025 Master">
      <a:dk1>
        <a:sysClr val="windowText" lastClr="000000"/>
      </a:dk1>
      <a:lt1>
        <a:sysClr val="window" lastClr="FFFFFF"/>
      </a:lt1>
      <a:dk2>
        <a:srgbClr val="0B2147"/>
      </a:dk2>
      <a:lt2>
        <a:srgbClr val="808080"/>
      </a:lt2>
      <a:accent1>
        <a:srgbClr val="17428F"/>
      </a:accent1>
      <a:accent2>
        <a:srgbClr val="F39719"/>
      </a:accent2>
      <a:accent3>
        <a:srgbClr val="6E7A96"/>
      </a:accent3>
      <a:accent4>
        <a:srgbClr val="FFD22A"/>
      </a:accent4>
      <a:accent5>
        <a:srgbClr val="C31E51"/>
      </a:accent5>
      <a:accent6>
        <a:srgbClr val="E5FFA8"/>
      </a:accent6>
      <a:hlink>
        <a:srgbClr val="1B798F"/>
      </a:hlink>
      <a:folHlink>
        <a:srgbClr val="D53015"/>
      </a:folHlink>
    </a:clrScheme>
    <a:fontScheme name="Avenir Next / New Style">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lIns="72000" rIns="72000" rtlCol="0" anchor="t"/>
      <a:lstStyle>
        <a:defPPr algn="l">
          <a:defRPr sz="1800"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0" tIns="0" rIns="0" bIns="0" rtlCol="0" anchor="t" anchorCtr="0">
        <a:noAutofit/>
      </a:bodyPr>
      <a:lstStyle>
        <a:defPPr algn="l">
          <a:defRPr dirty="0"/>
        </a:defPPr>
      </a:lstStyle>
    </a:txDef>
  </a:objectDefaults>
  <a:extraClrSchemeLst/>
  <a:extLst>
    <a:ext uri="{05A4C25C-085E-4340-85A3-A5531E510DB2}">
      <thm15:themeFamily xmlns:thm15="http://schemas.microsoft.com/office/thememl/2012/main" name="Unternehmenspräsentation_Version_1.0_20251120.potx" id="{09F8ED1F-4B2F-4BEC-9E99-CC90B4EEBE3E}" vid="{5A4DD3AD-CE9E-4955-AEF2-3FB4C9B15456}"/>
    </a:ext>
  </a:extLst>
</a:theme>
</file>

<file path=ppt/theme/theme3.xml><?xml version="1.0" encoding="utf-8"?>
<a:theme xmlns:a="http://schemas.openxmlformats.org/drawingml/2006/main" name="Darkmode - Fußzeile unten">
  <a:themeElements>
    <a:clrScheme name="Styleguide 2025 Master">
      <a:dk1>
        <a:sysClr val="windowText" lastClr="000000"/>
      </a:dk1>
      <a:lt1>
        <a:sysClr val="window" lastClr="FFFFFF"/>
      </a:lt1>
      <a:dk2>
        <a:srgbClr val="0B2147"/>
      </a:dk2>
      <a:lt2>
        <a:srgbClr val="808080"/>
      </a:lt2>
      <a:accent1>
        <a:srgbClr val="17428F"/>
      </a:accent1>
      <a:accent2>
        <a:srgbClr val="F39719"/>
      </a:accent2>
      <a:accent3>
        <a:srgbClr val="6E7A96"/>
      </a:accent3>
      <a:accent4>
        <a:srgbClr val="FFD22A"/>
      </a:accent4>
      <a:accent5>
        <a:srgbClr val="C31E51"/>
      </a:accent5>
      <a:accent6>
        <a:srgbClr val="E5FFA8"/>
      </a:accent6>
      <a:hlink>
        <a:srgbClr val="1B798F"/>
      </a:hlink>
      <a:folHlink>
        <a:srgbClr val="D53015"/>
      </a:folHlink>
    </a:clrScheme>
    <a:fontScheme name="Avenir Next / New Style">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lIns="72000" rIns="72000" rtlCol="0" anchor="t"/>
      <a:lstStyle>
        <a:defPPr algn="l">
          <a:defRPr sz="1800"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72000" tIns="108000" rIns="72000" bIns="72000" rtlCol="0">
        <a:noAutofit/>
      </a:bodyPr>
      <a:lstStyle>
        <a:defPPr algn="l">
          <a:defRPr sz="1600" dirty="0" err="1" smtClean="0">
            <a:solidFill>
              <a:schemeClr val="bg1"/>
            </a:solidFill>
          </a:defRPr>
        </a:defPPr>
      </a:lstStyle>
    </a:txDef>
  </a:objectDefaults>
  <a:extraClrSchemeLst/>
  <a:extLst>
    <a:ext uri="{05A4C25C-085E-4340-85A3-A5531E510DB2}">
      <thm15:themeFamily xmlns:thm15="http://schemas.microsoft.com/office/thememl/2012/main" name="Unternehmenspräsentation_Version_1.0_20251120.potx" id="{09F8ED1F-4B2F-4BEC-9E99-CC90B4EEBE3E}" vid="{0EA2EE07-1C55-4CF4-B104-8D496D3744A6}"/>
    </a:ext>
  </a:extLst>
</a:theme>
</file>

<file path=ppt/theme/theme4.xml><?xml version="1.0" encoding="utf-8"?>
<a:theme xmlns:a="http://schemas.openxmlformats.org/drawingml/2006/main" name="Darkmode - Fußzeile oben (ohne Logo)">
  <a:themeElements>
    <a:clrScheme name="Styleguide 2025 Master">
      <a:dk1>
        <a:sysClr val="windowText" lastClr="000000"/>
      </a:dk1>
      <a:lt1>
        <a:sysClr val="window" lastClr="FFFFFF"/>
      </a:lt1>
      <a:dk2>
        <a:srgbClr val="0B2147"/>
      </a:dk2>
      <a:lt2>
        <a:srgbClr val="808080"/>
      </a:lt2>
      <a:accent1>
        <a:srgbClr val="17428F"/>
      </a:accent1>
      <a:accent2>
        <a:srgbClr val="F39719"/>
      </a:accent2>
      <a:accent3>
        <a:srgbClr val="6E7A96"/>
      </a:accent3>
      <a:accent4>
        <a:srgbClr val="FFD22A"/>
      </a:accent4>
      <a:accent5>
        <a:srgbClr val="C31E51"/>
      </a:accent5>
      <a:accent6>
        <a:srgbClr val="E5FFA8"/>
      </a:accent6>
      <a:hlink>
        <a:srgbClr val="1B798F"/>
      </a:hlink>
      <a:folHlink>
        <a:srgbClr val="D53015"/>
      </a:folHlink>
    </a:clrScheme>
    <a:fontScheme name="Avenir Next / New Style">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lIns="72000" rIns="72000" rtlCol="0" anchor="t"/>
      <a:lstStyle>
        <a:defPPr algn="l">
          <a:defRPr sz="1800" dirty="0" err="1"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0" tIns="0" rIns="0" bIns="0" rtlCol="0" anchor="t" anchorCtr="0">
        <a:noAutofit/>
      </a:bodyPr>
      <a:lstStyle>
        <a:defPPr algn="l">
          <a:defRPr dirty="0"/>
        </a:defPPr>
      </a:lstStyle>
    </a:txDef>
  </a:objectDefaults>
  <a:extraClrSchemeLst/>
  <a:extLst>
    <a:ext uri="{05A4C25C-085E-4340-85A3-A5531E510DB2}">
      <thm15:themeFamily xmlns:thm15="http://schemas.microsoft.com/office/thememl/2012/main" name="Unternehmenspräsentation_Version_1.0_20251120.potx" id="{09F8ED1F-4B2F-4BEC-9E99-CC90B4EEBE3E}" vid="{42C1E2FE-CA58-4A69-B58D-E3A9F9D217C1}"/>
    </a:ext>
  </a:extLst>
</a:theme>
</file>

<file path=ppt/theme/theme5.xml><?xml version="1.0" encoding="utf-8"?>
<a:theme xmlns:a="http://schemas.openxmlformats.org/drawingml/2006/main" name="Darkmode - Fußzeile unten - Juni 2025 official">
  <a:themeElements>
    <a:clrScheme name="Styleguide 2025 Master">
      <a:dk1>
        <a:sysClr val="windowText" lastClr="000000"/>
      </a:dk1>
      <a:lt1>
        <a:sysClr val="window" lastClr="FFFFFF"/>
      </a:lt1>
      <a:dk2>
        <a:srgbClr val="0B2147"/>
      </a:dk2>
      <a:lt2>
        <a:srgbClr val="808080"/>
      </a:lt2>
      <a:accent1>
        <a:srgbClr val="17428F"/>
      </a:accent1>
      <a:accent2>
        <a:srgbClr val="FF9D0D"/>
      </a:accent2>
      <a:accent3>
        <a:srgbClr val="6E7A96"/>
      </a:accent3>
      <a:accent4>
        <a:srgbClr val="FFD22A"/>
      </a:accent4>
      <a:accent5>
        <a:srgbClr val="C31E51"/>
      </a:accent5>
      <a:accent6>
        <a:srgbClr val="E5FFA8"/>
      </a:accent6>
      <a:hlink>
        <a:srgbClr val="1B798F"/>
      </a:hlink>
      <a:folHlink>
        <a:srgbClr val="D53015"/>
      </a:folHlink>
    </a:clrScheme>
    <a:fontScheme name="Avenir Next / New Style">
      <a:majorFont>
        <a:latin typeface="Avenir Next LT Pro Demi"/>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lumMod val="75000"/>
          </a:schemeClr>
        </a:solidFill>
        <a:ln>
          <a:noFill/>
        </a:ln>
      </a:spPr>
      <a:bodyPr lIns="72000" tIns="108000" rIns="72000" bIns="72000" rtlCol="0" anchor="t"/>
      <a:lstStyle>
        <a:defPPr algn="l">
          <a:spcBef>
            <a:spcPts val="600"/>
          </a:spcBef>
          <a:defRPr sz="1600" dirty="0" smtClean="0">
            <a:solidFill>
              <a:schemeClr val="bg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chemeClr val="bg1"/>
          </a:solidFill>
        </a:ln>
      </a:spPr>
      <a:bodyPr/>
      <a:lstStyle/>
      <a:style>
        <a:lnRef idx="2">
          <a:schemeClr val="accent1"/>
        </a:lnRef>
        <a:fillRef idx="0">
          <a:schemeClr val="accent1"/>
        </a:fillRef>
        <a:effectRef idx="1">
          <a:schemeClr val="accent1"/>
        </a:effectRef>
        <a:fontRef idx="minor">
          <a:schemeClr val="tx1"/>
        </a:fontRef>
      </a:style>
    </a:lnDef>
    <a:txDef>
      <a:spPr/>
      <a:bodyPr vert="horz" wrap="square" lIns="0" tIns="108000" rIns="72000" bIns="72000" rtlCol="0" anchor="t" anchorCtr="0">
        <a:noAutofit/>
      </a:bodyPr>
      <a:lstStyle>
        <a:defPPr algn="l">
          <a:spcBef>
            <a:spcPts val="600"/>
          </a:spcBef>
          <a:defRPr sz="1600" dirty="0" err="1" smtClean="0">
            <a:solidFill>
              <a:schemeClr val="bg1"/>
            </a:solidFill>
          </a:defRPr>
        </a:defPPr>
      </a:lstStyle>
    </a:txDef>
  </a:objectDefaults>
  <a:extraClrSchemeLst/>
  <a:extLst>
    <a:ext uri="{05A4C25C-085E-4340-85A3-A5531E510DB2}">
      <thm15:themeFamily xmlns:thm15="http://schemas.microsoft.com/office/thememl/2012/main" name="Unternehmenspräsentation_Version_1.0_20251120.potx" id="{09F8ED1F-4B2F-4BEC-9E99-CC90B4EEBE3E}" vid="{A0820BC6-AF4E-48C1-B13B-D405E023F202}"/>
    </a:ext>
  </a:extLst>
</a:theme>
</file>

<file path=ppt/theme/theme6.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Styleguide 2025 Master">
    <a:dk1>
      <a:sysClr val="windowText" lastClr="000000"/>
    </a:dk1>
    <a:lt1>
      <a:sysClr val="window" lastClr="FFFFFF"/>
    </a:lt1>
    <a:dk2>
      <a:srgbClr val="0B2147"/>
    </a:dk2>
    <a:lt2>
      <a:srgbClr val="808080"/>
    </a:lt2>
    <a:accent1>
      <a:srgbClr val="17428F"/>
    </a:accent1>
    <a:accent2>
      <a:srgbClr val="FF9D0D"/>
    </a:accent2>
    <a:accent3>
      <a:srgbClr val="6E7A96"/>
    </a:accent3>
    <a:accent4>
      <a:srgbClr val="FFD22A"/>
    </a:accent4>
    <a:accent5>
      <a:srgbClr val="C31E51"/>
    </a:accent5>
    <a:accent6>
      <a:srgbClr val="E5FFA8"/>
    </a:accent6>
    <a:hlink>
      <a:srgbClr val="1B798F"/>
    </a:hlink>
    <a:folHlink>
      <a:srgbClr val="D53015"/>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5F3391A09CF344391877E0DEE7CC5BD" ma:contentTypeVersion="24" ma:contentTypeDescription="Create a new document." ma:contentTypeScope="" ma:versionID="4fda3387f0ce964a63e9eed7010a124e">
  <xsd:schema xmlns:xsd="http://www.w3.org/2001/XMLSchema" xmlns:xs="http://www.w3.org/2001/XMLSchema" xmlns:p="http://schemas.microsoft.com/office/2006/metadata/properties" xmlns:ns2="c1cba30b-de1a-4a57-8665-a95bb64669ba" xmlns:ns3="e466c8e2-56d4-4729-8cd2-60f053cd4c16" targetNamespace="http://schemas.microsoft.com/office/2006/metadata/properties" ma:root="true" ma:fieldsID="3e69dfe342f43c0e896374a038530ae2" ns2:_="" ns3:_="">
    <xsd:import namespace="c1cba30b-de1a-4a57-8665-a95bb64669ba"/>
    <xsd:import namespace="e466c8e2-56d4-4729-8cd2-60f053cd4c1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flag" minOccurs="0"/>
                <xsd:element ref="ns2:ArchivierenZum"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1cba30b-de1a-4a57-8665-a95bb64669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77f82b40-b5d0-48a1-bb5f-bb049f0848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flag" ma:index="26" nillable="true" ma:displayName="Archivflag" ma:default="0" ma:description="Kennzeichnet ein Projekt für die Archivierung. Wird aber nur auf oberster Projektordner-Ebene in Betracht gezogen (für Unterordner oder Dateien spielt das Kennzeichen keine Rolle)" ma:internalName="Archivflag">
      <xsd:simpleType>
        <xsd:restriction base="dms:Boolean"/>
      </xsd:simpleType>
    </xsd:element>
    <xsd:element name="ArchivierenZum" ma:index="27" nillable="true" ma:displayName="ArchivierenZum" ma:format="DateOnly" ma:internalName="ArchivierenZum">
      <xsd:simpleType>
        <xsd:restriction base="dms:DateTim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66c8e2-56d4-4729-8cd2-60f053cd4c16"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0fa01c5a-0114-4ebf-93e9-a9be9ac64eb1}" ma:internalName="TaxCatchAll" ma:showField="CatchAllData" ma:web="e466c8e2-56d4-4729-8cd2-60f053cd4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e466c8e2-56d4-4729-8cd2-60f053cd4c16" xsi:nil="true"/>
    <lcf76f155ced4ddcb4097134ff3c332f xmlns="c1cba30b-de1a-4a57-8665-a95bb64669ba">
      <Terms xmlns="http://schemas.microsoft.com/office/infopath/2007/PartnerControls"/>
    </lcf76f155ced4ddcb4097134ff3c332f>
    <ArchivierenZum xmlns="c1cba30b-de1a-4a57-8665-a95bb64669ba" xsi:nil="true"/>
    <Archivflag xmlns="c1cba30b-de1a-4a57-8665-a95bb64669ba">false</Archivflag>
    <MediaLengthInSeconds xmlns="c1cba30b-de1a-4a57-8665-a95bb64669ba" xsi:nil="true"/>
    <SharedWithUsers xmlns="e466c8e2-56d4-4729-8cd2-60f053cd4c16">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B411B30-1A6F-4FFC-8C21-E2BE5BAC73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1cba30b-de1a-4a57-8665-a95bb64669ba"/>
    <ds:schemaRef ds:uri="e466c8e2-56d4-4729-8cd2-60f053cd4c1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7910B73-5F24-42E8-9A91-88D62B05A581}">
  <ds:schemaRefs>
    <ds:schemaRef ds:uri="0b69f033-6a61-4239-8451-3b8aa4670105"/>
    <ds:schemaRef ds:uri="6951f0f3-7c2e-4669-b9a0-562c69d47821"/>
    <ds:schemaRef ds:uri="e466c8e2-56d4-4729-8cd2-60f053cd4c1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c1cba30b-de1a-4a57-8665-a95bb64669ba"/>
  </ds:schemaRefs>
</ds:datastoreItem>
</file>

<file path=customXml/itemProps3.xml><?xml version="1.0" encoding="utf-8"?>
<ds:datastoreItem xmlns:ds="http://schemas.openxmlformats.org/officeDocument/2006/customXml" ds:itemID="{6B7C1D68-1302-4B88-82F2-2F6BD6F1FB6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Unternehmenspräsentation_Version_1.0_20251120</Template>
  <TotalTime>0</TotalTime>
  <Words>3439</Words>
  <Application>Microsoft Office PowerPoint</Application>
  <PresentationFormat>Breitbild</PresentationFormat>
  <Paragraphs>617</Paragraphs>
  <Slides>33</Slides>
  <Notes>8</Notes>
  <HiddenSlides>0</HiddenSlides>
  <MMClips>0</MMClips>
  <ScaleCrop>false</ScaleCrop>
  <HeadingPairs>
    <vt:vector size="8" baseType="variant">
      <vt:variant>
        <vt:lpstr>Verwendete Schriftarten</vt:lpstr>
      </vt:variant>
      <vt:variant>
        <vt:i4>8</vt:i4>
      </vt:variant>
      <vt:variant>
        <vt:lpstr>Design</vt:lpstr>
      </vt:variant>
      <vt:variant>
        <vt:i4>5</vt:i4>
      </vt:variant>
      <vt:variant>
        <vt:lpstr>Eingebettete OLE-Server</vt:lpstr>
      </vt:variant>
      <vt:variant>
        <vt:i4>1</vt:i4>
      </vt:variant>
      <vt:variant>
        <vt:lpstr>Folientitel</vt:lpstr>
      </vt:variant>
      <vt:variant>
        <vt:i4>33</vt:i4>
      </vt:variant>
    </vt:vector>
  </HeadingPairs>
  <TitlesOfParts>
    <vt:vector size="47" baseType="lpstr">
      <vt:lpstr>Arial</vt:lpstr>
      <vt:lpstr>Avenir Next LT Pro</vt:lpstr>
      <vt:lpstr>Avenir Next LT Pro Demi</vt:lpstr>
      <vt:lpstr>Avenir Next LT Pro Light</vt:lpstr>
      <vt:lpstr>Calibri</vt:lpstr>
      <vt:lpstr>Calibri Light</vt:lpstr>
      <vt:lpstr>Segoe Script</vt:lpstr>
      <vt:lpstr>Wingdings</vt:lpstr>
      <vt:lpstr>Lightmode - Fußzeile unten</vt:lpstr>
      <vt:lpstr>Lightmode - Fußzeile oben (ohne Logo)</vt:lpstr>
      <vt:lpstr>Darkmode - Fußzeile unten</vt:lpstr>
      <vt:lpstr>Darkmode - Fußzeile oben (ohne Logo)</vt:lpstr>
      <vt:lpstr>Darkmode - Fußzeile unten - Juni 2025 official</vt:lpstr>
      <vt:lpstr>think-cell Folie</vt:lpstr>
      <vt:lpstr>PowerPoint-Präsentation</vt:lpstr>
      <vt:lpstr>Use-Case-Beschreibung</vt:lpstr>
      <vt:lpstr>Präferierte Lösung: Voice-KI-Agent</vt:lpstr>
      <vt:lpstr>Überblick Lösung</vt:lpstr>
      <vt:lpstr>Überblick Systemkomponenten</vt:lpstr>
      <vt:lpstr>Rolle Systemkomponenten</vt:lpstr>
      <vt:lpstr>Aufbaustufen</vt:lpstr>
      <vt:lpstr>Ablauf – Stufe 0</vt:lpstr>
      <vt:lpstr>Erfasste Daten - Variablen</vt:lpstr>
      <vt:lpstr>Ablauf – Stufe 1</vt:lpstr>
      <vt:lpstr>Erfasste Daten - Variablen</vt:lpstr>
      <vt:lpstr>Copilot Studio: Erstellung des Voice-Agenten</vt:lpstr>
      <vt:lpstr>Copilot Studio: wichtige Einstellungen</vt:lpstr>
      <vt:lpstr>Copilot Studio: Themen - Node-Typen</vt:lpstr>
      <vt:lpstr>Copilot Studio: Variablen-Strategie</vt:lpstr>
      <vt:lpstr>Copilot Studio: Graphischer Editor</vt:lpstr>
      <vt:lpstr>Power Automate: Setup des Cloud-Flows</vt:lpstr>
      <vt:lpstr>Power Automate: Node-Typen</vt:lpstr>
      <vt:lpstr>Power Automate: Graphischen Editor</vt:lpstr>
      <vt:lpstr>Microsoft Teams Phone: Setup Teams Admin Center</vt:lpstr>
      <vt:lpstr>Microsoft Teams Phone: Resource Account</vt:lpstr>
      <vt:lpstr>Microsoft Power Platform Admin Center</vt:lpstr>
      <vt:lpstr>M365 Admin Center</vt:lpstr>
      <vt:lpstr>Ablauf - Entscheidungsbaum</vt:lpstr>
      <vt:lpstr>Synonymen</vt:lpstr>
      <vt:lpstr>Überblick Systemkomponenten (mit Contact Center)</vt:lpstr>
      <vt:lpstr>Notizen</vt:lpstr>
      <vt:lpstr>Eskalationslogik</vt:lpstr>
      <vt:lpstr>Ablauf – Stufe 1</vt:lpstr>
      <vt:lpstr>Weitere Lösungen: Regelbasierter Voice-Router / IVR</vt:lpstr>
      <vt:lpstr>Potenzielle Technologielösungen im Vergleich</vt:lpstr>
      <vt:lpstr>Potenzielle Lösungen - Bewertung</vt:lpstr>
      <vt:lpstr>Grobe Kostenabschätzung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Doukas</dc:creator>
  <cp:lastModifiedBy>Michael Doukas</cp:lastModifiedBy>
  <cp:revision>1</cp:revision>
  <dcterms:created xsi:type="dcterms:W3CDTF">2026-05-04T08:58:40Z</dcterms:created>
  <dcterms:modified xsi:type="dcterms:W3CDTF">2026-08-18T11:04:29Z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0x010100F5F3391A09CF344391877E0DEE7CC5BD</vt:lpwstr>
  </property>
  <property fmtid="{D5CDD505-2E9C-101B-9397-08002B2CF9AE}" pid="3" name="MediaServiceImageTags">
    <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ExtendedDescription">
    <vt:lpwstr/>
  </property>
  <property fmtid="{D5CDD505-2E9C-101B-9397-08002B2CF9AE}" pid="8" name="xd_Signature">
    <vt:bool>false</vt:bool>
  </property>
  <property fmtid="{D5CDD505-2E9C-101B-9397-08002B2CF9AE}" pid="9" name="TriggerFlowInfo">
    <vt:lpwstr/>
  </property>
</Properties>
</file>